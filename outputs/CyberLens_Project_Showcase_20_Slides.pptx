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MAN CHAUDHARY" userId="8979e058136fc9aa" providerId="LiveId" clId="{139D0B21-4933-4DE6-96B7-082E0D476AE0}"/>
    <pc:docChg chg="custSel modSld">
      <pc:chgData name="ARYAMAN CHAUDHARY" userId="8979e058136fc9aa" providerId="LiveId" clId="{139D0B21-4933-4DE6-96B7-082E0D476AE0}" dt="2026-10-29T15:42:35.209" v="1" actId="27636"/>
      <pc:docMkLst>
        <pc:docMk/>
      </pc:docMkLst>
      <pc:sldChg chg="modSp mod">
        <pc:chgData name="ARYAMAN CHAUDHARY" userId="8979e058136fc9aa" providerId="LiveId" clId="{139D0B21-4933-4DE6-96B7-082E0D476AE0}" dt="2026-10-29T15:42:35.209" v="1" actId="27636"/>
        <pc:sldMkLst>
          <pc:docMk/>
          <pc:sldMk cId="127383331" sldId="265"/>
        </pc:sldMkLst>
        <pc:spChg chg="mod">
          <ac:chgData name="ARYAMAN CHAUDHARY" userId="8979e058136fc9aa" providerId="LiveId" clId="{139D0B21-4933-4DE6-96B7-082E0D476AE0}" dt="2026-10-29T15:42:35.209" v="1" actId="27636"/>
          <ac:spMkLst>
            <pc:docMk/>
            <pc:sldMk cId="127383331" sldId="265"/>
            <ac:spMk id="15" creationId="{40380A2B-A7E0-457D-B64F-BABA86D6AAB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CyberLens in one sentence: a local workspace that connects asset context, security observations, analyst review, and incident records.</a:t>
            </a:r>
          </a:p>
          <a:p>
            <a:endParaRPr/>
          </a:p>
          <a:p>
            <a:r>
              <a:t>Sources: frontend/public/brand/cyberlens-master.svg; docs/brand-guide.md; docs/architecture.md; student names and registration numbers supplied by the presenters.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out the asset-to-investigation view. The screenshot is an authentic project interface capture using synthetic Demo data; it is not evidence of a live external scan.</a:t>
            </a:r>
          </a:p>
          <a:p>
            <a:endParaRPr/>
          </a:p>
          <a:p>
            <a:r>
              <a:t>Sources: docs/brand/screenshots/brand-app-expanded-desktop.png; docs/panel-demo.md;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workflow gap CyberLens addresses: fragmented evidence, manual correlation, uncertain coverage, and disconnected follow-up. Emphasize that the product assists analyst review and does not issue a definitive security verdict.</a:t>
            </a:r>
          </a:p>
          <a:p>
            <a:endParaRPr/>
          </a:p>
          <a:p>
            <a:r>
              <a:t>Sources: README.md; docs/demo-and-viva.md;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project objective as workflow integration rather than automated attack detection. Stress the authorization boundary and human review.</a:t>
            </a:r>
          </a:p>
          <a:p>
            <a:endParaRPr/>
          </a:p>
          <a:p>
            <a:r>
              <a:t>Sources: docs/architecture.md; docs/demo-and-viva.md; CyberLens_Minor_Project_Report.docx, Chapter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the proposed solution as a shared workbench for an end-to-end analyst process. The collection scope is explicit and bounded; vulnerability candidates and provider observations remain subject to human review.</a:t>
            </a:r>
          </a:p>
          <a:p>
            <a:endParaRPr/>
          </a:p>
          <a:p>
            <a:r>
              <a:t>Sources: README.md; docs/architecture.md; docs/threat-model.md; docs/panel-demo.md.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left to right. The API writes the investigation and outbox event together. A separate dispatcher enqueues a stable RQ job; the worker runs collectors and persists results in PostgreSQL. Demo uses fixtures; Live uses configured sources only when authorized.</a:t>
            </a:r>
          </a:p>
          <a:p>
            <a:endParaRPr/>
          </a:p>
          <a:p>
            <a:r>
              <a:t>Sources: docs/architecture.md; docs/data-model.md; docs/panel-demo.md.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investigation attempts have separate histories and that the outbox/reconciler helps recover delivery. A failed collector means unknown coverage, not a clean result. Analyst decisions are distinct from collected evidence.</a:t>
            </a:r>
          </a:p>
          <a:p>
            <a:endParaRPr/>
          </a:p>
          <a:p>
            <a:r>
              <a:t>Sources: docs/architecture.md; docs/demo-and-viva.md; CyberLens_Minor_Project_Report.docx, Chapter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conceptual graph to explain how the modules connect. The implementation stores a typed evidence-linked projection in PostgreSQL; it does not deploy a separate graph database. Change Radar distinguishes new, changed, no-longer-observed, and unknown relationships.</a:t>
            </a:r>
          </a:p>
          <a:p>
            <a:endParaRPr/>
          </a:p>
          <a:p>
            <a:r>
              <a:t>Sources: docs/architecture.md; docs/evidence-graph-interaction.md; docs/data-model.md; docs/known-limitations.md.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core stack and why jobs are split into dispatcher and worker processes. The app runs as a local single-workspace profile; this is not a claim of public-production readiness.</a:t>
            </a:r>
          </a:p>
          <a:p>
            <a:endParaRPr/>
          </a:p>
          <a:p>
            <a:r>
              <a:t>Sources: docs/architecture.md; README.md; CyberLens_Minor_Project_Report.docx, Chapter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four source groups to explain which systems are actual APIs, direct protocol observations, or downloaded feeds. NVD API credentials are optional; VirusTotal and HIBP email lookup require their keys. HIBP password screening is a separate keyless range check. XposedOrNot and OpenPhish have additional consent/use restrictions. Feeds are refreshed into local snapshots and then matched locally. Demo makes no provider or website requests.</a:t>
            </a:r>
          </a:p>
          <a:p>
            <a:endParaRPr/>
          </a:p>
          <a:p>
            <a:r>
              <a:t>Sources: docs/setup.md; README.md#use-live-collectors; docs/api.md; docs/xposedornot.md; docs/openphish.md; docs/spamhaus-drop.md; docs/cins-army.md.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evidence envelope and why the UI preserves statuses. CyberLens distinguishes provider observations, findings, applicability decisions, and saved snapshots. A no-match is not automatically a clean bill of health.</a:t>
            </a:r>
          </a:p>
          <a:p>
            <a:endParaRPr/>
          </a:p>
          <a:p>
            <a:r>
              <a:t>Sources: docs/architecture.md; docs/threat-model.md; README.md; docs/data-model.md.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no-match is not the same as unknown. Missing or failed sources stay visible as missing coverage. Vulnerability candidates do not affect vulnerability risk until an analyst marks them applicable. Checksums help detect stored-byte changes but do not establish chain of custody.</a:t>
            </a:r>
          </a:p>
          <a:p>
            <a:endParaRPr/>
          </a:p>
          <a:p>
            <a:r>
              <a:t>Sources: docs/threat-model.md; docs/known-limitations.md; docs/demo-and-viva.md.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Summarize the protections implemented in the local workspace. Role permissions do not replace deployment security; the project is configured as a local single-workspace showcase, not a public multi-tenant service.</a:t>
            </a:r>
          </a:p>
          <a:p>
            <a:endParaRPr/>
          </a:p>
          <a:p>
            <a:r>
              <a:t>Sources: docs/architecture.md; docs/threat-model.md; docs/setup.md; docs/api.md.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the score is versioned and traceable to its inputs. CVSS, KEV, EPSS, source coverage, evidence, and analyst applicability are distinct fields; EPSS does not alter the current score. No calibration claim is made.</a:t>
            </a:r>
          </a:p>
          <a:p>
            <a:endParaRPr/>
          </a:p>
          <a:p>
            <a:r>
              <a:t>Sources: README.md, Risk score and source limitations; docs/api.md;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Recommend Demo for the review panel because it does not depend on keys or external availability. The interface visibly labels synthetic data. Live mode is optional and requires an explicitly authorized target and configured provider access.</a:t>
            </a:r>
          </a:p>
          <a:p>
            <a:endParaRPr/>
          </a:p>
          <a:p>
            <a:r>
              <a:t>Sources: docs/panel-demo.md; docs/demo-and-viva.md; docs/known-limitations.md.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this short path during the presentation. Use the project Demo profile and identify the data as synthetic at each relevant screen. The sequence demonstrates product workflow; it is not a real scan or provider validation.</a:t>
            </a:r>
          </a:p>
          <a:p>
            <a:endParaRPr/>
          </a:p>
          <a:p>
            <a:r>
              <a:t>Sources: docs/panel-demo.md; docs/demo-and-viva.md; 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local Compose profile at a high level. The gateway serves the browser entry point, while internal services communicate on the Compose network. This is a local single-workspace demonstration and not a public production deployment.</a:t>
            </a:r>
          </a:p>
          <a:p>
            <a:endParaRPr/>
          </a:p>
          <a:p>
            <a:r>
              <a:t>Sources: README.md; docs/setup.md; docs/architecture.md; docs/panel-demo.md.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split between API request and background work. The transactional outbox and reconciler help recover delivery; retries are bounded and restricted to transient failures. Failed collectors leave coverage unknown.</a:t>
            </a:r>
          </a:p>
          <a:p>
            <a:endParaRPr/>
          </a:p>
          <a:p>
            <a:r>
              <a:t>Sources: docs/architecture.md; docs/data-model.md; docs/known-limitations.md.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figures are transcribed from the dated repository verification record. The 78-test run used isolated offline backend workflows and mocked UI/provider cases; the separate smoke test covered local login/dashboard. No live provider validation was performed.</a:t>
            </a:r>
          </a:p>
          <a:p>
            <a:endParaRPr/>
          </a:p>
          <a:p>
            <a:r>
              <a:t>Sources: docs/test-results.md; docs/ui-final-review-20261026.md; CyberLens_Minor_Project_Report.docx, Chapter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Conclude that CyberLens connects authorized assets, evidence, analyst decisions, and response work in one local workspace. Describe the three cards as future scope: validate prioritization, test provider integrations deliberately, and harden deployment before shared hosting. Invite questions.</a:t>
            </a:r>
          </a:p>
          <a:p>
            <a:endParaRPr/>
          </a:p>
          <a:p>
            <a:r>
              <a:t>Sources: docs/known-limitations.md; docs/architecture.md; docs/test-results.md.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E7F3E62-1AD4-4E71-A621-5961348D850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3DE91F2-9A16-432E-AA9A-C105C5FA2C8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1BE5EFC-1B6C-4C53-A0ED-3B1D8C162E2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DDE2CB9-B4FE-4B1C-BB06-32C194F25D3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F39B82E5-B17A-47F4-AAF3-A3D6770D478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A5916DC-30AC-4677-B1F0-90B38910D4F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ECA8DBF-C47A-44AA-9D3D-CFD203409FE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1AE152CB-8029-4460-ABCD-307AA61B0F3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F8F4BAC-ECB6-414C-8A6D-B77F32B52D4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7EE8486-7633-40EC-A25B-89005C8A5BB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A62511A-7AB1-4401-A726-5E3AABB2A507}"/>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666750" y="523875"/>
            <a:ext cx="3714750" cy="857250"/>
          </a:xfrm>
          <a:prstGeom prst="rect">
            <a:avLst/>
          </a:prstGeom>
        </p:spPr>
      </p:pic>
      <p:sp>
        <p:nvSpPr>
          <p:cNvPr id="2" name="cover-blue-rule">
            <a:extLst>
              <a:ext uri="{FF2B5EF4-FFF2-40B4-BE49-F238E27FC236}">
                <a16:creationId xmlns:a16="http://schemas.microsoft.com/office/drawing/2014/main" id="{9BFC593F-39BA-4B88-B6EB-5F6253300F2A}"/>
              </a:ext>
            </a:extLst>
          </p:cNvPr>
          <p:cNvSpPr>
            <a:spLocks noGrp="1"/>
          </p:cNvSpPr>
          <p:nvPr/>
        </p:nvSpPr>
        <p:spPr>
          <a:xfrm>
            <a:off x="704850" y="1628775"/>
            <a:ext cx="1285875" cy="47625"/>
          </a:xfrm>
          <a:prstGeom prst="rect">
            <a:avLst/>
          </a:prstGeom>
          <a:solidFill>
            <a:srgbClr val="3DE8FF"/>
          </a:solidFill>
          <a:ln w="0">
            <a:noFill/>
            <a:prstDash val="solid"/>
          </a:ln>
        </p:spPr>
        <p:txBody>
          <a:bodyPr/>
          <a:lstStyle/>
          <a:p>
            <a:endParaRPr lang="en-IN"/>
          </a:p>
        </p:txBody>
      </p:sp>
      <p:sp>
        <p:nvSpPr>
          <p:cNvPr id="3" name="cover-iris-rule">
            <a:extLst>
              <a:ext uri="{FF2B5EF4-FFF2-40B4-BE49-F238E27FC236}">
                <a16:creationId xmlns:a16="http://schemas.microsoft.com/office/drawing/2014/main" id="{E52413B5-C89C-4A58-9CF6-18E48C862639}"/>
              </a:ext>
            </a:extLst>
          </p:cNvPr>
          <p:cNvSpPr>
            <a:spLocks noGrp="1"/>
          </p:cNvSpPr>
          <p:nvPr/>
        </p:nvSpPr>
        <p:spPr>
          <a:xfrm>
            <a:off x="1990725" y="1628775"/>
            <a:ext cx="552450" cy="47625"/>
          </a:xfrm>
          <a:prstGeom prst="rect">
            <a:avLst/>
          </a:prstGeom>
          <a:solidFill>
            <a:srgbClr val="8B7CF6"/>
          </a:solidFill>
          <a:ln w="0">
            <a:noFill/>
            <a:prstDash val="solid"/>
          </a:ln>
        </p:spPr>
        <p:txBody>
          <a:bodyPr/>
          <a:lstStyle/>
          <a:p>
            <a:endParaRPr lang="en-IN"/>
          </a:p>
        </p:txBody>
      </p:sp>
      <p:sp>
        <p:nvSpPr>
          <p:cNvPr id="4" name="cover-subject">
            <a:extLst>
              <a:ext uri="{FF2B5EF4-FFF2-40B4-BE49-F238E27FC236}">
                <a16:creationId xmlns:a16="http://schemas.microsoft.com/office/drawing/2014/main" id="{88C461CC-B001-4CDC-A10D-DF676958C362}"/>
              </a:ext>
            </a:extLst>
          </p:cNvPr>
          <p:cNvSpPr>
            <a:spLocks noGrp="1"/>
          </p:cNvSpPr>
          <p:nvPr/>
        </p:nvSpPr>
        <p:spPr>
          <a:xfrm>
            <a:off x="685800" y="1952625"/>
            <a:ext cx="9715500" cy="1066800"/>
          </a:xfrm>
          <a:prstGeom prst="rect">
            <a:avLst/>
          </a:prstGeom>
          <a:noFill/>
          <a:ln w="0">
            <a:noFill/>
            <a:prstDash val="solid"/>
          </a:ln>
        </p:spPr>
        <p:txBody>
          <a:bodyPr wrap="square" lIns="0" tIns="0" rIns="0" bIns="0" anchor="ctr">
            <a:normAutofit/>
          </a:bodyPr>
          <a:lstStyle>
            <a:defPPr algn="l">
              <a:defRPr sz="2850" b="1">
                <a:solidFill>
                  <a:srgbClr val="D4DDF1"/>
                </a:solidFill>
                <a:latin typeface="Arial"/>
                <a:ea typeface="Arial"/>
                <a:cs typeface="Arial"/>
              </a:defRPr>
            </a:defPPr>
            <a:lvl1pPr algn="l">
              <a:defRPr sz="2850" b="1">
                <a:solidFill>
                  <a:srgbClr val="D4DDF1"/>
                </a:solidFill>
                <a:latin typeface="Arial"/>
                <a:ea typeface="Arial"/>
                <a:cs typeface="Arial"/>
              </a:defRPr>
            </a:lvl1pPr>
            <a:lvl2pPr algn="l">
              <a:defRPr sz="2850" b="1">
                <a:solidFill>
                  <a:srgbClr val="D4DDF1"/>
                </a:solidFill>
                <a:latin typeface="Arial"/>
                <a:ea typeface="Arial"/>
                <a:cs typeface="Arial"/>
              </a:defRPr>
            </a:lvl2pPr>
            <a:lvl3pPr algn="l">
              <a:defRPr sz="2850" b="1">
                <a:solidFill>
                  <a:srgbClr val="D4DDF1"/>
                </a:solidFill>
                <a:latin typeface="Arial"/>
                <a:ea typeface="Arial"/>
                <a:cs typeface="Arial"/>
              </a:defRPr>
            </a:lvl3pPr>
            <a:lvl4pPr algn="l">
              <a:defRPr sz="2850" b="1">
                <a:solidFill>
                  <a:srgbClr val="D4DDF1"/>
                </a:solidFill>
                <a:latin typeface="Arial"/>
                <a:ea typeface="Arial"/>
                <a:cs typeface="Arial"/>
              </a:defRPr>
            </a:lvl4pPr>
            <a:lvl5pPr algn="l">
              <a:defRPr sz="2850" b="1">
                <a:solidFill>
                  <a:srgbClr val="D4DDF1"/>
                </a:solidFill>
                <a:latin typeface="Arial"/>
                <a:ea typeface="Arial"/>
                <a:cs typeface="Arial"/>
              </a:defRPr>
            </a:lvl5pPr>
            <a:lvl6pPr algn="l">
              <a:defRPr sz="2850" b="1">
                <a:solidFill>
                  <a:srgbClr val="D4DDF1"/>
                </a:solidFill>
                <a:latin typeface="Arial"/>
                <a:ea typeface="Arial"/>
                <a:cs typeface="Arial"/>
              </a:defRPr>
            </a:lvl6pPr>
            <a:lvl7pPr algn="l">
              <a:defRPr sz="2850" b="1">
                <a:solidFill>
                  <a:srgbClr val="D4DDF1"/>
                </a:solidFill>
                <a:latin typeface="Arial"/>
                <a:ea typeface="Arial"/>
                <a:cs typeface="Arial"/>
              </a:defRPr>
            </a:lvl7pPr>
            <a:lvl8pPr algn="l">
              <a:defRPr sz="2850" b="1">
                <a:solidFill>
                  <a:srgbClr val="D4DDF1"/>
                </a:solidFill>
                <a:latin typeface="Arial"/>
                <a:ea typeface="Arial"/>
                <a:cs typeface="Arial"/>
              </a:defRPr>
            </a:lvl8pPr>
            <a:lvl9pPr algn="l">
              <a:defRPr sz="2850" b="1">
                <a:solidFill>
                  <a:srgbClr val="D4DDF1"/>
                </a:solidFill>
                <a:latin typeface="Arial"/>
                <a:ea typeface="Arial"/>
                <a:cs typeface="Arial"/>
              </a:defRPr>
            </a:lvl9pPr>
          </a:lstStyle>
          <a:p>
            <a:pPr algn="l">
              <a:lnSpc>
                <a:spcPct val="105000"/>
              </a:lnSpc>
              <a:buNone/>
              <a:defRPr sz="2850" b="1">
                <a:solidFill>
                  <a:srgbClr val="D4DDF1"/>
                </a:solidFill>
                <a:latin typeface="Arial"/>
                <a:ea typeface="Arial"/>
                <a:cs typeface="Arial"/>
              </a:defRPr>
            </a:pPr>
            <a:r>
              <a:rPr sz="2850" b="1">
                <a:solidFill>
                  <a:srgbClr val="D4DDF1"/>
                </a:solidFill>
                <a:latin typeface="Arial"/>
                <a:ea typeface="Arial"/>
                <a:cs typeface="Arial"/>
              </a:rPr>
              <a:t>Local Cyber Threat Intelligence</a:t>
            </a:r>
          </a:p>
          <a:p>
            <a:pPr algn="l">
              <a:lnSpc>
                <a:spcPct val="105000"/>
              </a:lnSpc>
              <a:buNone/>
              <a:defRPr sz="2850" b="1">
                <a:solidFill>
                  <a:srgbClr val="D4DDF1"/>
                </a:solidFill>
                <a:latin typeface="Arial"/>
                <a:ea typeface="Arial"/>
                <a:cs typeface="Arial"/>
              </a:defRPr>
            </a:pPr>
            <a:r>
              <a:rPr sz="2850" b="1">
                <a:solidFill>
                  <a:srgbClr val="D4DDF1"/>
                </a:solidFill>
                <a:latin typeface="Arial"/>
                <a:ea typeface="Arial"/>
                <a:cs typeface="Arial"/>
              </a:rPr>
              <a:t>and Incident Response Workspace</a:t>
            </a:r>
          </a:p>
        </p:txBody>
      </p:sp>
      <p:sp>
        <p:nvSpPr>
          <p:cNvPr id="5" name="cover-project-label">
            <a:extLst>
              <a:ext uri="{FF2B5EF4-FFF2-40B4-BE49-F238E27FC236}">
                <a16:creationId xmlns:a16="http://schemas.microsoft.com/office/drawing/2014/main" id="{7DAC2655-7FD3-4492-9580-8A2A4BA1D0CC}"/>
              </a:ext>
            </a:extLst>
          </p:cNvPr>
          <p:cNvSpPr>
            <a:spLocks noGrp="1"/>
          </p:cNvSpPr>
          <p:nvPr/>
        </p:nvSpPr>
        <p:spPr>
          <a:xfrm>
            <a:off x="704850" y="3295650"/>
            <a:ext cx="6858000" cy="304800"/>
          </a:xfrm>
          <a:prstGeom prst="rect">
            <a:avLst/>
          </a:prstGeom>
          <a:noFill/>
          <a:ln w="0">
            <a:noFill/>
            <a:prstDash val="solid"/>
          </a:ln>
        </p:spPr>
        <p:txBody>
          <a:bodyPr wrap="square" lIns="0" tIns="0" rIns="0" bIns="0" anchor="ctr">
            <a:normAutofit/>
          </a:bodyPr>
          <a:lstStyle>
            <a:defPPr algn="l">
              <a:defRPr sz="1275" b="1">
                <a:solidFill>
                  <a:srgbClr val="91DCEC"/>
                </a:solidFill>
                <a:latin typeface="Arial"/>
                <a:ea typeface="Arial"/>
                <a:cs typeface="Arial"/>
              </a:defRPr>
            </a:defPPr>
            <a:lvl1pPr algn="l">
              <a:defRPr sz="1275" b="1">
                <a:solidFill>
                  <a:srgbClr val="91DCEC"/>
                </a:solidFill>
                <a:latin typeface="Arial"/>
                <a:ea typeface="Arial"/>
                <a:cs typeface="Arial"/>
              </a:defRPr>
            </a:lvl1pPr>
            <a:lvl2pPr algn="l">
              <a:defRPr sz="1275" b="1">
                <a:solidFill>
                  <a:srgbClr val="91DCEC"/>
                </a:solidFill>
                <a:latin typeface="Arial"/>
                <a:ea typeface="Arial"/>
                <a:cs typeface="Arial"/>
              </a:defRPr>
            </a:lvl2pPr>
            <a:lvl3pPr algn="l">
              <a:defRPr sz="1275" b="1">
                <a:solidFill>
                  <a:srgbClr val="91DCEC"/>
                </a:solidFill>
                <a:latin typeface="Arial"/>
                <a:ea typeface="Arial"/>
                <a:cs typeface="Arial"/>
              </a:defRPr>
            </a:lvl3pPr>
            <a:lvl4pPr algn="l">
              <a:defRPr sz="1275" b="1">
                <a:solidFill>
                  <a:srgbClr val="91DCEC"/>
                </a:solidFill>
                <a:latin typeface="Arial"/>
                <a:ea typeface="Arial"/>
                <a:cs typeface="Arial"/>
              </a:defRPr>
            </a:lvl4pPr>
            <a:lvl5pPr algn="l">
              <a:defRPr sz="1275" b="1">
                <a:solidFill>
                  <a:srgbClr val="91DCEC"/>
                </a:solidFill>
                <a:latin typeface="Arial"/>
                <a:ea typeface="Arial"/>
                <a:cs typeface="Arial"/>
              </a:defRPr>
            </a:lvl5pPr>
            <a:lvl6pPr algn="l">
              <a:defRPr sz="1275" b="1">
                <a:solidFill>
                  <a:srgbClr val="91DCEC"/>
                </a:solidFill>
                <a:latin typeface="Arial"/>
                <a:ea typeface="Arial"/>
                <a:cs typeface="Arial"/>
              </a:defRPr>
            </a:lvl6pPr>
            <a:lvl7pPr algn="l">
              <a:defRPr sz="1275" b="1">
                <a:solidFill>
                  <a:srgbClr val="91DCEC"/>
                </a:solidFill>
                <a:latin typeface="Arial"/>
                <a:ea typeface="Arial"/>
                <a:cs typeface="Arial"/>
              </a:defRPr>
            </a:lvl7pPr>
            <a:lvl8pPr algn="l">
              <a:defRPr sz="1275" b="1">
                <a:solidFill>
                  <a:srgbClr val="91DCEC"/>
                </a:solidFill>
                <a:latin typeface="Arial"/>
                <a:ea typeface="Arial"/>
                <a:cs typeface="Arial"/>
              </a:defRPr>
            </a:lvl8pPr>
            <a:lvl9pPr algn="l">
              <a:defRPr sz="1275" b="1">
                <a:solidFill>
                  <a:srgbClr val="91DCEC"/>
                </a:solidFill>
                <a:latin typeface="Arial"/>
                <a:ea typeface="Arial"/>
                <a:cs typeface="Arial"/>
              </a:defRPr>
            </a:lvl9pPr>
          </a:lstStyle>
          <a:p>
            <a:pPr algn="l">
              <a:lnSpc>
                <a:spcPct val="100000"/>
              </a:lnSpc>
              <a:buNone/>
              <a:defRPr sz="1275" b="1">
                <a:solidFill>
                  <a:srgbClr val="91DCEC"/>
                </a:solidFill>
                <a:latin typeface="Arial"/>
                <a:ea typeface="Arial"/>
                <a:cs typeface="Arial"/>
              </a:defRPr>
            </a:pPr>
            <a:r>
              <a:rPr sz="1275" b="1">
                <a:solidFill>
                  <a:srgbClr val="91DCEC"/>
                </a:solidFill>
                <a:latin typeface="Arial"/>
                <a:ea typeface="Arial"/>
                <a:cs typeface="Arial"/>
              </a:rPr>
              <a:t>MINOR PROJECT  ·  PROJECT SHOWCASE</a:t>
            </a:r>
          </a:p>
        </p:txBody>
      </p:sp>
      <p:sp>
        <p:nvSpPr>
          <p:cNvPr id="6" name="cover-presenter-divider">
            <a:extLst>
              <a:ext uri="{FF2B5EF4-FFF2-40B4-BE49-F238E27FC236}">
                <a16:creationId xmlns:a16="http://schemas.microsoft.com/office/drawing/2014/main" id="{DB567DB9-7BB0-42EB-9A9B-65A3957D0ED8}"/>
              </a:ext>
            </a:extLst>
          </p:cNvPr>
          <p:cNvSpPr>
            <a:spLocks noGrp="1"/>
          </p:cNvSpPr>
          <p:nvPr/>
        </p:nvSpPr>
        <p:spPr>
          <a:xfrm>
            <a:off x="704850" y="3781425"/>
            <a:ext cx="10782300" cy="9525"/>
          </a:xfrm>
          <a:prstGeom prst="rect">
            <a:avLst/>
          </a:prstGeom>
          <a:solidFill>
            <a:srgbClr val="34405A"/>
          </a:solidFill>
          <a:ln w="0">
            <a:noFill/>
            <a:prstDash val="solid"/>
          </a:ln>
        </p:spPr>
        <p:txBody>
          <a:bodyPr/>
          <a:lstStyle/>
          <a:p>
            <a:endParaRPr lang="en-IN"/>
          </a:p>
        </p:txBody>
      </p:sp>
      <p:sp>
        <p:nvSpPr>
          <p:cNvPr id="7" name="cover-presenter-one">
            <a:extLst>
              <a:ext uri="{FF2B5EF4-FFF2-40B4-BE49-F238E27FC236}">
                <a16:creationId xmlns:a16="http://schemas.microsoft.com/office/drawing/2014/main" id="{C78DE5EB-688B-4185-956B-EB40F5F75F19}"/>
              </a:ext>
            </a:extLst>
          </p:cNvPr>
          <p:cNvSpPr>
            <a:spLocks noGrp="1"/>
          </p:cNvSpPr>
          <p:nvPr/>
        </p:nvSpPr>
        <p:spPr>
          <a:xfrm>
            <a:off x="704850" y="3971925"/>
            <a:ext cx="4762500" cy="333375"/>
          </a:xfrm>
          <a:prstGeom prst="rect">
            <a:avLst/>
          </a:prstGeom>
          <a:noFill/>
          <a:ln w="0">
            <a:noFill/>
            <a:prstDash val="solid"/>
          </a:ln>
        </p:spPr>
        <p:txBody>
          <a:bodyPr wrap="square" lIns="0" tIns="0" rIns="0" bIns="0" anchor="ctr">
            <a:normAutofit/>
          </a:bodyPr>
          <a:lstStyle>
            <a:defPPr algn="l">
              <a:defRPr sz="1875" b="1">
                <a:solidFill>
                  <a:srgbClr val="F2F2F5"/>
                </a:solidFill>
                <a:latin typeface="Arial"/>
                <a:ea typeface="Arial"/>
                <a:cs typeface="Arial"/>
              </a:defRPr>
            </a:defPPr>
            <a:lvl1pPr algn="l">
              <a:defRPr sz="1875" b="1">
                <a:solidFill>
                  <a:srgbClr val="F2F2F5"/>
                </a:solidFill>
                <a:latin typeface="Arial"/>
                <a:ea typeface="Arial"/>
                <a:cs typeface="Arial"/>
              </a:defRPr>
            </a:lvl1pPr>
            <a:lvl2pPr algn="l">
              <a:defRPr sz="1875" b="1">
                <a:solidFill>
                  <a:srgbClr val="F2F2F5"/>
                </a:solidFill>
                <a:latin typeface="Arial"/>
                <a:ea typeface="Arial"/>
                <a:cs typeface="Arial"/>
              </a:defRPr>
            </a:lvl2pPr>
            <a:lvl3pPr algn="l">
              <a:defRPr sz="1875" b="1">
                <a:solidFill>
                  <a:srgbClr val="F2F2F5"/>
                </a:solidFill>
                <a:latin typeface="Arial"/>
                <a:ea typeface="Arial"/>
                <a:cs typeface="Arial"/>
              </a:defRPr>
            </a:lvl3pPr>
            <a:lvl4pPr algn="l">
              <a:defRPr sz="1875" b="1">
                <a:solidFill>
                  <a:srgbClr val="F2F2F5"/>
                </a:solidFill>
                <a:latin typeface="Arial"/>
                <a:ea typeface="Arial"/>
                <a:cs typeface="Arial"/>
              </a:defRPr>
            </a:lvl4pPr>
            <a:lvl5pPr algn="l">
              <a:defRPr sz="1875" b="1">
                <a:solidFill>
                  <a:srgbClr val="F2F2F5"/>
                </a:solidFill>
                <a:latin typeface="Arial"/>
                <a:ea typeface="Arial"/>
                <a:cs typeface="Arial"/>
              </a:defRPr>
            </a:lvl5pPr>
            <a:lvl6pPr algn="l">
              <a:defRPr sz="1875" b="1">
                <a:solidFill>
                  <a:srgbClr val="F2F2F5"/>
                </a:solidFill>
                <a:latin typeface="Arial"/>
                <a:ea typeface="Arial"/>
                <a:cs typeface="Arial"/>
              </a:defRPr>
            </a:lvl6pPr>
            <a:lvl7pPr algn="l">
              <a:defRPr sz="1875" b="1">
                <a:solidFill>
                  <a:srgbClr val="F2F2F5"/>
                </a:solidFill>
                <a:latin typeface="Arial"/>
                <a:ea typeface="Arial"/>
                <a:cs typeface="Arial"/>
              </a:defRPr>
            </a:lvl7pPr>
            <a:lvl8pPr algn="l">
              <a:defRPr sz="1875" b="1">
                <a:solidFill>
                  <a:srgbClr val="F2F2F5"/>
                </a:solidFill>
                <a:latin typeface="Arial"/>
                <a:ea typeface="Arial"/>
                <a:cs typeface="Arial"/>
              </a:defRPr>
            </a:lvl8pPr>
            <a:lvl9pPr algn="l">
              <a:defRPr sz="1875" b="1">
                <a:solidFill>
                  <a:srgbClr val="F2F2F5"/>
                </a:solidFill>
                <a:latin typeface="Arial"/>
                <a:ea typeface="Arial"/>
                <a:cs typeface="Arial"/>
              </a:defRPr>
            </a:lvl9pPr>
          </a:lstStyle>
          <a:p>
            <a:pPr algn="l">
              <a:lnSpc>
                <a:spcPct val="100000"/>
              </a:lnSpc>
              <a:buNone/>
              <a:defRPr sz="1875" b="1">
                <a:solidFill>
                  <a:srgbClr val="F2F2F5"/>
                </a:solidFill>
                <a:latin typeface="Arial"/>
                <a:ea typeface="Arial"/>
                <a:cs typeface="Arial"/>
              </a:defRPr>
            </a:pPr>
            <a:r>
              <a:rPr sz="1875" b="1">
                <a:solidFill>
                  <a:srgbClr val="F2F2F5"/>
                </a:solidFill>
                <a:latin typeface="Arial"/>
                <a:ea typeface="Arial"/>
                <a:cs typeface="Arial"/>
              </a:rPr>
              <a:t>Aryaman Chaudhary</a:t>
            </a:r>
          </a:p>
        </p:txBody>
      </p:sp>
      <p:sp>
        <p:nvSpPr>
          <p:cNvPr id="8" name="cover-reg-one">
            <a:extLst>
              <a:ext uri="{FF2B5EF4-FFF2-40B4-BE49-F238E27FC236}">
                <a16:creationId xmlns:a16="http://schemas.microsoft.com/office/drawing/2014/main" id="{2DC69AD1-182A-4E2F-9506-D37933F03819}"/>
              </a:ext>
            </a:extLst>
          </p:cNvPr>
          <p:cNvSpPr>
            <a:spLocks noGrp="1"/>
          </p:cNvSpPr>
          <p:nvPr/>
        </p:nvSpPr>
        <p:spPr>
          <a:xfrm>
            <a:off x="704850" y="4324350"/>
            <a:ext cx="4762500" cy="276225"/>
          </a:xfrm>
          <a:prstGeom prst="rect">
            <a:avLst/>
          </a:prstGeom>
          <a:noFill/>
          <a:ln w="0">
            <a:noFill/>
            <a:prstDash val="solid"/>
          </a:ln>
        </p:spPr>
        <p:txBody>
          <a:bodyPr wrap="square" lIns="0" tIns="0" rIns="0" bIns="0" anchor="ctr">
            <a:normAutofit/>
          </a:bodyPr>
          <a:lstStyle>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a:pPr algn="l">
              <a:lnSpc>
                <a:spcPct val="100000"/>
              </a:lnSpc>
              <a:buNone/>
              <a:defRPr sz="1425" b="0">
                <a:solidFill>
                  <a:srgbClr val="C9C9D4"/>
                </a:solidFill>
                <a:latin typeface="Arial"/>
                <a:ea typeface="Arial"/>
                <a:cs typeface="Arial"/>
              </a:defRPr>
            </a:pPr>
            <a:r>
              <a:rPr sz="1425" b="0">
                <a:solidFill>
                  <a:srgbClr val="C9C9D4"/>
                </a:solidFill>
                <a:latin typeface="Arial"/>
                <a:ea typeface="Arial"/>
                <a:cs typeface="Arial"/>
              </a:rPr>
              <a:t>RA2311030010222</a:t>
            </a:r>
          </a:p>
        </p:txBody>
      </p:sp>
      <p:sp>
        <p:nvSpPr>
          <p:cNvPr id="9" name="cover-presenter-two">
            <a:extLst>
              <a:ext uri="{FF2B5EF4-FFF2-40B4-BE49-F238E27FC236}">
                <a16:creationId xmlns:a16="http://schemas.microsoft.com/office/drawing/2014/main" id="{82F5D718-8739-4E3E-A8CC-7FB820974679}"/>
              </a:ext>
            </a:extLst>
          </p:cNvPr>
          <p:cNvSpPr>
            <a:spLocks noGrp="1"/>
          </p:cNvSpPr>
          <p:nvPr/>
        </p:nvSpPr>
        <p:spPr>
          <a:xfrm>
            <a:off x="6191250" y="3971925"/>
            <a:ext cx="4762500" cy="333375"/>
          </a:xfrm>
          <a:prstGeom prst="rect">
            <a:avLst/>
          </a:prstGeom>
          <a:noFill/>
          <a:ln w="0">
            <a:noFill/>
            <a:prstDash val="solid"/>
          </a:ln>
        </p:spPr>
        <p:txBody>
          <a:bodyPr wrap="square" lIns="0" tIns="0" rIns="0" bIns="0" anchor="ctr">
            <a:normAutofit/>
          </a:bodyPr>
          <a:lstStyle>
            <a:defPPr algn="l">
              <a:defRPr sz="1875" b="1">
                <a:solidFill>
                  <a:srgbClr val="F2F2F5"/>
                </a:solidFill>
                <a:latin typeface="Arial"/>
                <a:ea typeface="Arial"/>
                <a:cs typeface="Arial"/>
              </a:defRPr>
            </a:defPPr>
            <a:lvl1pPr algn="l">
              <a:defRPr sz="1875" b="1">
                <a:solidFill>
                  <a:srgbClr val="F2F2F5"/>
                </a:solidFill>
                <a:latin typeface="Arial"/>
                <a:ea typeface="Arial"/>
                <a:cs typeface="Arial"/>
              </a:defRPr>
            </a:lvl1pPr>
            <a:lvl2pPr algn="l">
              <a:defRPr sz="1875" b="1">
                <a:solidFill>
                  <a:srgbClr val="F2F2F5"/>
                </a:solidFill>
                <a:latin typeface="Arial"/>
                <a:ea typeface="Arial"/>
                <a:cs typeface="Arial"/>
              </a:defRPr>
            </a:lvl2pPr>
            <a:lvl3pPr algn="l">
              <a:defRPr sz="1875" b="1">
                <a:solidFill>
                  <a:srgbClr val="F2F2F5"/>
                </a:solidFill>
                <a:latin typeface="Arial"/>
                <a:ea typeface="Arial"/>
                <a:cs typeface="Arial"/>
              </a:defRPr>
            </a:lvl3pPr>
            <a:lvl4pPr algn="l">
              <a:defRPr sz="1875" b="1">
                <a:solidFill>
                  <a:srgbClr val="F2F2F5"/>
                </a:solidFill>
                <a:latin typeface="Arial"/>
                <a:ea typeface="Arial"/>
                <a:cs typeface="Arial"/>
              </a:defRPr>
            </a:lvl4pPr>
            <a:lvl5pPr algn="l">
              <a:defRPr sz="1875" b="1">
                <a:solidFill>
                  <a:srgbClr val="F2F2F5"/>
                </a:solidFill>
                <a:latin typeface="Arial"/>
                <a:ea typeface="Arial"/>
                <a:cs typeface="Arial"/>
              </a:defRPr>
            </a:lvl5pPr>
            <a:lvl6pPr algn="l">
              <a:defRPr sz="1875" b="1">
                <a:solidFill>
                  <a:srgbClr val="F2F2F5"/>
                </a:solidFill>
                <a:latin typeface="Arial"/>
                <a:ea typeface="Arial"/>
                <a:cs typeface="Arial"/>
              </a:defRPr>
            </a:lvl6pPr>
            <a:lvl7pPr algn="l">
              <a:defRPr sz="1875" b="1">
                <a:solidFill>
                  <a:srgbClr val="F2F2F5"/>
                </a:solidFill>
                <a:latin typeface="Arial"/>
                <a:ea typeface="Arial"/>
                <a:cs typeface="Arial"/>
              </a:defRPr>
            </a:lvl7pPr>
            <a:lvl8pPr algn="l">
              <a:defRPr sz="1875" b="1">
                <a:solidFill>
                  <a:srgbClr val="F2F2F5"/>
                </a:solidFill>
                <a:latin typeface="Arial"/>
                <a:ea typeface="Arial"/>
                <a:cs typeface="Arial"/>
              </a:defRPr>
            </a:lvl8pPr>
            <a:lvl9pPr algn="l">
              <a:defRPr sz="1875" b="1">
                <a:solidFill>
                  <a:srgbClr val="F2F2F5"/>
                </a:solidFill>
                <a:latin typeface="Arial"/>
                <a:ea typeface="Arial"/>
                <a:cs typeface="Arial"/>
              </a:defRPr>
            </a:lvl9pPr>
          </a:lstStyle>
          <a:p>
            <a:pPr algn="l">
              <a:lnSpc>
                <a:spcPct val="100000"/>
              </a:lnSpc>
              <a:buNone/>
              <a:defRPr sz="1875" b="1">
                <a:solidFill>
                  <a:srgbClr val="F2F2F5"/>
                </a:solidFill>
                <a:latin typeface="Arial"/>
                <a:ea typeface="Arial"/>
                <a:cs typeface="Arial"/>
              </a:defRPr>
            </a:pPr>
            <a:r>
              <a:rPr sz="1875" b="1">
                <a:solidFill>
                  <a:srgbClr val="F2F2F5"/>
                </a:solidFill>
                <a:latin typeface="Arial"/>
                <a:ea typeface="Arial"/>
                <a:cs typeface="Arial"/>
              </a:rPr>
              <a:t>Anisha Sawant</a:t>
            </a:r>
          </a:p>
        </p:txBody>
      </p:sp>
      <p:sp>
        <p:nvSpPr>
          <p:cNvPr id="10" name="cover-reg-two">
            <a:extLst>
              <a:ext uri="{FF2B5EF4-FFF2-40B4-BE49-F238E27FC236}">
                <a16:creationId xmlns:a16="http://schemas.microsoft.com/office/drawing/2014/main" id="{ED3DF6F7-53C4-476C-AD60-C19D8DE94E3C}"/>
              </a:ext>
            </a:extLst>
          </p:cNvPr>
          <p:cNvSpPr>
            <a:spLocks noGrp="1"/>
          </p:cNvSpPr>
          <p:nvPr/>
        </p:nvSpPr>
        <p:spPr>
          <a:xfrm>
            <a:off x="6191250" y="4324350"/>
            <a:ext cx="4762500" cy="276225"/>
          </a:xfrm>
          <a:prstGeom prst="rect">
            <a:avLst/>
          </a:prstGeom>
          <a:noFill/>
          <a:ln w="0">
            <a:noFill/>
            <a:prstDash val="solid"/>
          </a:ln>
        </p:spPr>
        <p:txBody>
          <a:bodyPr wrap="square" lIns="0" tIns="0" rIns="0" bIns="0" anchor="ctr">
            <a:normAutofit/>
          </a:bodyPr>
          <a:lstStyle>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a:pPr algn="l">
              <a:lnSpc>
                <a:spcPct val="100000"/>
              </a:lnSpc>
              <a:buNone/>
              <a:defRPr sz="1425" b="0">
                <a:solidFill>
                  <a:srgbClr val="C9C9D4"/>
                </a:solidFill>
                <a:latin typeface="Arial"/>
                <a:ea typeface="Arial"/>
                <a:cs typeface="Arial"/>
              </a:defRPr>
            </a:pPr>
            <a:r>
              <a:rPr sz="1425" b="0">
                <a:solidFill>
                  <a:srgbClr val="C9C9D4"/>
                </a:solidFill>
                <a:latin typeface="Arial"/>
                <a:ea typeface="Arial"/>
                <a:cs typeface="Arial"/>
              </a:rPr>
              <a:t>RA2312703010021</a:t>
            </a:r>
          </a:p>
        </p:txBody>
      </p:sp>
      <p:sp>
        <p:nvSpPr>
          <p:cNvPr id="11" name="cover-department">
            <a:extLst>
              <a:ext uri="{FF2B5EF4-FFF2-40B4-BE49-F238E27FC236}">
                <a16:creationId xmlns:a16="http://schemas.microsoft.com/office/drawing/2014/main" id="{F0C08547-9CAA-401D-90C1-E02AAF2EC081}"/>
              </a:ext>
            </a:extLst>
          </p:cNvPr>
          <p:cNvSpPr>
            <a:spLocks noGrp="1"/>
          </p:cNvSpPr>
          <p:nvPr/>
        </p:nvSpPr>
        <p:spPr>
          <a:xfrm>
            <a:off x="704850" y="5029200"/>
            <a:ext cx="8572500" cy="266700"/>
          </a:xfrm>
          <a:prstGeom prst="rect">
            <a:avLst/>
          </a:prstGeom>
          <a:noFill/>
          <a:ln w="0">
            <a:noFill/>
            <a:prstDash val="solid"/>
          </a:ln>
        </p:spPr>
        <p:txBody>
          <a:bodyPr wrap="square" lIns="0" tIns="0" rIns="0" bIns="0" anchor="ctr">
            <a:normAutofit/>
          </a:bodyPr>
          <a:lstStyle>
            <a:defPPr algn="l">
              <a:defRPr sz="1425" b="0">
                <a:solidFill>
                  <a:srgbClr val="D4DDF1"/>
                </a:solidFill>
                <a:latin typeface="Arial"/>
                <a:ea typeface="Arial"/>
                <a:cs typeface="Arial"/>
              </a:defRPr>
            </a:defPPr>
            <a:lvl1pPr algn="l">
              <a:defRPr sz="1425" b="0">
                <a:solidFill>
                  <a:srgbClr val="D4DDF1"/>
                </a:solidFill>
                <a:latin typeface="Arial"/>
                <a:ea typeface="Arial"/>
                <a:cs typeface="Arial"/>
              </a:defRPr>
            </a:lvl1pPr>
            <a:lvl2pPr algn="l">
              <a:defRPr sz="1425" b="0">
                <a:solidFill>
                  <a:srgbClr val="D4DDF1"/>
                </a:solidFill>
                <a:latin typeface="Arial"/>
                <a:ea typeface="Arial"/>
                <a:cs typeface="Arial"/>
              </a:defRPr>
            </a:lvl2pPr>
            <a:lvl3pPr algn="l">
              <a:defRPr sz="1425" b="0">
                <a:solidFill>
                  <a:srgbClr val="D4DDF1"/>
                </a:solidFill>
                <a:latin typeface="Arial"/>
                <a:ea typeface="Arial"/>
                <a:cs typeface="Arial"/>
              </a:defRPr>
            </a:lvl3pPr>
            <a:lvl4pPr algn="l">
              <a:defRPr sz="1425" b="0">
                <a:solidFill>
                  <a:srgbClr val="D4DDF1"/>
                </a:solidFill>
                <a:latin typeface="Arial"/>
                <a:ea typeface="Arial"/>
                <a:cs typeface="Arial"/>
              </a:defRPr>
            </a:lvl4pPr>
            <a:lvl5pPr algn="l">
              <a:defRPr sz="1425" b="0">
                <a:solidFill>
                  <a:srgbClr val="D4DDF1"/>
                </a:solidFill>
                <a:latin typeface="Arial"/>
                <a:ea typeface="Arial"/>
                <a:cs typeface="Arial"/>
              </a:defRPr>
            </a:lvl5pPr>
            <a:lvl6pPr algn="l">
              <a:defRPr sz="1425" b="0">
                <a:solidFill>
                  <a:srgbClr val="D4DDF1"/>
                </a:solidFill>
                <a:latin typeface="Arial"/>
                <a:ea typeface="Arial"/>
                <a:cs typeface="Arial"/>
              </a:defRPr>
            </a:lvl6pPr>
            <a:lvl7pPr algn="l">
              <a:defRPr sz="1425" b="0">
                <a:solidFill>
                  <a:srgbClr val="D4DDF1"/>
                </a:solidFill>
                <a:latin typeface="Arial"/>
                <a:ea typeface="Arial"/>
                <a:cs typeface="Arial"/>
              </a:defRPr>
            </a:lvl7pPr>
            <a:lvl8pPr algn="l">
              <a:defRPr sz="1425" b="0">
                <a:solidFill>
                  <a:srgbClr val="D4DDF1"/>
                </a:solidFill>
                <a:latin typeface="Arial"/>
                <a:ea typeface="Arial"/>
                <a:cs typeface="Arial"/>
              </a:defRPr>
            </a:lvl8pPr>
            <a:lvl9pPr algn="l">
              <a:defRPr sz="1425" b="0">
                <a:solidFill>
                  <a:srgbClr val="D4DDF1"/>
                </a:solidFill>
                <a:latin typeface="Arial"/>
                <a:ea typeface="Arial"/>
                <a:cs typeface="Arial"/>
              </a:defRPr>
            </a:lvl9pPr>
          </a:lstStyle>
          <a:p>
            <a:pPr algn="l">
              <a:lnSpc>
                <a:spcPct val="100000"/>
              </a:lnSpc>
              <a:buNone/>
              <a:defRPr sz="1425" b="0">
                <a:solidFill>
                  <a:srgbClr val="D4DDF1"/>
                </a:solidFill>
                <a:latin typeface="Arial"/>
                <a:ea typeface="Arial"/>
                <a:cs typeface="Arial"/>
              </a:defRPr>
            </a:pPr>
            <a:r>
              <a:rPr sz="1425" b="0">
                <a:solidFill>
                  <a:srgbClr val="D4DDF1"/>
                </a:solidFill>
                <a:latin typeface="Arial"/>
                <a:ea typeface="Arial"/>
                <a:cs typeface="Arial"/>
              </a:rPr>
              <a:t>Department of Networking and Communication</a:t>
            </a:r>
          </a:p>
        </p:txBody>
      </p:sp>
    </p:spTree>
    <p:extLst>
      <p:ext uri="{BB962C8B-B14F-4D97-AF65-F5344CB8AC3E}">
        <p14:creationId xmlns:p14="http://schemas.microsoft.com/office/powerpoint/2010/main" val="765554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3" name="slide-2-title">
            <a:extLst>
              <a:ext uri="{FF2B5EF4-FFF2-40B4-BE49-F238E27FC236}">
                <a16:creationId xmlns:a16="http://schemas.microsoft.com/office/drawing/2014/main" id="{D8A811DA-BE1D-46F9-BD98-33AB57643008}"/>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CyberLens at a glance</a:t>
            </a:r>
          </a:p>
        </p:txBody>
      </p:sp>
      <p:sp>
        <p:nvSpPr>
          <p:cNvPr id="2" name="slide-2-accent-blue">
            <a:extLst>
              <a:ext uri="{FF2B5EF4-FFF2-40B4-BE49-F238E27FC236}">
                <a16:creationId xmlns:a16="http://schemas.microsoft.com/office/drawing/2014/main" id="{ABB4A864-06FE-4AB7-8964-80B1BFF7B146}"/>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2-accent-iris">
            <a:extLst>
              <a:ext uri="{FF2B5EF4-FFF2-40B4-BE49-F238E27FC236}">
                <a16:creationId xmlns:a16="http://schemas.microsoft.com/office/drawing/2014/main" id="{E2171C28-406E-4750-81A8-302AA2013103}"/>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2-subtitle">
            <a:extLst>
              <a:ext uri="{FF2B5EF4-FFF2-40B4-BE49-F238E27FC236}">
                <a16:creationId xmlns:a16="http://schemas.microsoft.com/office/drawing/2014/main" id="{10AD3C60-673B-47DF-865A-18016CF86690}"/>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A local workspace for authorized, evidence-led security analysis.</a:t>
            </a:r>
          </a:p>
        </p:txBody>
      </p:sp>
      <p:sp>
        <p:nvSpPr>
          <p:cNvPr id="5" name="slide-2-footer-rule">
            <a:extLst>
              <a:ext uri="{FF2B5EF4-FFF2-40B4-BE49-F238E27FC236}">
                <a16:creationId xmlns:a16="http://schemas.microsoft.com/office/drawing/2014/main" id="{E873C1DE-A641-42F6-BED2-8DBC2C2FF47D}"/>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2-footer">
            <a:extLst>
              <a:ext uri="{FF2B5EF4-FFF2-40B4-BE49-F238E27FC236}">
                <a16:creationId xmlns:a16="http://schemas.microsoft.com/office/drawing/2014/main" id="{773F17EF-5ADE-40DD-BF87-D98E8C61CE56}"/>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2-page">
            <a:extLst>
              <a:ext uri="{FF2B5EF4-FFF2-40B4-BE49-F238E27FC236}">
                <a16:creationId xmlns:a16="http://schemas.microsoft.com/office/drawing/2014/main" id="{3564F947-45E4-43F4-95C3-6C0DFD64DF7A}"/>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02</a:t>
            </a:r>
          </a:p>
        </p:txBody>
      </p:sp>
      <p:sp>
        <p:nvSpPr>
          <p:cNvPr id="8" name="overview-01-number">
            <a:extLst>
              <a:ext uri="{FF2B5EF4-FFF2-40B4-BE49-F238E27FC236}">
                <a16:creationId xmlns:a16="http://schemas.microsoft.com/office/drawing/2014/main" id="{17CBC035-2D42-460C-B86C-439673E074A3}"/>
              </a:ext>
            </a:extLst>
          </p:cNvPr>
          <p:cNvSpPr>
            <a:spLocks noGrp="1"/>
          </p:cNvSpPr>
          <p:nvPr/>
        </p:nvSpPr>
        <p:spPr>
          <a:xfrm>
            <a:off x="704850" y="1962150"/>
            <a:ext cx="647700" cy="419100"/>
          </a:xfrm>
          <a:prstGeom prst="rect">
            <a:avLst/>
          </a:prstGeom>
          <a:noFill/>
          <a:ln w="0">
            <a:noFill/>
            <a:prstDash val="solid"/>
          </a:ln>
        </p:spPr>
        <p:txBody>
          <a:bodyPr wrap="square" lIns="0" tIns="0" rIns="0" bIns="0" anchor="ctr">
            <a:normAutofit/>
          </a:bodyPr>
          <a:lstStyle>
            <a:defPPr algn="l">
              <a:defRPr sz="2325" b="1">
                <a:solidFill>
                  <a:srgbClr val="8B7CF6"/>
                </a:solidFill>
                <a:latin typeface="Arial"/>
                <a:ea typeface="Arial"/>
                <a:cs typeface="Arial"/>
              </a:defRPr>
            </a:defPPr>
            <a:lvl1pPr algn="l">
              <a:defRPr sz="2325" b="1">
                <a:solidFill>
                  <a:srgbClr val="8B7CF6"/>
                </a:solidFill>
                <a:latin typeface="Arial"/>
                <a:ea typeface="Arial"/>
                <a:cs typeface="Arial"/>
              </a:defRPr>
            </a:lvl1pPr>
            <a:lvl2pPr algn="l">
              <a:defRPr sz="2325" b="1">
                <a:solidFill>
                  <a:srgbClr val="8B7CF6"/>
                </a:solidFill>
                <a:latin typeface="Arial"/>
                <a:ea typeface="Arial"/>
                <a:cs typeface="Arial"/>
              </a:defRPr>
            </a:lvl2pPr>
            <a:lvl3pPr algn="l">
              <a:defRPr sz="2325" b="1">
                <a:solidFill>
                  <a:srgbClr val="8B7CF6"/>
                </a:solidFill>
                <a:latin typeface="Arial"/>
                <a:ea typeface="Arial"/>
                <a:cs typeface="Arial"/>
              </a:defRPr>
            </a:lvl3pPr>
            <a:lvl4pPr algn="l">
              <a:defRPr sz="2325" b="1">
                <a:solidFill>
                  <a:srgbClr val="8B7CF6"/>
                </a:solidFill>
                <a:latin typeface="Arial"/>
                <a:ea typeface="Arial"/>
                <a:cs typeface="Arial"/>
              </a:defRPr>
            </a:lvl4pPr>
            <a:lvl5pPr algn="l">
              <a:defRPr sz="2325" b="1">
                <a:solidFill>
                  <a:srgbClr val="8B7CF6"/>
                </a:solidFill>
                <a:latin typeface="Arial"/>
                <a:ea typeface="Arial"/>
                <a:cs typeface="Arial"/>
              </a:defRPr>
            </a:lvl5pPr>
            <a:lvl6pPr algn="l">
              <a:defRPr sz="2325" b="1">
                <a:solidFill>
                  <a:srgbClr val="8B7CF6"/>
                </a:solidFill>
                <a:latin typeface="Arial"/>
                <a:ea typeface="Arial"/>
                <a:cs typeface="Arial"/>
              </a:defRPr>
            </a:lvl6pPr>
            <a:lvl7pPr algn="l">
              <a:defRPr sz="2325" b="1">
                <a:solidFill>
                  <a:srgbClr val="8B7CF6"/>
                </a:solidFill>
                <a:latin typeface="Arial"/>
                <a:ea typeface="Arial"/>
                <a:cs typeface="Arial"/>
              </a:defRPr>
            </a:lvl7pPr>
            <a:lvl8pPr algn="l">
              <a:defRPr sz="2325" b="1">
                <a:solidFill>
                  <a:srgbClr val="8B7CF6"/>
                </a:solidFill>
                <a:latin typeface="Arial"/>
                <a:ea typeface="Arial"/>
                <a:cs typeface="Arial"/>
              </a:defRPr>
            </a:lvl8pPr>
            <a:lvl9pPr algn="l">
              <a:defRPr sz="2325" b="1">
                <a:solidFill>
                  <a:srgbClr val="8B7CF6"/>
                </a:solidFill>
                <a:latin typeface="Arial"/>
                <a:ea typeface="Arial"/>
                <a:cs typeface="Arial"/>
              </a:defRPr>
            </a:lvl9pPr>
          </a:lstStyle>
          <a:p>
            <a:pPr algn="l">
              <a:lnSpc>
                <a:spcPct val="100000"/>
              </a:lnSpc>
              <a:buNone/>
              <a:defRPr sz="2325" b="1">
                <a:solidFill>
                  <a:srgbClr val="8B7CF6"/>
                </a:solidFill>
                <a:latin typeface="Arial"/>
                <a:ea typeface="Arial"/>
                <a:cs typeface="Arial"/>
              </a:defRPr>
            </a:pPr>
            <a:r>
              <a:rPr sz="2325" b="1">
                <a:solidFill>
                  <a:srgbClr val="8B7CF6"/>
                </a:solidFill>
                <a:latin typeface="Arial"/>
                <a:ea typeface="Arial"/>
                <a:cs typeface="Arial"/>
              </a:rPr>
              <a:t>01</a:t>
            </a:r>
          </a:p>
        </p:txBody>
      </p:sp>
      <p:sp>
        <p:nvSpPr>
          <p:cNvPr id="9" name="overview-01-heading">
            <a:extLst>
              <a:ext uri="{FF2B5EF4-FFF2-40B4-BE49-F238E27FC236}">
                <a16:creationId xmlns:a16="http://schemas.microsoft.com/office/drawing/2014/main" id="{8C50A59A-AC8C-45B0-8D5E-ED7232BE4A70}"/>
              </a:ext>
            </a:extLst>
          </p:cNvPr>
          <p:cNvSpPr>
            <a:spLocks noGrp="1"/>
          </p:cNvSpPr>
          <p:nvPr/>
        </p:nvSpPr>
        <p:spPr>
          <a:xfrm>
            <a:off x="1428750" y="1962150"/>
            <a:ext cx="5619750" cy="323850"/>
          </a:xfrm>
          <a:prstGeom prst="rect">
            <a:avLst/>
          </a:prstGeom>
          <a:noFill/>
          <a:ln w="0">
            <a:noFill/>
            <a:prstDash val="solid"/>
          </a:ln>
        </p:spPr>
        <p:txBody>
          <a:bodyPr wrap="square" lIns="0" tIns="0" rIns="0" bIns="0" anchor="ctr">
            <a:normAutofit/>
          </a:bodyPr>
          <a:lstStyle>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Asset-linked investigations</a:t>
            </a:r>
          </a:p>
        </p:txBody>
      </p:sp>
      <p:sp>
        <p:nvSpPr>
          <p:cNvPr id="10" name="overview-01-body">
            <a:extLst>
              <a:ext uri="{FF2B5EF4-FFF2-40B4-BE49-F238E27FC236}">
                <a16:creationId xmlns:a16="http://schemas.microsoft.com/office/drawing/2014/main" id="{0F33D557-ACA8-4B83-993E-1B865B2BBC73}"/>
              </a:ext>
            </a:extLst>
          </p:cNvPr>
          <p:cNvSpPr>
            <a:spLocks noGrp="1"/>
          </p:cNvSpPr>
          <p:nvPr/>
        </p:nvSpPr>
        <p:spPr>
          <a:xfrm>
            <a:off x="1428750" y="2324100"/>
            <a:ext cx="5715000" cy="571500"/>
          </a:xfrm>
          <a:prstGeom prst="rect">
            <a:avLst/>
          </a:prstGeom>
          <a:noFill/>
          <a:ln w="0">
            <a:noFill/>
            <a:prstDash val="solid"/>
          </a:ln>
        </p:spPr>
        <p:txBody>
          <a:bodyPr wrap="square" lIns="0" tIns="0" rIns="0" bIns="0" anchor="t">
            <a:normAutofit/>
          </a:bodyPr>
          <a:lstStyle>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Organize domains, IPs, URLs, emails, applications, and software components.</a:t>
            </a:r>
          </a:p>
        </p:txBody>
      </p:sp>
      <p:sp>
        <p:nvSpPr>
          <p:cNvPr id="11" name="overview-01-rule">
            <a:extLst>
              <a:ext uri="{FF2B5EF4-FFF2-40B4-BE49-F238E27FC236}">
                <a16:creationId xmlns:a16="http://schemas.microsoft.com/office/drawing/2014/main" id="{1ABC02FA-AFF0-4D59-93C2-5A38370F0C53}"/>
              </a:ext>
            </a:extLst>
          </p:cNvPr>
          <p:cNvSpPr>
            <a:spLocks noGrp="1"/>
          </p:cNvSpPr>
          <p:nvPr/>
        </p:nvSpPr>
        <p:spPr>
          <a:xfrm>
            <a:off x="1428750" y="2990850"/>
            <a:ext cx="5429250" cy="9525"/>
          </a:xfrm>
          <a:prstGeom prst="rect">
            <a:avLst/>
          </a:prstGeom>
          <a:solidFill>
            <a:srgbClr val="2A2A38"/>
          </a:solidFill>
          <a:ln w="0">
            <a:noFill/>
            <a:prstDash val="solid"/>
          </a:ln>
        </p:spPr>
        <p:txBody>
          <a:bodyPr/>
          <a:lstStyle/>
          <a:p>
            <a:endParaRPr lang="en-IN"/>
          </a:p>
        </p:txBody>
      </p:sp>
      <p:sp>
        <p:nvSpPr>
          <p:cNvPr id="12" name="overview-02-number">
            <a:extLst>
              <a:ext uri="{FF2B5EF4-FFF2-40B4-BE49-F238E27FC236}">
                <a16:creationId xmlns:a16="http://schemas.microsoft.com/office/drawing/2014/main" id="{5A7262C8-4472-4B42-A031-9129BB312A16}"/>
              </a:ext>
            </a:extLst>
          </p:cNvPr>
          <p:cNvSpPr>
            <a:spLocks noGrp="1"/>
          </p:cNvSpPr>
          <p:nvPr/>
        </p:nvSpPr>
        <p:spPr>
          <a:xfrm>
            <a:off x="704850" y="3228975"/>
            <a:ext cx="647700" cy="419100"/>
          </a:xfrm>
          <a:prstGeom prst="rect">
            <a:avLst/>
          </a:prstGeom>
          <a:noFill/>
          <a:ln w="0">
            <a:noFill/>
            <a:prstDash val="solid"/>
          </a:ln>
        </p:spPr>
        <p:txBody>
          <a:bodyPr wrap="square" lIns="0" tIns="0" rIns="0" bIns="0" anchor="ctr">
            <a:normAutofit/>
          </a:bodyPr>
          <a:lstStyle>
            <a:defPPr algn="l">
              <a:defRPr sz="2325" b="1">
                <a:solidFill>
                  <a:srgbClr val="8B7CF6"/>
                </a:solidFill>
                <a:latin typeface="Arial"/>
                <a:ea typeface="Arial"/>
                <a:cs typeface="Arial"/>
              </a:defRPr>
            </a:defPPr>
            <a:lvl1pPr algn="l">
              <a:defRPr sz="2325" b="1">
                <a:solidFill>
                  <a:srgbClr val="8B7CF6"/>
                </a:solidFill>
                <a:latin typeface="Arial"/>
                <a:ea typeface="Arial"/>
                <a:cs typeface="Arial"/>
              </a:defRPr>
            </a:lvl1pPr>
            <a:lvl2pPr algn="l">
              <a:defRPr sz="2325" b="1">
                <a:solidFill>
                  <a:srgbClr val="8B7CF6"/>
                </a:solidFill>
                <a:latin typeface="Arial"/>
                <a:ea typeface="Arial"/>
                <a:cs typeface="Arial"/>
              </a:defRPr>
            </a:lvl2pPr>
            <a:lvl3pPr algn="l">
              <a:defRPr sz="2325" b="1">
                <a:solidFill>
                  <a:srgbClr val="8B7CF6"/>
                </a:solidFill>
                <a:latin typeface="Arial"/>
                <a:ea typeface="Arial"/>
                <a:cs typeface="Arial"/>
              </a:defRPr>
            </a:lvl3pPr>
            <a:lvl4pPr algn="l">
              <a:defRPr sz="2325" b="1">
                <a:solidFill>
                  <a:srgbClr val="8B7CF6"/>
                </a:solidFill>
                <a:latin typeface="Arial"/>
                <a:ea typeface="Arial"/>
                <a:cs typeface="Arial"/>
              </a:defRPr>
            </a:lvl4pPr>
            <a:lvl5pPr algn="l">
              <a:defRPr sz="2325" b="1">
                <a:solidFill>
                  <a:srgbClr val="8B7CF6"/>
                </a:solidFill>
                <a:latin typeface="Arial"/>
                <a:ea typeface="Arial"/>
                <a:cs typeface="Arial"/>
              </a:defRPr>
            </a:lvl5pPr>
            <a:lvl6pPr algn="l">
              <a:defRPr sz="2325" b="1">
                <a:solidFill>
                  <a:srgbClr val="8B7CF6"/>
                </a:solidFill>
                <a:latin typeface="Arial"/>
                <a:ea typeface="Arial"/>
                <a:cs typeface="Arial"/>
              </a:defRPr>
            </a:lvl6pPr>
            <a:lvl7pPr algn="l">
              <a:defRPr sz="2325" b="1">
                <a:solidFill>
                  <a:srgbClr val="8B7CF6"/>
                </a:solidFill>
                <a:latin typeface="Arial"/>
                <a:ea typeface="Arial"/>
                <a:cs typeface="Arial"/>
              </a:defRPr>
            </a:lvl7pPr>
            <a:lvl8pPr algn="l">
              <a:defRPr sz="2325" b="1">
                <a:solidFill>
                  <a:srgbClr val="8B7CF6"/>
                </a:solidFill>
                <a:latin typeface="Arial"/>
                <a:ea typeface="Arial"/>
                <a:cs typeface="Arial"/>
              </a:defRPr>
            </a:lvl8pPr>
            <a:lvl9pPr algn="l">
              <a:defRPr sz="2325" b="1">
                <a:solidFill>
                  <a:srgbClr val="8B7CF6"/>
                </a:solidFill>
                <a:latin typeface="Arial"/>
                <a:ea typeface="Arial"/>
                <a:cs typeface="Arial"/>
              </a:defRPr>
            </a:lvl9pPr>
          </a:lstStyle>
          <a:p>
            <a:pPr algn="l">
              <a:lnSpc>
                <a:spcPct val="100000"/>
              </a:lnSpc>
              <a:buNone/>
              <a:defRPr sz="2325" b="1">
                <a:solidFill>
                  <a:srgbClr val="8B7CF6"/>
                </a:solidFill>
                <a:latin typeface="Arial"/>
                <a:ea typeface="Arial"/>
                <a:cs typeface="Arial"/>
              </a:defRPr>
            </a:pPr>
            <a:r>
              <a:rPr sz="2325" b="1">
                <a:solidFill>
                  <a:srgbClr val="8B7CF6"/>
                </a:solidFill>
                <a:latin typeface="Arial"/>
                <a:ea typeface="Arial"/>
                <a:cs typeface="Arial"/>
              </a:rPr>
              <a:t>02</a:t>
            </a:r>
          </a:p>
        </p:txBody>
      </p:sp>
      <p:sp>
        <p:nvSpPr>
          <p:cNvPr id="13" name="overview-02-heading">
            <a:extLst>
              <a:ext uri="{FF2B5EF4-FFF2-40B4-BE49-F238E27FC236}">
                <a16:creationId xmlns:a16="http://schemas.microsoft.com/office/drawing/2014/main" id="{2F2742CD-796B-487F-A734-C5293590948E}"/>
              </a:ext>
            </a:extLst>
          </p:cNvPr>
          <p:cNvSpPr>
            <a:spLocks noGrp="1"/>
          </p:cNvSpPr>
          <p:nvPr/>
        </p:nvSpPr>
        <p:spPr>
          <a:xfrm>
            <a:off x="1428750" y="3228975"/>
            <a:ext cx="5619750" cy="323850"/>
          </a:xfrm>
          <a:prstGeom prst="rect">
            <a:avLst/>
          </a:prstGeom>
          <a:noFill/>
          <a:ln w="0">
            <a:noFill/>
            <a:prstDash val="solid"/>
          </a:ln>
        </p:spPr>
        <p:txBody>
          <a:bodyPr wrap="square" lIns="0" tIns="0" rIns="0" bIns="0" anchor="ctr">
            <a:normAutofit/>
          </a:bodyPr>
          <a:lstStyle>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Evidence stays reviewable</a:t>
            </a:r>
          </a:p>
        </p:txBody>
      </p:sp>
      <p:sp>
        <p:nvSpPr>
          <p:cNvPr id="14" name="overview-02-body">
            <a:extLst>
              <a:ext uri="{FF2B5EF4-FFF2-40B4-BE49-F238E27FC236}">
                <a16:creationId xmlns:a16="http://schemas.microsoft.com/office/drawing/2014/main" id="{D3FC6DD3-4A9D-49C5-8CF4-CECBD2752837}"/>
              </a:ext>
            </a:extLst>
          </p:cNvPr>
          <p:cNvSpPr>
            <a:spLocks noGrp="1"/>
          </p:cNvSpPr>
          <p:nvPr/>
        </p:nvSpPr>
        <p:spPr>
          <a:xfrm>
            <a:off x="1428750" y="3590925"/>
            <a:ext cx="5715000" cy="571500"/>
          </a:xfrm>
          <a:prstGeom prst="rect">
            <a:avLst/>
          </a:prstGeom>
          <a:noFill/>
          <a:ln w="0">
            <a:noFill/>
            <a:prstDash val="solid"/>
          </a:ln>
        </p:spPr>
        <p:txBody>
          <a:bodyPr wrap="square" lIns="0" tIns="0" rIns="0" bIns="0" anchor="t">
            <a:normAutofit/>
          </a:bodyPr>
          <a:lstStyle>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Keep source, time, freshness, status, and evidence references with each result.</a:t>
            </a:r>
          </a:p>
        </p:txBody>
      </p:sp>
      <p:sp>
        <p:nvSpPr>
          <p:cNvPr id="15" name="overview-02-rule">
            <a:extLst>
              <a:ext uri="{FF2B5EF4-FFF2-40B4-BE49-F238E27FC236}">
                <a16:creationId xmlns:a16="http://schemas.microsoft.com/office/drawing/2014/main" id="{D8E26B8A-D344-4FDA-BA22-D122A745EB73}"/>
              </a:ext>
            </a:extLst>
          </p:cNvPr>
          <p:cNvSpPr>
            <a:spLocks noGrp="1"/>
          </p:cNvSpPr>
          <p:nvPr/>
        </p:nvSpPr>
        <p:spPr>
          <a:xfrm>
            <a:off x="1428750" y="4257675"/>
            <a:ext cx="5429250" cy="9525"/>
          </a:xfrm>
          <a:prstGeom prst="rect">
            <a:avLst/>
          </a:prstGeom>
          <a:solidFill>
            <a:srgbClr val="2A2A38"/>
          </a:solidFill>
          <a:ln w="0">
            <a:noFill/>
            <a:prstDash val="solid"/>
          </a:ln>
        </p:spPr>
        <p:txBody>
          <a:bodyPr/>
          <a:lstStyle/>
          <a:p>
            <a:endParaRPr lang="en-IN"/>
          </a:p>
        </p:txBody>
      </p:sp>
      <p:sp>
        <p:nvSpPr>
          <p:cNvPr id="16" name="overview-03-number">
            <a:extLst>
              <a:ext uri="{FF2B5EF4-FFF2-40B4-BE49-F238E27FC236}">
                <a16:creationId xmlns:a16="http://schemas.microsoft.com/office/drawing/2014/main" id="{4180DB97-C662-412E-8669-798E5E2AEFED}"/>
              </a:ext>
            </a:extLst>
          </p:cNvPr>
          <p:cNvSpPr>
            <a:spLocks noGrp="1"/>
          </p:cNvSpPr>
          <p:nvPr/>
        </p:nvSpPr>
        <p:spPr>
          <a:xfrm>
            <a:off x="704850" y="4495800"/>
            <a:ext cx="647700" cy="419100"/>
          </a:xfrm>
          <a:prstGeom prst="rect">
            <a:avLst/>
          </a:prstGeom>
          <a:noFill/>
          <a:ln w="0">
            <a:noFill/>
            <a:prstDash val="solid"/>
          </a:ln>
        </p:spPr>
        <p:txBody>
          <a:bodyPr wrap="square" lIns="0" tIns="0" rIns="0" bIns="0" anchor="ctr">
            <a:normAutofit/>
          </a:bodyPr>
          <a:lstStyle>
            <a:defPPr algn="l">
              <a:defRPr sz="2325" b="1">
                <a:solidFill>
                  <a:srgbClr val="8B7CF6"/>
                </a:solidFill>
                <a:latin typeface="Arial"/>
                <a:ea typeface="Arial"/>
                <a:cs typeface="Arial"/>
              </a:defRPr>
            </a:defPPr>
            <a:lvl1pPr algn="l">
              <a:defRPr sz="2325" b="1">
                <a:solidFill>
                  <a:srgbClr val="8B7CF6"/>
                </a:solidFill>
                <a:latin typeface="Arial"/>
                <a:ea typeface="Arial"/>
                <a:cs typeface="Arial"/>
              </a:defRPr>
            </a:lvl1pPr>
            <a:lvl2pPr algn="l">
              <a:defRPr sz="2325" b="1">
                <a:solidFill>
                  <a:srgbClr val="8B7CF6"/>
                </a:solidFill>
                <a:latin typeface="Arial"/>
                <a:ea typeface="Arial"/>
                <a:cs typeface="Arial"/>
              </a:defRPr>
            </a:lvl2pPr>
            <a:lvl3pPr algn="l">
              <a:defRPr sz="2325" b="1">
                <a:solidFill>
                  <a:srgbClr val="8B7CF6"/>
                </a:solidFill>
                <a:latin typeface="Arial"/>
                <a:ea typeface="Arial"/>
                <a:cs typeface="Arial"/>
              </a:defRPr>
            </a:lvl3pPr>
            <a:lvl4pPr algn="l">
              <a:defRPr sz="2325" b="1">
                <a:solidFill>
                  <a:srgbClr val="8B7CF6"/>
                </a:solidFill>
                <a:latin typeface="Arial"/>
                <a:ea typeface="Arial"/>
                <a:cs typeface="Arial"/>
              </a:defRPr>
            </a:lvl4pPr>
            <a:lvl5pPr algn="l">
              <a:defRPr sz="2325" b="1">
                <a:solidFill>
                  <a:srgbClr val="8B7CF6"/>
                </a:solidFill>
                <a:latin typeface="Arial"/>
                <a:ea typeface="Arial"/>
                <a:cs typeface="Arial"/>
              </a:defRPr>
            </a:lvl5pPr>
            <a:lvl6pPr algn="l">
              <a:defRPr sz="2325" b="1">
                <a:solidFill>
                  <a:srgbClr val="8B7CF6"/>
                </a:solidFill>
                <a:latin typeface="Arial"/>
                <a:ea typeface="Arial"/>
                <a:cs typeface="Arial"/>
              </a:defRPr>
            </a:lvl6pPr>
            <a:lvl7pPr algn="l">
              <a:defRPr sz="2325" b="1">
                <a:solidFill>
                  <a:srgbClr val="8B7CF6"/>
                </a:solidFill>
                <a:latin typeface="Arial"/>
                <a:ea typeface="Arial"/>
                <a:cs typeface="Arial"/>
              </a:defRPr>
            </a:lvl7pPr>
            <a:lvl8pPr algn="l">
              <a:defRPr sz="2325" b="1">
                <a:solidFill>
                  <a:srgbClr val="8B7CF6"/>
                </a:solidFill>
                <a:latin typeface="Arial"/>
                <a:ea typeface="Arial"/>
                <a:cs typeface="Arial"/>
              </a:defRPr>
            </a:lvl8pPr>
            <a:lvl9pPr algn="l">
              <a:defRPr sz="2325" b="1">
                <a:solidFill>
                  <a:srgbClr val="8B7CF6"/>
                </a:solidFill>
                <a:latin typeface="Arial"/>
                <a:ea typeface="Arial"/>
                <a:cs typeface="Arial"/>
              </a:defRPr>
            </a:lvl9pPr>
          </a:lstStyle>
          <a:p>
            <a:pPr algn="l">
              <a:lnSpc>
                <a:spcPct val="100000"/>
              </a:lnSpc>
              <a:buNone/>
              <a:defRPr sz="2325" b="1">
                <a:solidFill>
                  <a:srgbClr val="8B7CF6"/>
                </a:solidFill>
                <a:latin typeface="Arial"/>
                <a:ea typeface="Arial"/>
                <a:cs typeface="Arial"/>
              </a:defRPr>
            </a:pPr>
            <a:r>
              <a:rPr sz="2325" b="1">
                <a:solidFill>
                  <a:srgbClr val="8B7CF6"/>
                </a:solidFill>
                <a:latin typeface="Arial"/>
                <a:ea typeface="Arial"/>
                <a:cs typeface="Arial"/>
              </a:rPr>
              <a:t>03</a:t>
            </a:r>
          </a:p>
        </p:txBody>
      </p:sp>
      <p:sp>
        <p:nvSpPr>
          <p:cNvPr id="17" name="overview-03-heading">
            <a:extLst>
              <a:ext uri="{FF2B5EF4-FFF2-40B4-BE49-F238E27FC236}">
                <a16:creationId xmlns:a16="http://schemas.microsoft.com/office/drawing/2014/main" id="{3C8BCC7D-92FC-4FD8-A855-FB4F1C2633FC}"/>
              </a:ext>
            </a:extLst>
          </p:cNvPr>
          <p:cNvSpPr>
            <a:spLocks noGrp="1"/>
          </p:cNvSpPr>
          <p:nvPr/>
        </p:nvSpPr>
        <p:spPr>
          <a:xfrm>
            <a:off x="1428750" y="4495800"/>
            <a:ext cx="5619750" cy="323850"/>
          </a:xfrm>
          <a:prstGeom prst="rect">
            <a:avLst/>
          </a:prstGeom>
          <a:noFill/>
          <a:ln w="0">
            <a:noFill/>
            <a:prstDash val="solid"/>
          </a:ln>
        </p:spPr>
        <p:txBody>
          <a:bodyPr wrap="square" lIns="0" tIns="0" rIns="0" bIns="0" anchor="ctr">
            <a:normAutofit/>
          </a:bodyPr>
          <a:lstStyle>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Response work stays connected</a:t>
            </a:r>
          </a:p>
        </p:txBody>
      </p:sp>
      <p:sp>
        <p:nvSpPr>
          <p:cNvPr id="18" name="overview-03-body">
            <a:extLst>
              <a:ext uri="{FF2B5EF4-FFF2-40B4-BE49-F238E27FC236}">
                <a16:creationId xmlns:a16="http://schemas.microsoft.com/office/drawing/2014/main" id="{FADAAF2E-CFE4-4FEF-8993-98E2B4D01EEE}"/>
              </a:ext>
            </a:extLst>
          </p:cNvPr>
          <p:cNvSpPr>
            <a:spLocks noGrp="1"/>
          </p:cNvSpPr>
          <p:nvPr/>
        </p:nvSpPr>
        <p:spPr>
          <a:xfrm>
            <a:off x="1428750" y="4857750"/>
            <a:ext cx="5715000" cy="571500"/>
          </a:xfrm>
          <a:prstGeom prst="rect">
            <a:avLst/>
          </a:prstGeom>
          <a:noFill/>
          <a:ln w="0">
            <a:noFill/>
            <a:prstDash val="solid"/>
          </a:ln>
        </p:spPr>
        <p:txBody>
          <a:bodyPr wrap="square" lIns="0" tIns="0" rIns="0" bIns="0" anchor="t">
            <a:normAutofit/>
          </a:bodyPr>
          <a:lstStyle>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Link reviewed findings to cases, tasks, remediation plans, and saved reports.</a:t>
            </a:r>
          </a:p>
        </p:txBody>
      </p:sp>
      <p:sp>
        <p:nvSpPr>
          <p:cNvPr id="19" name="overview-03-rule">
            <a:extLst>
              <a:ext uri="{FF2B5EF4-FFF2-40B4-BE49-F238E27FC236}">
                <a16:creationId xmlns:a16="http://schemas.microsoft.com/office/drawing/2014/main" id="{FE3E7634-4CFD-4E6A-BE0D-A5C842C86023}"/>
              </a:ext>
            </a:extLst>
          </p:cNvPr>
          <p:cNvSpPr>
            <a:spLocks noGrp="1"/>
          </p:cNvSpPr>
          <p:nvPr/>
        </p:nvSpPr>
        <p:spPr>
          <a:xfrm>
            <a:off x="1428750" y="5524500"/>
            <a:ext cx="5429250" cy="9525"/>
          </a:xfrm>
          <a:prstGeom prst="rect">
            <a:avLst/>
          </a:prstGeom>
          <a:solidFill>
            <a:srgbClr val="2A2A38"/>
          </a:solidFill>
          <a:ln w="0">
            <a:noFill/>
            <a:prstDash val="solid"/>
          </a:ln>
        </p:spPr>
        <p:txBody>
          <a:bodyPr/>
          <a:lstStyle/>
          <a:p>
            <a:endParaRPr lang="en-IN"/>
          </a:p>
        </p:txBody>
      </p:sp>
      <p:sp>
        <p:nvSpPr>
          <p:cNvPr id="20" name="overview-screenshot-frame">
            <a:extLst>
              <a:ext uri="{FF2B5EF4-FFF2-40B4-BE49-F238E27FC236}">
                <a16:creationId xmlns:a16="http://schemas.microsoft.com/office/drawing/2014/main" id="{F6083200-954C-4A20-A6A7-BF812583E38C}"/>
              </a:ext>
            </a:extLst>
          </p:cNvPr>
          <p:cNvSpPr>
            <a:spLocks noGrp="1"/>
          </p:cNvSpPr>
          <p:nvPr/>
        </p:nvSpPr>
        <p:spPr>
          <a:xfrm>
            <a:off x="7572375" y="1381125"/>
            <a:ext cx="3952875" cy="4638675"/>
          </a:xfrm>
          <a:prstGeom prst="roundRect">
            <a:avLst>
              <a:gd name="adj" fmla="val 4337"/>
            </a:avLst>
          </a:prstGeom>
          <a:solidFill>
            <a:srgbClr val="0A0A0F"/>
          </a:solidFill>
          <a:ln w="9525">
            <a:solidFill>
              <a:srgbClr val="34405A"/>
            </a:solidFill>
            <a:prstDash val="solid"/>
          </a:ln>
        </p:spPr>
        <p:txBody>
          <a:bodyPr/>
          <a:lstStyle/>
          <a:p>
            <a:endParaRPr lang="en-IN"/>
          </a:p>
        </p:txBody>
      </p:sp>
      <p:pic>
        <p:nvPicPr>
          <p:cNvPr id="21" name="Picture 20">
            <a:extLst>
              <a:ext uri="{FF2B5EF4-FFF2-40B4-BE49-F238E27FC236}">
                <a16:creationId xmlns:a16="http://schemas.microsoft.com/office/drawing/2014/main" id="{7506B7DA-9A32-48BE-B18C-6297945DB1DE}"/>
              </a:ext>
            </a:extLst>
          </p:cNvPr>
          <p:cNvPicPr>
            <a:picLocks noChangeAspect="1"/>
          </p:cNvPicPr>
          <p:nvPr/>
        </p:nvPicPr>
        <p:blipFill>
          <a:blip r:embed="rId3"/>
          <a:stretch/>
        </p:blipFill>
        <p:spPr>
          <a:xfrm>
            <a:off x="7968245" y="1428750"/>
            <a:ext cx="3161135" cy="4524375"/>
          </a:xfrm>
          <a:prstGeom prst="roundRect">
            <a:avLst>
              <a:gd name="adj" fmla="val 2993"/>
            </a:avLst>
          </a:prstGeom>
        </p:spPr>
      </p:pic>
      <p:sp>
        <p:nvSpPr>
          <p:cNvPr id="22" name="overview-screenshot-caption">
            <a:extLst>
              <a:ext uri="{FF2B5EF4-FFF2-40B4-BE49-F238E27FC236}">
                <a16:creationId xmlns:a16="http://schemas.microsoft.com/office/drawing/2014/main" id="{E7F1D6AD-8447-44AC-8B67-8F279ED1C892}"/>
              </a:ext>
            </a:extLst>
          </p:cNvPr>
          <p:cNvSpPr>
            <a:spLocks noGrp="1"/>
          </p:cNvSpPr>
          <p:nvPr/>
        </p:nvSpPr>
        <p:spPr>
          <a:xfrm>
            <a:off x="7572375" y="6076950"/>
            <a:ext cx="3952875" cy="1714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Investigation workspace  ·  synthetic Demo data</a:t>
            </a:r>
          </a:p>
        </p:txBody>
      </p:sp>
    </p:spTree>
    <p:extLst>
      <p:ext uri="{BB962C8B-B14F-4D97-AF65-F5344CB8AC3E}">
        <p14:creationId xmlns:p14="http://schemas.microsoft.com/office/powerpoint/2010/main" val="547780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5" name="slide-3-title">
            <a:extLst>
              <a:ext uri="{FF2B5EF4-FFF2-40B4-BE49-F238E27FC236}">
                <a16:creationId xmlns:a16="http://schemas.microsoft.com/office/drawing/2014/main" id="{BAD7F60F-6929-4490-9ABA-BAC510CCB0DD}"/>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Problem statement</a:t>
            </a:r>
          </a:p>
        </p:txBody>
      </p:sp>
      <p:sp>
        <p:nvSpPr>
          <p:cNvPr id="2" name="slide-3-accent-blue">
            <a:extLst>
              <a:ext uri="{FF2B5EF4-FFF2-40B4-BE49-F238E27FC236}">
                <a16:creationId xmlns:a16="http://schemas.microsoft.com/office/drawing/2014/main" id="{98E56E28-1D85-4196-AD02-530E1F3E27AB}"/>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3-accent-iris">
            <a:extLst>
              <a:ext uri="{FF2B5EF4-FFF2-40B4-BE49-F238E27FC236}">
                <a16:creationId xmlns:a16="http://schemas.microsoft.com/office/drawing/2014/main" id="{25A2B168-5BEF-4730-8547-6ED3E3E04C58}"/>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3-subtitle">
            <a:extLst>
              <a:ext uri="{FF2B5EF4-FFF2-40B4-BE49-F238E27FC236}">
                <a16:creationId xmlns:a16="http://schemas.microsoft.com/office/drawing/2014/main" id="{8B391E32-C922-4B44-86A5-FD8BCC3BC691}"/>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Security evidence is useful only when analysts can connect it to the right asset and decision.</a:t>
            </a:r>
          </a:p>
        </p:txBody>
      </p:sp>
      <p:sp>
        <p:nvSpPr>
          <p:cNvPr id="5" name="slide-3-footer-rule">
            <a:extLst>
              <a:ext uri="{FF2B5EF4-FFF2-40B4-BE49-F238E27FC236}">
                <a16:creationId xmlns:a16="http://schemas.microsoft.com/office/drawing/2014/main" id="{38F8D92E-B3F5-46E3-8B45-7ABDBD23F2EA}"/>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3-footer">
            <a:extLst>
              <a:ext uri="{FF2B5EF4-FFF2-40B4-BE49-F238E27FC236}">
                <a16:creationId xmlns:a16="http://schemas.microsoft.com/office/drawing/2014/main" id="{8D4554B6-AED9-454C-A365-6E3FB92F0B19}"/>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3-page">
            <a:extLst>
              <a:ext uri="{FF2B5EF4-FFF2-40B4-BE49-F238E27FC236}">
                <a16:creationId xmlns:a16="http://schemas.microsoft.com/office/drawing/2014/main" id="{E98CA2F8-FF8B-4B50-83AC-E580B11C93DA}"/>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03</a:t>
            </a:r>
          </a:p>
        </p:txBody>
      </p:sp>
      <p:sp>
        <p:nvSpPr>
          <p:cNvPr id="8" name="problem-card-0">
            <a:extLst>
              <a:ext uri="{FF2B5EF4-FFF2-40B4-BE49-F238E27FC236}">
                <a16:creationId xmlns:a16="http://schemas.microsoft.com/office/drawing/2014/main" id="{DBFD7A16-7D56-4FCD-A36A-2DAEBA652F37}"/>
              </a:ext>
            </a:extLst>
          </p:cNvPr>
          <p:cNvSpPr>
            <a:spLocks noGrp="1"/>
          </p:cNvSpPr>
          <p:nvPr/>
        </p:nvSpPr>
        <p:spPr>
          <a:xfrm>
            <a:off x="723900" y="2000250"/>
            <a:ext cx="5219700" cy="1409700"/>
          </a:xfrm>
          <a:prstGeom prst="roundRect">
            <a:avLst>
              <a:gd name="adj" fmla="val 9459"/>
            </a:avLst>
          </a:prstGeom>
          <a:solidFill>
            <a:srgbClr val="14141C"/>
          </a:solidFill>
          <a:ln w="9525">
            <a:solidFill>
              <a:srgbClr val="2A2A38"/>
            </a:solidFill>
            <a:prstDash val="solid"/>
          </a:ln>
        </p:spPr>
        <p:txBody>
          <a:bodyPr/>
          <a:lstStyle/>
          <a:p>
            <a:endParaRPr lang="en-IN"/>
          </a:p>
        </p:txBody>
      </p:sp>
      <p:sp>
        <p:nvSpPr>
          <p:cNvPr id="9" name="problem-accent-0">
            <a:extLst>
              <a:ext uri="{FF2B5EF4-FFF2-40B4-BE49-F238E27FC236}">
                <a16:creationId xmlns:a16="http://schemas.microsoft.com/office/drawing/2014/main" id="{632308FE-586E-4EAD-80FC-CB39EA11141D}"/>
              </a:ext>
            </a:extLst>
          </p:cNvPr>
          <p:cNvSpPr>
            <a:spLocks noGrp="1"/>
          </p:cNvSpPr>
          <p:nvPr/>
        </p:nvSpPr>
        <p:spPr>
          <a:xfrm>
            <a:off x="723900" y="2000250"/>
            <a:ext cx="47625" cy="1409700"/>
          </a:xfrm>
          <a:prstGeom prst="rect">
            <a:avLst/>
          </a:prstGeom>
          <a:solidFill>
            <a:srgbClr val="3DE8FF"/>
          </a:solidFill>
          <a:ln w="0">
            <a:noFill/>
            <a:prstDash val="solid"/>
          </a:ln>
        </p:spPr>
        <p:txBody>
          <a:bodyPr/>
          <a:lstStyle/>
          <a:p>
            <a:endParaRPr lang="en-IN"/>
          </a:p>
        </p:txBody>
      </p:sp>
      <p:sp>
        <p:nvSpPr>
          <p:cNvPr id="10" name="problem-heading-0">
            <a:extLst>
              <a:ext uri="{FF2B5EF4-FFF2-40B4-BE49-F238E27FC236}">
                <a16:creationId xmlns:a16="http://schemas.microsoft.com/office/drawing/2014/main" id="{8115B46F-B994-4791-915D-41A4E2A3D577}"/>
              </a:ext>
            </a:extLst>
          </p:cNvPr>
          <p:cNvSpPr>
            <a:spLocks noGrp="1"/>
          </p:cNvSpPr>
          <p:nvPr/>
        </p:nvSpPr>
        <p:spPr>
          <a:xfrm>
            <a:off x="990600" y="2190750"/>
            <a:ext cx="4667250" cy="333375"/>
          </a:xfrm>
          <a:prstGeom prst="rect">
            <a:avLst/>
          </a:prstGeom>
          <a:noFill/>
          <a:ln w="0">
            <a:noFill/>
            <a:prstDash val="solid"/>
          </a:ln>
        </p:spPr>
        <p:txBody>
          <a:bodyPr wrap="square" lIns="0" tIns="0" rIns="0" bIns="0" anchor="ctr">
            <a:normAutofit/>
          </a:bodyPr>
          <a:lstStyle>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Fragmented information</a:t>
            </a:r>
          </a:p>
        </p:txBody>
      </p:sp>
      <p:sp>
        <p:nvSpPr>
          <p:cNvPr id="11" name="problem-body-0">
            <a:extLst>
              <a:ext uri="{FF2B5EF4-FFF2-40B4-BE49-F238E27FC236}">
                <a16:creationId xmlns:a16="http://schemas.microsoft.com/office/drawing/2014/main" id="{4FF7B96C-2AC6-4C99-A9B6-72417D87F57D}"/>
              </a:ext>
            </a:extLst>
          </p:cNvPr>
          <p:cNvSpPr>
            <a:spLocks noGrp="1"/>
          </p:cNvSpPr>
          <p:nvPr/>
        </p:nvSpPr>
        <p:spPr>
          <a:xfrm>
            <a:off x="990600" y="2590800"/>
            <a:ext cx="4667250" cy="628650"/>
          </a:xfrm>
          <a:prstGeom prst="rect">
            <a:avLst/>
          </a:prstGeom>
          <a:noFill/>
          <a:ln w="0">
            <a:noFill/>
            <a:prstDash val="solid"/>
          </a:ln>
        </p:spPr>
        <p:txBody>
          <a:bodyPr wrap="square" lIns="0" tIns="0" rIns="0" bIns="0" anchor="t">
            <a:normAutofit/>
          </a:bodyPr>
          <a:lstStyle>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Asset, vulnerability, reputation, and infrastructure details often live in separate tools.</a:t>
            </a:r>
          </a:p>
        </p:txBody>
      </p:sp>
      <p:sp>
        <p:nvSpPr>
          <p:cNvPr id="12" name="problem-card-1">
            <a:extLst>
              <a:ext uri="{FF2B5EF4-FFF2-40B4-BE49-F238E27FC236}">
                <a16:creationId xmlns:a16="http://schemas.microsoft.com/office/drawing/2014/main" id="{58832C06-84EF-4A95-AD7D-CBB8FA3576FA}"/>
              </a:ext>
            </a:extLst>
          </p:cNvPr>
          <p:cNvSpPr>
            <a:spLocks noGrp="1"/>
          </p:cNvSpPr>
          <p:nvPr/>
        </p:nvSpPr>
        <p:spPr>
          <a:xfrm>
            <a:off x="6248400" y="2000250"/>
            <a:ext cx="5219700" cy="1409700"/>
          </a:xfrm>
          <a:prstGeom prst="roundRect">
            <a:avLst>
              <a:gd name="adj" fmla="val 9459"/>
            </a:avLst>
          </a:prstGeom>
          <a:solidFill>
            <a:srgbClr val="14141C"/>
          </a:solidFill>
          <a:ln w="9525">
            <a:solidFill>
              <a:srgbClr val="2A2A38"/>
            </a:solidFill>
            <a:prstDash val="solid"/>
          </a:ln>
        </p:spPr>
        <p:txBody>
          <a:bodyPr/>
          <a:lstStyle/>
          <a:p>
            <a:endParaRPr lang="en-IN"/>
          </a:p>
        </p:txBody>
      </p:sp>
      <p:sp>
        <p:nvSpPr>
          <p:cNvPr id="13" name="problem-accent-1">
            <a:extLst>
              <a:ext uri="{FF2B5EF4-FFF2-40B4-BE49-F238E27FC236}">
                <a16:creationId xmlns:a16="http://schemas.microsoft.com/office/drawing/2014/main" id="{F54A174E-12F1-4532-891F-B00622E0D288}"/>
              </a:ext>
            </a:extLst>
          </p:cNvPr>
          <p:cNvSpPr>
            <a:spLocks noGrp="1"/>
          </p:cNvSpPr>
          <p:nvPr/>
        </p:nvSpPr>
        <p:spPr>
          <a:xfrm>
            <a:off x="6248400" y="2000250"/>
            <a:ext cx="47625" cy="1409700"/>
          </a:xfrm>
          <a:prstGeom prst="rect">
            <a:avLst/>
          </a:prstGeom>
          <a:solidFill>
            <a:srgbClr val="8B7CF6"/>
          </a:solidFill>
          <a:ln w="0">
            <a:noFill/>
            <a:prstDash val="solid"/>
          </a:ln>
        </p:spPr>
        <p:txBody>
          <a:bodyPr/>
          <a:lstStyle/>
          <a:p>
            <a:endParaRPr lang="en-IN"/>
          </a:p>
        </p:txBody>
      </p:sp>
      <p:sp>
        <p:nvSpPr>
          <p:cNvPr id="14" name="problem-heading-1">
            <a:extLst>
              <a:ext uri="{FF2B5EF4-FFF2-40B4-BE49-F238E27FC236}">
                <a16:creationId xmlns:a16="http://schemas.microsoft.com/office/drawing/2014/main" id="{512B8959-AEF7-4377-92F8-22C267DC5FAD}"/>
              </a:ext>
            </a:extLst>
          </p:cNvPr>
          <p:cNvSpPr>
            <a:spLocks noGrp="1"/>
          </p:cNvSpPr>
          <p:nvPr/>
        </p:nvSpPr>
        <p:spPr>
          <a:xfrm>
            <a:off x="6515100" y="2190750"/>
            <a:ext cx="4667250" cy="333375"/>
          </a:xfrm>
          <a:prstGeom prst="rect">
            <a:avLst/>
          </a:prstGeom>
          <a:noFill/>
          <a:ln w="0">
            <a:noFill/>
            <a:prstDash val="solid"/>
          </a:ln>
        </p:spPr>
        <p:txBody>
          <a:bodyPr wrap="square" lIns="0" tIns="0" rIns="0" bIns="0" anchor="ctr">
            <a:normAutofit/>
          </a:bodyPr>
          <a:lstStyle>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Manual correlation</a:t>
            </a:r>
          </a:p>
        </p:txBody>
      </p:sp>
      <p:sp>
        <p:nvSpPr>
          <p:cNvPr id="15" name="problem-body-1">
            <a:extLst>
              <a:ext uri="{FF2B5EF4-FFF2-40B4-BE49-F238E27FC236}">
                <a16:creationId xmlns:a16="http://schemas.microsoft.com/office/drawing/2014/main" id="{E73B171F-0EF3-4796-B8D6-D962ECE415C3}"/>
              </a:ext>
            </a:extLst>
          </p:cNvPr>
          <p:cNvSpPr>
            <a:spLocks noGrp="1"/>
          </p:cNvSpPr>
          <p:nvPr/>
        </p:nvSpPr>
        <p:spPr>
          <a:xfrm>
            <a:off x="6515100" y="2590800"/>
            <a:ext cx="4667250" cy="628650"/>
          </a:xfrm>
          <a:prstGeom prst="rect">
            <a:avLst/>
          </a:prstGeom>
          <a:noFill/>
          <a:ln w="0">
            <a:noFill/>
            <a:prstDash val="solid"/>
          </a:ln>
        </p:spPr>
        <p:txBody>
          <a:bodyPr wrap="square" lIns="0" tIns="0" rIns="0" bIns="0" anchor="t">
            <a:normAutofit/>
          </a:bodyPr>
          <a:lstStyle>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Analysts spend time reconciling findings and context before they can prioritize work.</a:t>
            </a:r>
          </a:p>
        </p:txBody>
      </p:sp>
      <p:sp>
        <p:nvSpPr>
          <p:cNvPr id="16" name="problem-card-2">
            <a:extLst>
              <a:ext uri="{FF2B5EF4-FFF2-40B4-BE49-F238E27FC236}">
                <a16:creationId xmlns:a16="http://schemas.microsoft.com/office/drawing/2014/main" id="{F9A2966D-3AF5-4287-B744-98EE7549E0C1}"/>
              </a:ext>
            </a:extLst>
          </p:cNvPr>
          <p:cNvSpPr>
            <a:spLocks noGrp="1"/>
          </p:cNvSpPr>
          <p:nvPr/>
        </p:nvSpPr>
        <p:spPr>
          <a:xfrm>
            <a:off x="723900" y="3762375"/>
            <a:ext cx="5219700" cy="1409700"/>
          </a:xfrm>
          <a:prstGeom prst="roundRect">
            <a:avLst>
              <a:gd name="adj" fmla="val 9459"/>
            </a:avLst>
          </a:prstGeom>
          <a:solidFill>
            <a:srgbClr val="14141C"/>
          </a:solidFill>
          <a:ln w="9525">
            <a:solidFill>
              <a:srgbClr val="2A2A38"/>
            </a:solidFill>
            <a:prstDash val="solid"/>
          </a:ln>
        </p:spPr>
        <p:txBody>
          <a:bodyPr/>
          <a:lstStyle/>
          <a:p>
            <a:endParaRPr lang="en-IN"/>
          </a:p>
        </p:txBody>
      </p:sp>
      <p:sp>
        <p:nvSpPr>
          <p:cNvPr id="17" name="problem-accent-2">
            <a:extLst>
              <a:ext uri="{FF2B5EF4-FFF2-40B4-BE49-F238E27FC236}">
                <a16:creationId xmlns:a16="http://schemas.microsoft.com/office/drawing/2014/main" id="{B5449FC2-92FF-4D27-8616-5BEB0B0ED6AB}"/>
              </a:ext>
            </a:extLst>
          </p:cNvPr>
          <p:cNvSpPr>
            <a:spLocks noGrp="1"/>
          </p:cNvSpPr>
          <p:nvPr/>
        </p:nvSpPr>
        <p:spPr>
          <a:xfrm>
            <a:off x="723900" y="3762375"/>
            <a:ext cx="47625" cy="1409700"/>
          </a:xfrm>
          <a:prstGeom prst="rect">
            <a:avLst/>
          </a:prstGeom>
          <a:solidFill>
            <a:srgbClr val="3DE8FF"/>
          </a:solidFill>
          <a:ln w="0">
            <a:noFill/>
            <a:prstDash val="solid"/>
          </a:ln>
        </p:spPr>
        <p:txBody>
          <a:bodyPr/>
          <a:lstStyle/>
          <a:p>
            <a:endParaRPr lang="en-IN"/>
          </a:p>
        </p:txBody>
      </p:sp>
      <p:sp>
        <p:nvSpPr>
          <p:cNvPr id="18" name="problem-heading-2">
            <a:extLst>
              <a:ext uri="{FF2B5EF4-FFF2-40B4-BE49-F238E27FC236}">
                <a16:creationId xmlns:a16="http://schemas.microsoft.com/office/drawing/2014/main" id="{89DBA11F-2F49-4AB7-9A60-C2EF6804D9C8}"/>
              </a:ext>
            </a:extLst>
          </p:cNvPr>
          <p:cNvSpPr>
            <a:spLocks noGrp="1"/>
          </p:cNvSpPr>
          <p:nvPr/>
        </p:nvSpPr>
        <p:spPr>
          <a:xfrm>
            <a:off x="990600" y="3952875"/>
            <a:ext cx="4667250" cy="333375"/>
          </a:xfrm>
          <a:prstGeom prst="rect">
            <a:avLst/>
          </a:prstGeom>
          <a:noFill/>
          <a:ln w="0">
            <a:noFill/>
            <a:prstDash val="solid"/>
          </a:ln>
        </p:spPr>
        <p:txBody>
          <a:bodyPr wrap="square" lIns="0" tIns="0" rIns="0" bIns="0" anchor="ctr">
            <a:normAutofit/>
          </a:bodyPr>
          <a:lstStyle>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Unclear coverage</a:t>
            </a:r>
          </a:p>
        </p:txBody>
      </p:sp>
      <p:sp>
        <p:nvSpPr>
          <p:cNvPr id="19" name="problem-body-2">
            <a:extLst>
              <a:ext uri="{FF2B5EF4-FFF2-40B4-BE49-F238E27FC236}">
                <a16:creationId xmlns:a16="http://schemas.microsoft.com/office/drawing/2014/main" id="{9B49CC32-34B3-4856-8FAA-748EBA12F9E6}"/>
              </a:ext>
            </a:extLst>
          </p:cNvPr>
          <p:cNvSpPr>
            <a:spLocks noGrp="1"/>
          </p:cNvSpPr>
          <p:nvPr/>
        </p:nvSpPr>
        <p:spPr>
          <a:xfrm>
            <a:off x="990600" y="4352925"/>
            <a:ext cx="4667250" cy="628650"/>
          </a:xfrm>
          <a:prstGeom prst="rect">
            <a:avLst/>
          </a:prstGeom>
          <a:noFill/>
          <a:ln w="0">
            <a:noFill/>
            <a:prstDash val="solid"/>
          </a:ln>
        </p:spPr>
        <p:txBody>
          <a:bodyPr wrap="square" lIns="0" tIns="0" rIns="0" bIns="0" anchor="t">
            <a:normAutofit/>
          </a:bodyPr>
          <a:lstStyle>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A missing result can be mistaken for a clean result when provider failures are hidden.</a:t>
            </a:r>
          </a:p>
        </p:txBody>
      </p:sp>
      <p:sp>
        <p:nvSpPr>
          <p:cNvPr id="20" name="problem-card-3">
            <a:extLst>
              <a:ext uri="{FF2B5EF4-FFF2-40B4-BE49-F238E27FC236}">
                <a16:creationId xmlns:a16="http://schemas.microsoft.com/office/drawing/2014/main" id="{0B6A7D43-1C8A-4A9A-A2D0-D08F5AAF0BFB}"/>
              </a:ext>
            </a:extLst>
          </p:cNvPr>
          <p:cNvSpPr>
            <a:spLocks noGrp="1"/>
          </p:cNvSpPr>
          <p:nvPr/>
        </p:nvSpPr>
        <p:spPr>
          <a:xfrm>
            <a:off x="6248400" y="3762375"/>
            <a:ext cx="5219700" cy="1409700"/>
          </a:xfrm>
          <a:prstGeom prst="roundRect">
            <a:avLst>
              <a:gd name="adj" fmla="val 9459"/>
            </a:avLst>
          </a:prstGeom>
          <a:solidFill>
            <a:srgbClr val="14141C"/>
          </a:solidFill>
          <a:ln w="9525">
            <a:solidFill>
              <a:srgbClr val="2A2A38"/>
            </a:solidFill>
            <a:prstDash val="solid"/>
          </a:ln>
        </p:spPr>
        <p:txBody>
          <a:bodyPr/>
          <a:lstStyle/>
          <a:p>
            <a:endParaRPr lang="en-IN"/>
          </a:p>
        </p:txBody>
      </p:sp>
      <p:sp>
        <p:nvSpPr>
          <p:cNvPr id="21" name="problem-accent-3">
            <a:extLst>
              <a:ext uri="{FF2B5EF4-FFF2-40B4-BE49-F238E27FC236}">
                <a16:creationId xmlns:a16="http://schemas.microsoft.com/office/drawing/2014/main" id="{97569CF3-4C43-4012-893D-10AFAA6785CC}"/>
              </a:ext>
            </a:extLst>
          </p:cNvPr>
          <p:cNvSpPr>
            <a:spLocks noGrp="1"/>
          </p:cNvSpPr>
          <p:nvPr/>
        </p:nvSpPr>
        <p:spPr>
          <a:xfrm>
            <a:off x="6248400" y="3762375"/>
            <a:ext cx="47625" cy="1409700"/>
          </a:xfrm>
          <a:prstGeom prst="rect">
            <a:avLst/>
          </a:prstGeom>
          <a:solidFill>
            <a:srgbClr val="8B7CF6"/>
          </a:solidFill>
          <a:ln w="0">
            <a:noFill/>
            <a:prstDash val="solid"/>
          </a:ln>
        </p:spPr>
        <p:txBody>
          <a:bodyPr/>
          <a:lstStyle/>
          <a:p>
            <a:endParaRPr lang="en-IN"/>
          </a:p>
        </p:txBody>
      </p:sp>
      <p:sp>
        <p:nvSpPr>
          <p:cNvPr id="22" name="problem-heading-3">
            <a:extLst>
              <a:ext uri="{FF2B5EF4-FFF2-40B4-BE49-F238E27FC236}">
                <a16:creationId xmlns:a16="http://schemas.microsoft.com/office/drawing/2014/main" id="{BB74E6E1-B111-4A39-9987-C4A4669FA045}"/>
              </a:ext>
            </a:extLst>
          </p:cNvPr>
          <p:cNvSpPr>
            <a:spLocks noGrp="1"/>
          </p:cNvSpPr>
          <p:nvPr/>
        </p:nvSpPr>
        <p:spPr>
          <a:xfrm>
            <a:off x="6515100" y="3952875"/>
            <a:ext cx="4667250" cy="333375"/>
          </a:xfrm>
          <a:prstGeom prst="rect">
            <a:avLst/>
          </a:prstGeom>
          <a:noFill/>
          <a:ln w="0">
            <a:noFill/>
            <a:prstDash val="solid"/>
          </a:ln>
        </p:spPr>
        <p:txBody>
          <a:bodyPr wrap="square" lIns="0" tIns="0" rIns="0" bIns="0" anchor="ctr">
            <a:normAutofit/>
          </a:bodyPr>
          <a:lstStyle>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Disconnected response</a:t>
            </a:r>
          </a:p>
        </p:txBody>
      </p:sp>
      <p:sp>
        <p:nvSpPr>
          <p:cNvPr id="23" name="problem-body-3">
            <a:extLst>
              <a:ext uri="{FF2B5EF4-FFF2-40B4-BE49-F238E27FC236}">
                <a16:creationId xmlns:a16="http://schemas.microsoft.com/office/drawing/2014/main" id="{9646E70F-D14F-451F-B274-B0C17C5330FE}"/>
              </a:ext>
            </a:extLst>
          </p:cNvPr>
          <p:cNvSpPr>
            <a:spLocks noGrp="1"/>
          </p:cNvSpPr>
          <p:nvPr/>
        </p:nvSpPr>
        <p:spPr>
          <a:xfrm>
            <a:off x="6515100" y="4352925"/>
            <a:ext cx="4667250" cy="628650"/>
          </a:xfrm>
          <a:prstGeom prst="rect">
            <a:avLst/>
          </a:prstGeom>
          <a:noFill/>
          <a:ln w="0">
            <a:noFill/>
            <a:prstDash val="solid"/>
          </a:ln>
        </p:spPr>
        <p:txBody>
          <a:bodyPr wrap="square" lIns="0" tIns="0" rIns="0" bIns="0" anchor="t">
            <a:normAutofit/>
          </a:bodyPr>
          <a:lstStyle>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Investigation findings need a review trail and a path into incident and remediation work.</a:t>
            </a:r>
          </a:p>
        </p:txBody>
      </p:sp>
      <p:sp>
        <p:nvSpPr>
          <p:cNvPr id="24" name="problem-takeaway">
            <a:extLst>
              <a:ext uri="{FF2B5EF4-FFF2-40B4-BE49-F238E27FC236}">
                <a16:creationId xmlns:a16="http://schemas.microsoft.com/office/drawing/2014/main" id="{5303AF73-06C8-4924-B6FD-6425540E89D0}"/>
              </a:ext>
            </a:extLst>
          </p:cNvPr>
          <p:cNvSpPr>
            <a:spLocks noGrp="1"/>
          </p:cNvSpPr>
          <p:nvPr/>
        </p:nvSpPr>
        <p:spPr>
          <a:xfrm>
            <a:off x="723900" y="5457825"/>
            <a:ext cx="10744200" cy="400050"/>
          </a:xfrm>
          <a:prstGeom prst="rect">
            <a:avLst/>
          </a:prstGeom>
          <a:noFill/>
          <a:ln w="0">
            <a:noFill/>
            <a:prstDash val="solid"/>
          </a:ln>
        </p:spPr>
        <p:txBody>
          <a:bodyPr wrap="square" lIns="0" tIns="0" rIns="0" bIns="0" anchor="ctr">
            <a:normAutofit/>
          </a:bodyPr>
          <a:lstStyle>
            <a:defPPr algn="ctr">
              <a:defRPr sz="1575" b="1">
                <a:solidFill>
                  <a:srgbClr val="3DE8FF"/>
                </a:solidFill>
                <a:latin typeface="Arial"/>
                <a:ea typeface="Arial"/>
                <a:cs typeface="Arial"/>
              </a:defRPr>
            </a:defPPr>
            <a:lvl1pPr algn="ctr">
              <a:defRPr sz="1575" b="1">
                <a:solidFill>
                  <a:srgbClr val="3DE8FF"/>
                </a:solidFill>
                <a:latin typeface="Arial"/>
                <a:ea typeface="Arial"/>
                <a:cs typeface="Arial"/>
              </a:defRPr>
            </a:lvl1pPr>
            <a:lvl2pPr algn="ctr">
              <a:defRPr sz="1575" b="1">
                <a:solidFill>
                  <a:srgbClr val="3DE8FF"/>
                </a:solidFill>
                <a:latin typeface="Arial"/>
                <a:ea typeface="Arial"/>
                <a:cs typeface="Arial"/>
              </a:defRPr>
            </a:lvl2pPr>
            <a:lvl3pPr algn="ctr">
              <a:defRPr sz="1575" b="1">
                <a:solidFill>
                  <a:srgbClr val="3DE8FF"/>
                </a:solidFill>
                <a:latin typeface="Arial"/>
                <a:ea typeface="Arial"/>
                <a:cs typeface="Arial"/>
              </a:defRPr>
            </a:lvl3pPr>
            <a:lvl4pPr algn="ctr">
              <a:defRPr sz="1575" b="1">
                <a:solidFill>
                  <a:srgbClr val="3DE8FF"/>
                </a:solidFill>
                <a:latin typeface="Arial"/>
                <a:ea typeface="Arial"/>
                <a:cs typeface="Arial"/>
              </a:defRPr>
            </a:lvl4pPr>
            <a:lvl5pPr algn="ctr">
              <a:defRPr sz="1575" b="1">
                <a:solidFill>
                  <a:srgbClr val="3DE8FF"/>
                </a:solidFill>
                <a:latin typeface="Arial"/>
                <a:ea typeface="Arial"/>
                <a:cs typeface="Arial"/>
              </a:defRPr>
            </a:lvl5pPr>
            <a:lvl6pPr algn="ctr">
              <a:defRPr sz="1575" b="1">
                <a:solidFill>
                  <a:srgbClr val="3DE8FF"/>
                </a:solidFill>
                <a:latin typeface="Arial"/>
                <a:ea typeface="Arial"/>
                <a:cs typeface="Arial"/>
              </a:defRPr>
            </a:lvl6pPr>
            <a:lvl7pPr algn="ctr">
              <a:defRPr sz="1575" b="1">
                <a:solidFill>
                  <a:srgbClr val="3DE8FF"/>
                </a:solidFill>
                <a:latin typeface="Arial"/>
                <a:ea typeface="Arial"/>
                <a:cs typeface="Arial"/>
              </a:defRPr>
            </a:lvl7pPr>
            <a:lvl8pPr algn="ctr">
              <a:defRPr sz="1575" b="1">
                <a:solidFill>
                  <a:srgbClr val="3DE8FF"/>
                </a:solidFill>
                <a:latin typeface="Arial"/>
                <a:ea typeface="Arial"/>
                <a:cs typeface="Arial"/>
              </a:defRPr>
            </a:lvl8pPr>
            <a:lvl9pPr algn="ctr">
              <a:defRPr sz="1575" b="1">
                <a:solidFill>
                  <a:srgbClr val="3DE8FF"/>
                </a:solidFill>
                <a:latin typeface="Arial"/>
                <a:ea typeface="Arial"/>
                <a:cs typeface="Arial"/>
              </a:defRPr>
            </a:lvl9pPr>
          </a:lstStyle>
          <a:p>
            <a:pPr algn="ctr">
              <a:lnSpc>
                <a:spcPct val="100000"/>
              </a:lnSpc>
              <a:buNone/>
              <a:defRPr sz="1575" b="1">
                <a:solidFill>
                  <a:srgbClr val="3DE8FF"/>
                </a:solidFill>
                <a:latin typeface="Arial"/>
                <a:ea typeface="Arial"/>
                <a:cs typeface="Arial"/>
              </a:defRPr>
            </a:pPr>
            <a:r>
              <a:rPr sz="1575" b="1">
                <a:solidFill>
                  <a:srgbClr val="3DE8FF"/>
                </a:solidFill>
                <a:latin typeface="Arial"/>
                <a:ea typeface="Arial"/>
                <a:cs typeface="Arial"/>
              </a:rPr>
              <a:t>The project focuses on a traceable analyst workflow—not automated verdicts.</a:t>
            </a:r>
          </a:p>
        </p:txBody>
      </p:sp>
    </p:spTree>
    <p:extLst>
      <p:ext uri="{BB962C8B-B14F-4D97-AF65-F5344CB8AC3E}">
        <p14:creationId xmlns:p14="http://schemas.microsoft.com/office/powerpoint/2010/main" val="1738383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5" name="slide-4-title">
            <a:extLst>
              <a:ext uri="{FF2B5EF4-FFF2-40B4-BE49-F238E27FC236}">
                <a16:creationId xmlns:a16="http://schemas.microsoft.com/office/drawing/2014/main" id="{98420AE1-457B-4EE2-A285-D33021988991}"/>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Project objectives</a:t>
            </a:r>
          </a:p>
        </p:txBody>
      </p:sp>
      <p:sp>
        <p:nvSpPr>
          <p:cNvPr id="2" name="slide-4-accent-blue">
            <a:extLst>
              <a:ext uri="{FF2B5EF4-FFF2-40B4-BE49-F238E27FC236}">
                <a16:creationId xmlns:a16="http://schemas.microsoft.com/office/drawing/2014/main" id="{5FDE3EC0-6723-4FE5-9C1C-543EB5745843}"/>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4-accent-iris">
            <a:extLst>
              <a:ext uri="{FF2B5EF4-FFF2-40B4-BE49-F238E27FC236}">
                <a16:creationId xmlns:a16="http://schemas.microsoft.com/office/drawing/2014/main" id="{80D2C98B-1582-4093-A941-5FBB134186E3}"/>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4-subtitle">
            <a:extLst>
              <a:ext uri="{FF2B5EF4-FFF2-40B4-BE49-F238E27FC236}">
                <a16:creationId xmlns:a16="http://schemas.microsoft.com/office/drawing/2014/main" id="{EF84ACB0-090D-45D6-AD5C-26AAFA7F883D}"/>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Build a traceable analyst workflow from inventory to documented follow-up.</a:t>
            </a:r>
          </a:p>
        </p:txBody>
      </p:sp>
      <p:sp>
        <p:nvSpPr>
          <p:cNvPr id="5" name="slide-4-footer-rule">
            <a:extLst>
              <a:ext uri="{FF2B5EF4-FFF2-40B4-BE49-F238E27FC236}">
                <a16:creationId xmlns:a16="http://schemas.microsoft.com/office/drawing/2014/main" id="{26759C3B-655C-48CD-85BE-F1149601EBD2}"/>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4-footer">
            <a:extLst>
              <a:ext uri="{FF2B5EF4-FFF2-40B4-BE49-F238E27FC236}">
                <a16:creationId xmlns:a16="http://schemas.microsoft.com/office/drawing/2014/main" id="{D4A0F3F6-7EF3-47A8-9E7E-0EE251CCDAB7}"/>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4-page">
            <a:extLst>
              <a:ext uri="{FF2B5EF4-FFF2-40B4-BE49-F238E27FC236}">
                <a16:creationId xmlns:a16="http://schemas.microsoft.com/office/drawing/2014/main" id="{18A170D6-4191-4526-9146-2C54A8EAC679}"/>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04</a:t>
            </a:r>
          </a:p>
        </p:txBody>
      </p:sp>
      <p:sp>
        <p:nvSpPr>
          <p:cNvPr id="8" name="objective-01-number">
            <a:extLst>
              <a:ext uri="{FF2B5EF4-FFF2-40B4-BE49-F238E27FC236}">
                <a16:creationId xmlns:a16="http://schemas.microsoft.com/office/drawing/2014/main" id="{CCCA3792-5A09-48AE-89FA-E4A21780F82C}"/>
              </a:ext>
            </a:extLst>
          </p:cNvPr>
          <p:cNvSpPr>
            <a:spLocks noGrp="1"/>
          </p:cNvSpPr>
          <p:nvPr/>
        </p:nvSpPr>
        <p:spPr>
          <a:xfrm>
            <a:off x="704850" y="1905000"/>
            <a:ext cx="781050" cy="523875"/>
          </a:xfrm>
          <a:prstGeom prst="rect">
            <a:avLst/>
          </a:prstGeom>
          <a:noFill/>
          <a:ln w="0">
            <a:noFill/>
            <a:prstDash val="solid"/>
          </a:ln>
        </p:spPr>
        <p:txBody>
          <a:bodyPr wrap="square" lIns="0" tIns="0" rIns="0" bIns="0" anchor="ctr">
            <a:normAutofit/>
          </a:bodyPr>
          <a:lstStyle>
            <a:defPPr algn="l">
              <a:defRPr sz="3150" b="1">
                <a:solidFill>
                  <a:srgbClr val="3DE8FF"/>
                </a:solidFill>
                <a:latin typeface="Arial"/>
                <a:ea typeface="Arial"/>
                <a:cs typeface="Arial"/>
              </a:defRPr>
            </a:defPPr>
            <a:lvl1pPr algn="l">
              <a:defRPr sz="3150" b="1">
                <a:solidFill>
                  <a:srgbClr val="3DE8FF"/>
                </a:solidFill>
                <a:latin typeface="Arial"/>
                <a:ea typeface="Arial"/>
                <a:cs typeface="Arial"/>
              </a:defRPr>
            </a:lvl1pPr>
            <a:lvl2pPr algn="l">
              <a:defRPr sz="3150" b="1">
                <a:solidFill>
                  <a:srgbClr val="3DE8FF"/>
                </a:solidFill>
                <a:latin typeface="Arial"/>
                <a:ea typeface="Arial"/>
                <a:cs typeface="Arial"/>
              </a:defRPr>
            </a:lvl2pPr>
            <a:lvl3pPr algn="l">
              <a:defRPr sz="3150" b="1">
                <a:solidFill>
                  <a:srgbClr val="3DE8FF"/>
                </a:solidFill>
                <a:latin typeface="Arial"/>
                <a:ea typeface="Arial"/>
                <a:cs typeface="Arial"/>
              </a:defRPr>
            </a:lvl3pPr>
            <a:lvl4pPr algn="l">
              <a:defRPr sz="3150" b="1">
                <a:solidFill>
                  <a:srgbClr val="3DE8FF"/>
                </a:solidFill>
                <a:latin typeface="Arial"/>
                <a:ea typeface="Arial"/>
                <a:cs typeface="Arial"/>
              </a:defRPr>
            </a:lvl4pPr>
            <a:lvl5pPr algn="l">
              <a:defRPr sz="3150" b="1">
                <a:solidFill>
                  <a:srgbClr val="3DE8FF"/>
                </a:solidFill>
                <a:latin typeface="Arial"/>
                <a:ea typeface="Arial"/>
                <a:cs typeface="Arial"/>
              </a:defRPr>
            </a:lvl5pPr>
            <a:lvl6pPr algn="l">
              <a:defRPr sz="3150" b="1">
                <a:solidFill>
                  <a:srgbClr val="3DE8FF"/>
                </a:solidFill>
                <a:latin typeface="Arial"/>
                <a:ea typeface="Arial"/>
                <a:cs typeface="Arial"/>
              </a:defRPr>
            </a:lvl6pPr>
            <a:lvl7pPr algn="l">
              <a:defRPr sz="3150" b="1">
                <a:solidFill>
                  <a:srgbClr val="3DE8FF"/>
                </a:solidFill>
                <a:latin typeface="Arial"/>
                <a:ea typeface="Arial"/>
                <a:cs typeface="Arial"/>
              </a:defRPr>
            </a:lvl7pPr>
            <a:lvl8pPr algn="l">
              <a:defRPr sz="3150" b="1">
                <a:solidFill>
                  <a:srgbClr val="3DE8FF"/>
                </a:solidFill>
                <a:latin typeface="Arial"/>
                <a:ea typeface="Arial"/>
                <a:cs typeface="Arial"/>
              </a:defRPr>
            </a:lvl8pPr>
            <a:lvl9pPr algn="l">
              <a:defRPr sz="3150" b="1">
                <a:solidFill>
                  <a:srgbClr val="3DE8FF"/>
                </a:solidFill>
                <a:latin typeface="Arial"/>
                <a:ea typeface="Arial"/>
                <a:cs typeface="Arial"/>
              </a:defRPr>
            </a:lvl9pPr>
          </a:lstStyle>
          <a:p>
            <a:pPr algn="l">
              <a:lnSpc>
                <a:spcPct val="100000"/>
              </a:lnSpc>
              <a:buNone/>
              <a:defRPr sz="3150" b="1">
                <a:solidFill>
                  <a:srgbClr val="3DE8FF"/>
                </a:solidFill>
                <a:latin typeface="Arial"/>
                <a:ea typeface="Arial"/>
                <a:cs typeface="Arial"/>
              </a:defRPr>
            </a:pPr>
            <a:r>
              <a:rPr sz="3150" b="1">
                <a:solidFill>
                  <a:srgbClr val="3DE8FF"/>
                </a:solidFill>
                <a:latin typeface="Arial"/>
                <a:ea typeface="Arial"/>
                <a:cs typeface="Arial"/>
              </a:rPr>
              <a:t>01</a:t>
            </a:r>
          </a:p>
        </p:txBody>
      </p:sp>
      <p:sp>
        <p:nvSpPr>
          <p:cNvPr id="9" name="objective-01-heading">
            <a:extLst>
              <a:ext uri="{FF2B5EF4-FFF2-40B4-BE49-F238E27FC236}">
                <a16:creationId xmlns:a16="http://schemas.microsoft.com/office/drawing/2014/main" id="{9DAC9473-1552-428F-AC2F-4518662D0531}"/>
              </a:ext>
            </a:extLst>
          </p:cNvPr>
          <p:cNvSpPr>
            <a:spLocks noGrp="1"/>
          </p:cNvSpPr>
          <p:nvPr/>
        </p:nvSpPr>
        <p:spPr>
          <a:xfrm>
            <a:off x="1581150" y="1924050"/>
            <a:ext cx="4095750" cy="361950"/>
          </a:xfrm>
          <a:prstGeom prst="rect">
            <a:avLst/>
          </a:prstGeom>
          <a:noFill/>
          <a:ln w="0">
            <a:noFill/>
            <a:prstDash val="solid"/>
          </a:ln>
        </p:spPr>
        <p:txBody>
          <a:bodyPr wrap="square" lIns="0" tIns="0" rIns="0" bIns="0" anchor="ctr">
            <a:normAutofit/>
          </a:bodyPr>
          <a:lstStyle>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Centralize asset context</a:t>
            </a:r>
          </a:p>
        </p:txBody>
      </p:sp>
      <p:sp>
        <p:nvSpPr>
          <p:cNvPr id="10" name="objective-01-body">
            <a:extLst>
              <a:ext uri="{FF2B5EF4-FFF2-40B4-BE49-F238E27FC236}">
                <a16:creationId xmlns:a16="http://schemas.microsoft.com/office/drawing/2014/main" id="{80247382-4619-4112-80BC-33B345225D0E}"/>
              </a:ext>
            </a:extLst>
          </p:cNvPr>
          <p:cNvSpPr>
            <a:spLocks noGrp="1"/>
          </p:cNvSpPr>
          <p:nvPr/>
        </p:nvSpPr>
        <p:spPr>
          <a:xfrm>
            <a:off x="1581150" y="2333625"/>
            <a:ext cx="4095750" cy="704850"/>
          </a:xfrm>
          <a:prstGeom prst="rect">
            <a:avLst/>
          </a:prstGeom>
          <a:noFill/>
          <a:ln w="0">
            <a:noFill/>
            <a:prstDash val="solid"/>
          </a:ln>
        </p:spPr>
        <p:txBody>
          <a:bodyPr wrap="square" lIns="0" tIns="0" rIns="0" bIns="0" anchor="t">
            <a:normAutofit/>
          </a:bodyPr>
          <a:lstStyle>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Keep authorized assets and known software components in one workspace.</a:t>
            </a:r>
          </a:p>
        </p:txBody>
      </p:sp>
      <p:sp>
        <p:nvSpPr>
          <p:cNvPr id="11" name="objective-01-rule">
            <a:extLst>
              <a:ext uri="{FF2B5EF4-FFF2-40B4-BE49-F238E27FC236}">
                <a16:creationId xmlns:a16="http://schemas.microsoft.com/office/drawing/2014/main" id="{966E9D2C-7F03-4871-8BAF-02AE887A620F}"/>
              </a:ext>
            </a:extLst>
          </p:cNvPr>
          <p:cNvSpPr>
            <a:spLocks noGrp="1"/>
          </p:cNvSpPr>
          <p:nvPr/>
        </p:nvSpPr>
        <p:spPr>
          <a:xfrm>
            <a:off x="1581150" y="3162300"/>
            <a:ext cx="4019550" cy="9525"/>
          </a:xfrm>
          <a:prstGeom prst="rect">
            <a:avLst/>
          </a:prstGeom>
          <a:solidFill>
            <a:srgbClr val="2A2A38"/>
          </a:solidFill>
          <a:ln w="0">
            <a:noFill/>
            <a:prstDash val="solid"/>
          </a:ln>
        </p:spPr>
        <p:txBody>
          <a:bodyPr/>
          <a:lstStyle/>
          <a:p>
            <a:endParaRPr lang="en-IN"/>
          </a:p>
        </p:txBody>
      </p:sp>
      <p:sp>
        <p:nvSpPr>
          <p:cNvPr id="12" name="objective-02-number">
            <a:extLst>
              <a:ext uri="{FF2B5EF4-FFF2-40B4-BE49-F238E27FC236}">
                <a16:creationId xmlns:a16="http://schemas.microsoft.com/office/drawing/2014/main" id="{2BDB5429-AA86-482E-9218-4926AA630416}"/>
              </a:ext>
            </a:extLst>
          </p:cNvPr>
          <p:cNvSpPr>
            <a:spLocks noGrp="1"/>
          </p:cNvSpPr>
          <p:nvPr/>
        </p:nvSpPr>
        <p:spPr>
          <a:xfrm>
            <a:off x="6343650" y="1905000"/>
            <a:ext cx="781050" cy="523875"/>
          </a:xfrm>
          <a:prstGeom prst="rect">
            <a:avLst/>
          </a:prstGeom>
          <a:noFill/>
          <a:ln w="0">
            <a:noFill/>
            <a:prstDash val="solid"/>
          </a:ln>
        </p:spPr>
        <p:txBody>
          <a:bodyPr wrap="square" lIns="0" tIns="0" rIns="0" bIns="0" anchor="ctr">
            <a:normAutofit/>
          </a:bodyPr>
          <a:lstStyle>
            <a:defPPr algn="l">
              <a:defRPr sz="3150" b="1">
                <a:solidFill>
                  <a:srgbClr val="8B7CF6"/>
                </a:solidFill>
                <a:latin typeface="Arial"/>
                <a:ea typeface="Arial"/>
                <a:cs typeface="Arial"/>
              </a:defRPr>
            </a:defPPr>
            <a:lvl1pPr algn="l">
              <a:defRPr sz="3150" b="1">
                <a:solidFill>
                  <a:srgbClr val="8B7CF6"/>
                </a:solidFill>
                <a:latin typeface="Arial"/>
                <a:ea typeface="Arial"/>
                <a:cs typeface="Arial"/>
              </a:defRPr>
            </a:lvl1pPr>
            <a:lvl2pPr algn="l">
              <a:defRPr sz="3150" b="1">
                <a:solidFill>
                  <a:srgbClr val="8B7CF6"/>
                </a:solidFill>
                <a:latin typeface="Arial"/>
                <a:ea typeface="Arial"/>
                <a:cs typeface="Arial"/>
              </a:defRPr>
            </a:lvl2pPr>
            <a:lvl3pPr algn="l">
              <a:defRPr sz="3150" b="1">
                <a:solidFill>
                  <a:srgbClr val="8B7CF6"/>
                </a:solidFill>
                <a:latin typeface="Arial"/>
                <a:ea typeface="Arial"/>
                <a:cs typeface="Arial"/>
              </a:defRPr>
            </a:lvl3pPr>
            <a:lvl4pPr algn="l">
              <a:defRPr sz="3150" b="1">
                <a:solidFill>
                  <a:srgbClr val="8B7CF6"/>
                </a:solidFill>
                <a:latin typeface="Arial"/>
                <a:ea typeface="Arial"/>
                <a:cs typeface="Arial"/>
              </a:defRPr>
            </a:lvl4pPr>
            <a:lvl5pPr algn="l">
              <a:defRPr sz="3150" b="1">
                <a:solidFill>
                  <a:srgbClr val="8B7CF6"/>
                </a:solidFill>
                <a:latin typeface="Arial"/>
                <a:ea typeface="Arial"/>
                <a:cs typeface="Arial"/>
              </a:defRPr>
            </a:lvl5pPr>
            <a:lvl6pPr algn="l">
              <a:defRPr sz="3150" b="1">
                <a:solidFill>
                  <a:srgbClr val="8B7CF6"/>
                </a:solidFill>
                <a:latin typeface="Arial"/>
                <a:ea typeface="Arial"/>
                <a:cs typeface="Arial"/>
              </a:defRPr>
            </a:lvl6pPr>
            <a:lvl7pPr algn="l">
              <a:defRPr sz="3150" b="1">
                <a:solidFill>
                  <a:srgbClr val="8B7CF6"/>
                </a:solidFill>
                <a:latin typeface="Arial"/>
                <a:ea typeface="Arial"/>
                <a:cs typeface="Arial"/>
              </a:defRPr>
            </a:lvl7pPr>
            <a:lvl8pPr algn="l">
              <a:defRPr sz="3150" b="1">
                <a:solidFill>
                  <a:srgbClr val="8B7CF6"/>
                </a:solidFill>
                <a:latin typeface="Arial"/>
                <a:ea typeface="Arial"/>
                <a:cs typeface="Arial"/>
              </a:defRPr>
            </a:lvl8pPr>
            <a:lvl9pPr algn="l">
              <a:defRPr sz="3150" b="1">
                <a:solidFill>
                  <a:srgbClr val="8B7CF6"/>
                </a:solidFill>
                <a:latin typeface="Arial"/>
                <a:ea typeface="Arial"/>
                <a:cs typeface="Arial"/>
              </a:defRPr>
            </a:lvl9pPr>
          </a:lstStyle>
          <a:p>
            <a:pPr algn="l">
              <a:lnSpc>
                <a:spcPct val="100000"/>
              </a:lnSpc>
              <a:buNone/>
              <a:defRPr sz="3150" b="1">
                <a:solidFill>
                  <a:srgbClr val="8B7CF6"/>
                </a:solidFill>
                <a:latin typeface="Arial"/>
                <a:ea typeface="Arial"/>
                <a:cs typeface="Arial"/>
              </a:defRPr>
            </a:pPr>
            <a:r>
              <a:rPr sz="3150" b="1">
                <a:solidFill>
                  <a:srgbClr val="8B7CF6"/>
                </a:solidFill>
                <a:latin typeface="Arial"/>
                <a:ea typeface="Arial"/>
                <a:cs typeface="Arial"/>
              </a:rPr>
              <a:t>02</a:t>
            </a:r>
          </a:p>
        </p:txBody>
      </p:sp>
      <p:sp>
        <p:nvSpPr>
          <p:cNvPr id="13" name="objective-02-heading">
            <a:extLst>
              <a:ext uri="{FF2B5EF4-FFF2-40B4-BE49-F238E27FC236}">
                <a16:creationId xmlns:a16="http://schemas.microsoft.com/office/drawing/2014/main" id="{42074FDE-C63F-4276-9C3E-3A76CD08F950}"/>
              </a:ext>
            </a:extLst>
          </p:cNvPr>
          <p:cNvSpPr>
            <a:spLocks noGrp="1"/>
          </p:cNvSpPr>
          <p:nvPr/>
        </p:nvSpPr>
        <p:spPr>
          <a:xfrm>
            <a:off x="7219950" y="1924050"/>
            <a:ext cx="4095750" cy="361950"/>
          </a:xfrm>
          <a:prstGeom prst="rect">
            <a:avLst/>
          </a:prstGeom>
          <a:noFill/>
          <a:ln w="0">
            <a:noFill/>
            <a:prstDash val="solid"/>
          </a:ln>
        </p:spPr>
        <p:txBody>
          <a:bodyPr wrap="square" lIns="0" tIns="0" rIns="0" bIns="0" anchor="ctr">
            <a:normAutofit/>
          </a:bodyPr>
          <a:lstStyle>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Collect bounded evidence</a:t>
            </a:r>
          </a:p>
        </p:txBody>
      </p:sp>
      <p:sp>
        <p:nvSpPr>
          <p:cNvPr id="14" name="objective-02-body">
            <a:extLst>
              <a:ext uri="{FF2B5EF4-FFF2-40B4-BE49-F238E27FC236}">
                <a16:creationId xmlns:a16="http://schemas.microsoft.com/office/drawing/2014/main" id="{30A1BD07-1532-491C-B0BC-7E352C4350A7}"/>
              </a:ext>
            </a:extLst>
          </p:cNvPr>
          <p:cNvSpPr>
            <a:spLocks noGrp="1"/>
          </p:cNvSpPr>
          <p:nvPr/>
        </p:nvSpPr>
        <p:spPr>
          <a:xfrm>
            <a:off x="7219950" y="2333625"/>
            <a:ext cx="4095750" cy="704850"/>
          </a:xfrm>
          <a:prstGeom prst="rect">
            <a:avLst/>
          </a:prstGeom>
          <a:noFill/>
          <a:ln w="0">
            <a:noFill/>
            <a:prstDash val="solid"/>
          </a:ln>
        </p:spPr>
        <p:txBody>
          <a:bodyPr wrap="square" lIns="0" tIns="0" rIns="0" bIns="0" anchor="t">
            <a:normAutofit/>
          </a:bodyPr>
          <a:lstStyle>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Run selected checks in background jobs and retain source status and freshness.</a:t>
            </a:r>
          </a:p>
        </p:txBody>
      </p:sp>
      <p:sp>
        <p:nvSpPr>
          <p:cNvPr id="15" name="objective-02-rule">
            <a:extLst>
              <a:ext uri="{FF2B5EF4-FFF2-40B4-BE49-F238E27FC236}">
                <a16:creationId xmlns:a16="http://schemas.microsoft.com/office/drawing/2014/main" id="{21394F58-5075-49BC-A409-E747E87292C0}"/>
              </a:ext>
            </a:extLst>
          </p:cNvPr>
          <p:cNvSpPr>
            <a:spLocks noGrp="1"/>
          </p:cNvSpPr>
          <p:nvPr/>
        </p:nvSpPr>
        <p:spPr>
          <a:xfrm>
            <a:off x="7219950" y="3162300"/>
            <a:ext cx="4019550" cy="9525"/>
          </a:xfrm>
          <a:prstGeom prst="rect">
            <a:avLst/>
          </a:prstGeom>
          <a:solidFill>
            <a:srgbClr val="2A2A38"/>
          </a:solidFill>
          <a:ln w="0">
            <a:noFill/>
            <a:prstDash val="solid"/>
          </a:ln>
        </p:spPr>
        <p:txBody>
          <a:bodyPr/>
          <a:lstStyle/>
          <a:p>
            <a:endParaRPr lang="en-IN"/>
          </a:p>
        </p:txBody>
      </p:sp>
      <p:sp>
        <p:nvSpPr>
          <p:cNvPr id="16" name="objective-03-number">
            <a:extLst>
              <a:ext uri="{FF2B5EF4-FFF2-40B4-BE49-F238E27FC236}">
                <a16:creationId xmlns:a16="http://schemas.microsoft.com/office/drawing/2014/main" id="{495D2369-0749-4278-BE17-DDF1B88FDCB1}"/>
              </a:ext>
            </a:extLst>
          </p:cNvPr>
          <p:cNvSpPr>
            <a:spLocks noGrp="1"/>
          </p:cNvSpPr>
          <p:nvPr/>
        </p:nvSpPr>
        <p:spPr>
          <a:xfrm>
            <a:off x="704850" y="3886200"/>
            <a:ext cx="781050" cy="523875"/>
          </a:xfrm>
          <a:prstGeom prst="rect">
            <a:avLst/>
          </a:prstGeom>
          <a:noFill/>
          <a:ln w="0">
            <a:noFill/>
            <a:prstDash val="solid"/>
          </a:ln>
        </p:spPr>
        <p:txBody>
          <a:bodyPr wrap="square" lIns="0" tIns="0" rIns="0" bIns="0" anchor="ctr">
            <a:normAutofit/>
          </a:bodyPr>
          <a:lstStyle>
            <a:defPPr algn="l">
              <a:defRPr sz="3150" b="1">
                <a:solidFill>
                  <a:srgbClr val="3DE8FF"/>
                </a:solidFill>
                <a:latin typeface="Arial"/>
                <a:ea typeface="Arial"/>
                <a:cs typeface="Arial"/>
              </a:defRPr>
            </a:defPPr>
            <a:lvl1pPr algn="l">
              <a:defRPr sz="3150" b="1">
                <a:solidFill>
                  <a:srgbClr val="3DE8FF"/>
                </a:solidFill>
                <a:latin typeface="Arial"/>
                <a:ea typeface="Arial"/>
                <a:cs typeface="Arial"/>
              </a:defRPr>
            </a:lvl1pPr>
            <a:lvl2pPr algn="l">
              <a:defRPr sz="3150" b="1">
                <a:solidFill>
                  <a:srgbClr val="3DE8FF"/>
                </a:solidFill>
                <a:latin typeface="Arial"/>
                <a:ea typeface="Arial"/>
                <a:cs typeface="Arial"/>
              </a:defRPr>
            </a:lvl2pPr>
            <a:lvl3pPr algn="l">
              <a:defRPr sz="3150" b="1">
                <a:solidFill>
                  <a:srgbClr val="3DE8FF"/>
                </a:solidFill>
                <a:latin typeface="Arial"/>
                <a:ea typeface="Arial"/>
                <a:cs typeface="Arial"/>
              </a:defRPr>
            </a:lvl3pPr>
            <a:lvl4pPr algn="l">
              <a:defRPr sz="3150" b="1">
                <a:solidFill>
                  <a:srgbClr val="3DE8FF"/>
                </a:solidFill>
                <a:latin typeface="Arial"/>
                <a:ea typeface="Arial"/>
                <a:cs typeface="Arial"/>
              </a:defRPr>
            </a:lvl4pPr>
            <a:lvl5pPr algn="l">
              <a:defRPr sz="3150" b="1">
                <a:solidFill>
                  <a:srgbClr val="3DE8FF"/>
                </a:solidFill>
                <a:latin typeface="Arial"/>
                <a:ea typeface="Arial"/>
                <a:cs typeface="Arial"/>
              </a:defRPr>
            </a:lvl5pPr>
            <a:lvl6pPr algn="l">
              <a:defRPr sz="3150" b="1">
                <a:solidFill>
                  <a:srgbClr val="3DE8FF"/>
                </a:solidFill>
                <a:latin typeface="Arial"/>
                <a:ea typeface="Arial"/>
                <a:cs typeface="Arial"/>
              </a:defRPr>
            </a:lvl6pPr>
            <a:lvl7pPr algn="l">
              <a:defRPr sz="3150" b="1">
                <a:solidFill>
                  <a:srgbClr val="3DE8FF"/>
                </a:solidFill>
                <a:latin typeface="Arial"/>
                <a:ea typeface="Arial"/>
                <a:cs typeface="Arial"/>
              </a:defRPr>
            </a:lvl7pPr>
            <a:lvl8pPr algn="l">
              <a:defRPr sz="3150" b="1">
                <a:solidFill>
                  <a:srgbClr val="3DE8FF"/>
                </a:solidFill>
                <a:latin typeface="Arial"/>
                <a:ea typeface="Arial"/>
                <a:cs typeface="Arial"/>
              </a:defRPr>
            </a:lvl8pPr>
            <a:lvl9pPr algn="l">
              <a:defRPr sz="3150" b="1">
                <a:solidFill>
                  <a:srgbClr val="3DE8FF"/>
                </a:solidFill>
                <a:latin typeface="Arial"/>
                <a:ea typeface="Arial"/>
                <a:cs typeface="Arial"/>
              </a:defRPr>
            </a:lvl9pPr>
          </a:lstStyle>
          <a:p>
            <a:pPr algn="l">
              <a:lnSpc>
                <a:spcPct val="100000"/>
              </a:lnSpc>
              <a:buNone/>
              <a:defRPr sz="3150" b="1">
                <a:solidFill>
                  <a:srgbClr val="3DE8FF"/>
                </a:solidFill>
                <a:latin typeface="Arial"/>
                <a:ea typeface="Arial"/>
                <a:cs typeface="Arial"/>
              </a:defRPr>
            </a:pPr>
            <a:r>
              <a:rPr sz="3150" b="1">
                <a:solidFill>
                  <a:srgbClr val="3DE8FF"/>
                </a:solidFill>
                <a:latin typeface="Arial"/>
                <a:ea typeface="Arial"/>
                <a:cs typeface="Arial"/>
              </a:rPr>
              <a:t>03</a:t>
            </a:r>
          </a:p>
        </p:txBody>
      </p:sp>
      <p:sp>
        <p:nvSpPr>
          <p:cNvPr id="17" name="objective-03-heading">
            <a:extLst>
              <a:ext uri="{FF2B5EF4-FFF2-40B4-BE49-F238E27FC236}">
                <a16:creationId xmlns:a16="http://schemas.microsoft.com/office/drawing/2014/main" id="{DFDEC701-4F57-4F14-9146-5F4D6C0FA88B}"/>
              </a:ext>
            </a:extLst>
          </p:cNvPr>
          <p:cNvSpPr>
            <a:spLocks noGrp="1"/>
          </p:cNvSpPr>
          <p:nvPr/>
        </p:nvSpPr>
        <p:spPr>
          <a:xfrm>
            <a:off x="1581150" y="3905250"/>
            <a:ext cx="4095750" cy="361950"/>
          </a:xfrm>
          <a:prstGeom prst="rect">
            <a:avLst/>
          </a:prstGeom>
          <a:noFill/>
          <a:ln w="0">
            <a:noFill/>
            <a:prstDash val="solid"/>
          </a:ln>
        </p:spPr>
        <p:txBody>
          <a:bodyPr wrap="square" lIns="0" tIns="0" rIns="0" bIns="0" anchor="ctr">
            <a:normAutofit/>
          </a:bodyPr>
          <a:lstStyle>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Separate matches from decisions</a:t>
            </a:r>
          </a:p>
        </p:txBody>
      </p:sp>
      <p:sp>
        <p:nvSpPr>
          <p:cNvPr id="18" name="objective-03-body">
            <a:extLst>
              <a:ext uri="{FF2B5EF4-FFF2-40B4-BE49-F238E27FC236}">
                <a16:creationId xmlns:a16="http://schemas.microsoft.com/office/drawing/2014/main" id="{1944E745-9393-4EFE-9F14-94B0636AF169}"/>
              </a:ext>
            </a:extLst>
          </p:cNvPr>
          <p:cNvSpPr>
            <a:spLocks noGrp="1"/>
          </p:cNvSpPr>
          <p:nvPr/>
        </p:nvSpPr>
        <p:spPr>
          <a:xfrm>
            <a:off x="1581150" y="4314825"/>
            <a:ext cx="4095750" cy="704850"/>
          </a:xfrm>
          <a:prstGeom prst="rect">
            <a:avLst/>
          </a:prstGeom>
          <a:noFill/>
          <a:ln w="0">
            <a:noFill/>
            <a:prstDash val="solid"/>
          </a:ln>
        </p:spPr>
        <p:txBody>
          <a:bodyPr wrap="square" lIns="0" tIns="0" rIns="0" bIns="0" anchor="t">
            <a:normAutofit/>
          </a:bodyPr>
          <a:lstStyle>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Treat provider matches as candidates until an analyst reviews applicability.</a:t>
            </a:r>
          </a:p>
        </p:txBody>
      </p:sp>
      <p:sp>
        <p:nvSpPr>
          <p:cNvPr id="19" name="objective-03-rule">
            <a:extLst>
              <a:ext uri="{FF2B5EF4-FFF2-40B4-BE49-F238E27FC236}">
                <a16:creationId xmlns:a16="http://schemas.microsoft.com/office/drawing/2014/main" id="{D7B47039-3246-4F24-81DF-15EFEF5AB368}"/>
              </a:ext>
            </a:extLst>
          </p:cNvPr>
          <p:cNvSpPr>
            <a:spLocks noGrp="1"/>
          </p:cNvSpPr>
          <p:nvPr/>
        </p:nvSpPr>
        <p:spPr>
          <a:xfrm>
            <a:off x="1581150" y="5143500"/>
            <a:ext cx="4019550" cy="9525"/>
          </a:xfrm>
          <a:prstGeom prst="rect">
            <a:avLst/>
          </a:prstGeom>
          <a:solidFill>
            <a:srgbClr val="2A2A38"/>
          </a:solidFill>
          <a:ln w="0">
            <a:noFill/>
            <a:prstDash val="solid"/>
          </a:ln>
        </p:spPr>
        <p:txBody>
          <a:bodyPr/>
          <a:lstStyle/>
          <a:p>
            <a:endParaRPr lang="en-IN"/>
          </a:p>
        </p:txBody>
      </p:sp>
      <p:sp>
        <p:nvSpPr>
          <p:cNvPr id="20" name="objective-04-number">
            <a:extLst>
              <a:ext uri="{FF2B5EF4-FFF2-40B4-BE49-F238E27FC236}">
                <a16:creationId xmlns:a16="http://schemas.microsoft.com/office/drawing/2014/main" id="{C7E9B7A4-82A8-4C87-8DD1-94FCB5798B9D}"/>
              </a:ext>
            </a:extLst>
          </p:cNvPr>
          <p:cNvSpPr>
            <a:spLocks noGrp="1"/>
          </p:cNvSpPr>
          <p:nvPr/>
        </p:nvSpPr>
        <p:spPr>
          <a:xfrm>
            <a:off x="6343650" y="3886200"/>
            <a:ext cx="781050" cy="523875"/>
          </a:xfrm>
          <a:prstGeom prst="rect">
            <a:avLst/>
          </a:prstGeom>
          <a:noFill/>
          <a:ln w="0">
            <a:noFill/>
            <a:prstDash val="solid"/>
          </a:ln>
        </p:spPr>
        <p:txBody>
          <a:bodyPr wrap="square" lIns="0" tIns="0" rIns="0" bIns="0" anchor="ctr">
            <a:normAutofit/>
          </a:bodyPr>
          <a:lstStyle>
            <a:defPPr algn="l">
              <a:defRPr sz="3150" b="1">
                <a:solidFill>
                  <a:srgbClr val="8B7CF6"/>
                </a:solidFill>
                <a:latin typeface="Arial"/>
                <a:ea typeface="Arial"/>
                <a:cs typeface="Arial"/>
              </a:defRPr>
            </a:defPPr>
            <a:lvl1pPr algn="l">
              <a:defRPr sz="3150" b="1">
                <a:solidFill>
                  <a:srgbClr val="8B7CF6"/>
                </a:solidFill>
                <a:latin typeface="Arial"/>
                <a:ea typeface="Arial"/>
                <a:cs typeface="Arial"/>
              </a:defRPr>
            </a:lvl1pPr>
            <a:lvl2pPr algn="l">
              <a:defRPr sz="3150" b="1">
                <a:solidFill>
                  <a:srgbClr val="8B7CF6"/>
                </a:solidFill>
                <a:latin typeface="Arial"/>
                <a:ea typeface="Arial"/>
                <a:cs typeface="Arial"/>
              </a:defRPr>
            </a:lvl2pPr>
            <a:lvl3pPr algn="l">
              <a:defRPr sz="3150" b="1">
                <a:solidFill>
                  <a:srgbClr val="8B7CF6"/>
                </a:solidFill>
                <a:latin typeface="Arial"/>
                <a:ea typeface="Arial"/>
                <a:cs typeface="Arial"/>
              </a:defRPr>
            </a:lvl3pPr>
            <a:lvl4pPr algn="l">
              <a:defRPr sz="3150" b="1">
                <a:solidFill>
                  <a:srgbClr val="8B7CF6"/>
                </a:solidFill>
                <a:latin typeface="Arial"/>
                <a:ea typeface="Arial"/>
                <a:cs typeface="Arial"/>
              </a:defRPr>
            </a:lvl4pPr>
            <a:lvl5pPr algn="l">
              <a:defRPr sz="3150" b="1">
                <a:solidFill>
                  <a:srgbClr val="8B7CF6"/>
                </a:solidFill>
                <a:latin typeface="Arial"/>
                <a:ea typeface="Arial"/>
                <a:cs typeface="Arial"/>
              </a:defRPr>
            </a:lvl5pPr>
            <a:lvl6pPr algn="l">
              <a:defRPr sz="3150" b="1">
                <a:solidFill>
                  <a:srgbClr val="8B7CF6"/>
                </a:solidFill>
                <a:latin typeface="Arial"/>
                <a:ea typeface="Arial"/>
                <a:cs typeface="Arial"/>
              </a:defRPr>
            </a:lvl6pPr>
            <a:lvl7pPr algn="l">
              <a:defRPr sz="3150" b="1">
                <a:solidFill>
                  <a:srgbClr val="8B7CF6"/>
                </a:solidFill>
                <a:latin typeface="Arial"/>
                <a:ea typeface="Arial"/>
                <a:cs typeface="Arial"/>
              </a:defRPr>
            </a:lvl7pPr>
            <a:lvl8pPr algn="l">
              <a:defRPr sz="3150" b="1">
                <a:solidFill>
                  <a:srgbClr val="8B7CF6"/>
                </a:solidFill>
                <a:latin typeface="Arial"/>
                <a:ea typeface="Arial"/>
                <a:cs typeface="Arial"/>
              </a:defRPr>
            </a:lvl8pPr>
            <a:lvl9pPr algn="l">
              <a:defRPr sz="3150" b="1">
                <a:solidFill>
                  <a:srgbClr val="8B7CF6"/>
                </a:solidFill>
                <a:latin typeface="Arial"/>
                <a:ea typeface="Arial"/>
                <a:cs typeface="Arial"/>
              </a:defRPr>
            </a:lvl9pPr>
          </a:lstStyle>
          <a:p>
            <a:pPr algn="l">
              <a:lnSpc>
                <a:spcPct val="100000"/>
              </a:lnSpc>
              <a:buNone/>
              <a:defRPr sz="3150" b="1">
                <a:solidFill>
                  <a:srgbClr val="8B7CF6"/>
                </a:solidFill>
                <a:latin typeface="Arial"/>
                <a:ea typeface="Arial"/>
                <a:cs typeface="Arial"/>
              </a:defRPr>
            </a:pPr>
            <a:r>
              <a:rPr sz="3150" b="1">
                <a:solidFill>
                  <a:srgbClr val="8B7CF6"/>
                </a:solidFill>
                <a:latin typeface="Arial"/>
                <a:ea typeface="Arial"/>
                <a:cs typeface="Arial"/>
              </a:rPr>
              <a:t>04</a:t>
            </a:r>
          </a:p>
        </p:txBody>
      </p:sp>
      <p:sp>
        <p:nvSpPr>
          <p:cNvPr id="21" name="objective-04-heading">
            <a:extLst>
              <a:ext uri="{FF2B5EF4-FFF2-40B4-BE49-F238E27FC236}">
                <a16:creationId xmlns:a16="http://schemas.microsoft.com/office/drawing/2014/main" id="{1E20B398-E0E1-45DF-9AF8-8BC5DB5E6BE1}"/>
              </a:ext>
            </a:extLst>
          </p:cNvPr>
          <p:cNvSpPr>
            <a:spLocks noGrp="1"/>
          </p:cNvSpPr>
          <p:nvPr/>
        </p:nvSpPr>
        <p:spPr>
          <a:xfrm>
            <a:off x="7219950" y="3905250"/>
            <a:ext cx="4095750" cy="361950"/>
          </a:xfrm>
          <a:prstGeom prst="rect">
            <a:avLst/>
          </a:prstGeom>
          <a:noFill/>
          <a:ln w="0">
            <a:noFill/>
            <a:prstDash val="solid"/>
          </a:ln>
        </p:spPr>
        <p:txBody>
          <a:bodyPr wrap="square" lIns="0" tIns="0" rIns="0" bIns="0" anchor="ctr">
            <a:normAutofit/>
          </a:bodyPr>
          <a:lstStyle>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Support response records</a:t>
            </a:r>
          </a:p>
        </p:txBody>
      </p:sp>
      <p:sp>
        <p:nvSpPr>
          <p:cNvPr id="22" name="objective-04-body">
            <a:extLst>
              <a:ext uri="{FF2B5EF4-FFF2-40B4-BE49-F238E27FC236}">
                <a16:creationId xmlns:a16="http://schemas.microsoft.com/office/drawing/2014/main" id="{E7DD0C87-7563-4F2E-8307-0295929B0029}"/>
              </a:ext>
            </a:extLst>
          </p:cNvPr>
          <p:cNvSpPr>
            <a:spLocks noGrp="1"/>
          </p:cNvSpPr>
          <p:nvPr/>
        </p:nvSpPr>
        <p:spPr>
          <a:xfrm>
            <a:off x="7219950" y="4314825"/>
            <a:ext cx="4095750" cy="704850"/>
          </a:xfrm>
          <a:prstGeom prst="rect">
            <a:avLst/>
          </a:prstGeom>
          <a:noFill/>
          <a:ln w="0">
            <a:noFill/>
            <a:prstDash val="solid"/>
          </a:ln>
        </p:spPr>
        <p:txBody>
          <a:bodyPr wrap="square" lIns="0" tIns="0" rIns="0" bIns="0" anchor="t">
            <a:normAutofit/>
          </a:bodyPr>
          <a:lstStyle>
            <a:defPPr algn="l">
              <a:defRPr sz="1500" b="0">
                <a:solidFill>
                  <a:srgbClr val="C9C9D4"/>
                </a:solidFill>
                <a:latin typeface="Arial"/>
                <a:ea typeface="Arial"/>
                <a:cs typeface="Arial"/>
              </a:defRPr>
            </a:defPPr>
            <a:lvl1pPr algn="l">
              <a:defRPr sz="1500" b="0">
                <a:solidFill>
                  <a:srgbClr val="C9C9D4"/>
                </a:solidFill>
                <a:latin typeface="Arial"/>
                <a:ea typeface="Arial"/>
                <a:cs typeface="Arial"/>
              </a:defRPr>
            </a:lvl1pPr>
            <a:lvl2pPr algn="l">
              <a:defRPr sz="1500" b="0">
                <a:solidFill>
                  <a:srgbClr val="C9C9D4"/>
                </a:solidFill>
                <a:latin typeface="Arial"/>
                <a:ea typeface="Arial"/>
                <a:cs typeface="Arial"/>
              </a:defRPr>
            </a:lvl2pPr>
            <a:lvl3pPr algn="l">
              <a:defRPr sz="1500" b="0">
                <a:solidFill>
                  <a:srgbClr val="C9C9D4"/>
                </a:solidFill>
                <a:latin typeface="Arial"/>
                <a:ea typeface="Arial"/>
                <a:cs typeface="Arial"/>
              </a:defRPr>
            </a:lvl3pPr>
            <a:lvl4pPr algn="l">
              <a:defRPr sz="1500" b="0">
                <a:solidFill>
                  <a:srgbClr val="C9C9D4"/>
                </a:solidFill>
                <a:latin typeface="Arial"/>
                <a:ea typeface="Arial"/>
                <a:cs typeface="Arial"/>
              </a:defRPr>
            </a:lvl4pPr>
            <a:lvl5pPr algn="l">
              <a:defRPr sz="1500" b="0">
                <a:solidFill>
                  <a:srgbClr val="C9C9D4"/>
                </a:solidFill>
                <a:latin typeface="Arial"/>
                <a:ea typeface="Arial"/>
                <a:cs typeface="Arial"/>
              </a:defRPr>
            </a:lvl5pPr>
            <a:lvl6pPr algn="l">
              <a:defRPr sz="1500" b="0">
                <a:solidFill>
                  <a:srgbClr val="C9C9D4"/>
                </a:solidFill>
                <a:latin typeface="Arial"/>
                <a:ea typeface="Arial"/>
                <a:cs typeface="Arial"/>
              </a:defRPr>
            </a:lvl6pPr>
            <a:lvl7pPr algn="l">
              <a:defRPr sz="1500" b="0">
                <a:solidFill>
                  <a:srgbClr val="C9C9D4"/>
                </a:solidFill>
                <a:latin typeface="Arial"/>
                <a:ea typeface="Arial"/>
                <a:cs typeface="Arial"/>
              </a:defRPr>
            </a:lvl7pPr>
            <a:lvl8pPr algn="l">
              <a:defRPr sz="1500" b="0">
                <a:solidFill>
                  <a:srgbClr val="C9C9D4"/>
                </a:solidFill>
                <a:latin typeface="Arial"/>
                <a:ea typeface="Arial"/>
                <a:cs typeface="Arial"/>
              </a:defRPr>
            </a:lvl8pPr>
            <a:lvl9pPr algn="l">
              <a:defRPr sz="1500" b="0">
                <a:solidFill>
                  <a:srgbClr val="C9C9D4"/>
                </a:solidFill>
                <a:latin typeface="Arial"/>
                <a:ea typeface="Arial"/>
                <a:cs typeface="Arial"/>
              </a:defRPr>
            </a:lvl9pPr>
          </a:lstStyle>
          <a:p>
            <a:pPr algn="l">
              <a:lnSpc>
                <a:spcPct val="112000"/>
              </a:lnSpc>
              <a:buNone/>
              <a:defRPr sz="1500" b="0">
                <a:solidFill>
                  <a:srgbClr val="C9C9D4"/>
                </a:solidFill>
                <a:latin typeface="Arial"/>
                <a:ea typeface="Arial"/>
                <a:cs typeface="Arial"/>
              </a:defRPr>
            </a:pPr>
            <a:r>
              <a:rPr sz="1500" b="0">
                <a:solidFill>
                  <a:srgbClr val="C9C9D4"/>
                </a:solidFill>
                <a:latin typeface="Arial"/>
                <a:ea typeface="Arial"/>
                <a:cs typeface="Arial"/>
              </a:rPr>
              <a:t>Connect investigations to incidents, remediation work, and point-in-time reports.</a:t>
            </a:r>
          </a:p>
        </p:txBody>
      </p:sp>
      <p:sp>
        <p:nvSpPr>
          <p:cNvPr id="23" name="objective-04-rule">
            <a:extLst>
              <a:ext uri="{FF2B5EF4-FFF2-40B4-BE49-F238E27FC236}">
                <a16:creationId xmlns:a16="http://schemas.microsoft.com/office/drawing/2014/main" id="{A61ECDB2-E787-481B-A5C3-27D57AF72738}"/>
              </a:ext>
            </a:extLst>
          </p:cNvPr>
          <p:cNvSpPr>
            <a:spLocks noGrp="1"/>
          </p:cNvSpPr>
          <p:nvPr/>
        </p:nvSpPr>
        <p:spPr>
          <a:xfrm>
            <a:off x="7219950" y="5143500"/>
            <a:ext cx="4019550" cy="9525"/>
          </a:xfrm>
          <a:prstGeom prst="rect">
            <a:avLst/>
          </a:prstGeom>
          <a:solidFill>
            <a:srgbClr val="2A2A38"/>
          </a:solidFill>
          <a:ln w="0">
            <a:noFill/>
            <a:prstDash val="solid"/>
          </a:ln>
        </p:spPr>
        <p:txBody>
          <a:bodyPr/>
          <a:lstStyle/>
          <a:p>
            <a:endParaRPr lang="en-IN"/>
          </a:p>
        </p:txBody>
      </p:sp>
      <p:sp>
        <p:nvSpPr>
          <p:cNvPr id="24" name="objective-scope-note">
            <a:extLst>
              <a:ext uri="{FF2B5EF4-FFF2-40B4-BE49-F238E27FC236}">
                <a16:creationId xmlns:a16="http://schemas.microsoft.com/office/drawing/2014/main" id="{99E6CC40-B3DB-4D5F-B2C6-35C2E854A88F}"/>
              </a:ext>
            </a:extLst>
          </p:cNvPr>
          <p:cNvSpPr>
            <a:spLocks noGrp="1"/>
          </p:cNvSpPr>
          <p:nvPr/>
        </p:nvSpPr>
        <p:spPr>
          <a:xfrm>
            <a:off x="704850" y="5600700"/>
            <a:ext cx="10763250" cy="361950"/>
          </a:xfrm>
          <a:prstGeom prst="rect">
            <a:avLst/>
          </a:prstGeom>
          <a:noFill/>
          <a:ln w="0">
            <a:noFill/>
            <a:prstDash val="solid"/>
          </a:ln>
        </p:spPr>
        <p:txBody>
          <a:bodyPr wrap="square" lIns="0" tIns="0" rIns="0" bIns="0" anchor="ctr">
            <a:normAutofit/>
          </a:bodyPr>
          <a:lstStyle>
            <a:defPPr algn="l">
              <a:defRPr sz="1500" b="1">
                <a:solidFill>
                  <a:srgbClr val="C9C9D4"/>
                </a:solidFill>
                <a:latin typeface="Arial"/>
                <a:ea typeface="Arial"/>
                <a:cs typeface="Arial"/>
              </a:defRPr>
            </a:defPPr>
            <a:lvl1pPr algn="l">
              <a:defRPr sz="1500" b="1">
                <a:solidFill>
                  <a:srgbClr val="C9C9D4"/>
                </a:solidFill>
                <a:latin typeface="Arial"/>
                <a:ea typeface="Arial"/>
                <a:cs typeface="Arial"/>
              </a:defRPr>
            </a:lvl1pPr>
            <a:lvl2pPr algn="l">
              <a:defRPr sz="1500" b="1">
                <a:solidFill>
                  <a:srgbClr val="C9C9D4"/>
                </a:solidFill>
                <a:latin typeface="Arial"/>
                <a:ea typeface="Arial"/>
                <a:cs typeface="Arial"/>
              </a:defRPr>
            </a:lvl2pPr>
            <a:lvl3pPr algn="l">
              <a:defRPr sz="1500" b="1">
                <a:solidFill>
                  <a:srgbClr val="C9C9D4"/>
                </a:solidFill>
                <a:latin typeface="Arial"/>
                <a:ea typeface="Arial"/>
                <a:cs typeface="Arial"/>
              </a:defRPr>
            </a:lvl3pPr>
            <a:lvl4pPr algn="l">
              <a:defRPr sz="1500" b="1">
                <a:solidFill>
                  <a:srgbClr val="C9C9D4"/>
                </a:solidFill>
                <a:latin typeface="Arial"/>
                <a:ea typeface="Arial"/>
                <a:cs typeface="Arial"/>
              </a:defRPr>
            </a:lvl4pPr>
            <a:lvl5pPr algn="l">
              <a:defRPr sz="1500" b="1">
                <a:solidFill>
                  <a:srgbClr val="C9C9D4"/>
                </a:solidFill>
                <a:latin typeface="Arial"/>
                <a:ea typeface="Arial"/>
                <a:cs typeface="Arial"/>
              </a:defRPr>
            </a:lvl5pPr>
            <a:lvl6pPr algn="l">
              <a:defRPr sz="1500" b="1">
                <a:solidFill>
                  <a:srgbClr val="C9C9D4"/>
                </a:solidFill>
                <a:latin typeface="Arial"/>
                <a:ea typeface="Arial"/>
                <a:cs typeface="Arial"/>
              </a:defRPr>
            </a:lvl6pPr>
            <a:lvl7pPr algn="l">
              <a:defRPr sz="1500" b="1">
                <a:solidFill>
                  <a:srgbClr val="C9C9D4"/>
                </a:solidFill>
                <a:latin typeface="Arial"/>
                <a:ea typeface="Arial"/>
                <a:cs typeface="Arial"/>
              </a:defRPr>
            </a:lvl7pPr>
            <a:lvl8pPr algn="l">
              <a:defRPr sz="1500" b="1">
                <a:solidFill>
                  <a:srgbClr val="C9C9D4"/>
                </a:solidFill>
                <a:latin typeface="Arial"/>
                <a:ea typeface="Arial"/>
                <a:cs typeface="Arial"/>
              </a:defRPr>
            </a:lvl8pPr>
            <a:lvl9pPr algn="l">
              <a:defRPr sz="1500" b="1">
                <a:solidFill>
                  <a:srgbClr val="C9C9D4"/>
                </a:solidFill>
                <a:latin typeface="Arial"/>
                <a:ea typeface="Arial"/>
                <a:cs typeface="Arial"/>
              </a:defRPr>
            </a:lvl9pPr>
          </a:lstStyle>
          <a:p>
            <a:pPr algn="l">
              <a:lnSpc>
                <a:spcPct val="100000"/>
              </a:lnSpc>
              <a:buNone/>
              <a:defRPr sz="1500" b="1">
                <a:solidFill>
                  <a:srgbClr val="C9C9D4"/>
                </a:solidFill>
                <a:latin typeface="Arial"/>
                <a:ea typeface="Arial"/>
                <a:cs typeface="Arial"/>
              </a:defRPr>
            </a:pPr>
            <a:r>
              <a:rPr sz="1500" b="1">
                <a:solidFill>
                  <a:srgbClr val="C9C9D4"/>
                </a:solidFill>
                <a:latin typeface="Arial"/>
                <a:ea typeface="Arial"/>
                <a:cs typeface="Arial"/>
              </a:rPr>
              <a:t>Operating principle: analyst-led assessment for assets the team owns or is explicitly authorized to assess.</a:t>
            </a:r>
          </a:p>
        </p:txBody>
      </p:sp>
    </p:spTree>
    <p:extLst>
      <p:ext uri="{BB962C8B-B14F-4D97-AF65-F5344CB8AC3E}">
        <p14:creationId xmlns:p14="http://schemas.microsoft.com/office/powerpoint/2010/main" val="426082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38" name="slide-5-title">
            <a:extLst>
              <a:ext uri="{FF2B5EF4-FFF2-40B4-BE49-F238E27FC236}">
                <a16:creationId xmlns:a16="http://schemas.microsoft.com/office/drawing/2014/main" id="{996A1A79-B6D1-4C12-AA1E-9E90A9B89AB6}"/>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Proposed solution &amp; project scope</a:t>
            </a:r>
          </a:p>
        </p:txBody>
      </p:sp>
      <p:sp>
        <p:nvSpPr>
          <p:cNvPr id="2" name="slide-5-accent-blue">
            <a:extLst>
              <a:ext uri="{FF2B5EF4-FFF2-40B4-BE49-F238E27FC236}">
                <a16:creationId xmlns:a16="http://schemas.microsoft.com/office/drawing/2014/main" id="{2DD44334-1624-43AB-96DA-41D5FE8A9AFD}"/>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5-accent-iris">
            <a:extLst>
              <a:ext uri="{FF2B5EF4-FFF2-40B4-BE49-F238E27FC236}">
                <a16:creationId xmlns:a16="http://schemas.microsoft.com/office/drawing/2014/main" id="{D77E379D-00AE-4108-BF91-9B9A5AC90785}"/>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5-subtitle">
            <a:extLst>
              <a:ext uri="{FF2B5EF4-FFF2-40B4-BE49-F238E27FC236}">
                <a16:creationId xmlns:a16="http://schemas.microsoft.com/office/drawing/2014/main" id="{304C4C47-1255-466F-B0F1-8113A9837163}"/>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One workspace links authorized assets to collected evidence, analyst review, and response records.</a:t>
            </a:r>
          </a:p>
        </p:txBody>
      </p:sp>
      <p:sp>
        <p:nvSpPr>
          <p:cNvPr id="5" name="slide-5-footer-rule">
            <a:extLst>
              <a:ext uri="{FF2B5EF4-FFF2-40B4-BE49-F238E27FC236}">
                <a16:creationId xmlns:a16="http://schemas.microsoft.com/office/drawing/2014/main" id="{CE7AEA02-5676-4D90-95F4-75CE31E97FF6}"/>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5-footer">
            <a:extLst>
              <a:ext uri="{FF2B5EF4-FFF2-40B4-BE49-F238E27FC236}">
                <a16:creationId xmlns:a16="http://schemas.microsoft.com/office/drawing/2014/main" id="{96BCA4F5-91C6-4F56-9A54-6721DD965F4A}"/>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5-page">
            <a:extLst>
              <a:ext uri="{FF2B5EF4-FFF2-40B4-BE49-F238E27FC236}">
                <a16:creationId xmlns:a16="http://schemas.microsoft.com/office/drawing/2014/main" id="{6DD6A4C9-6533-463D-9DD0-A83417B7361D}"/>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05</a:t>
            </a:r>
          </a:p>
        </p:txBody>
      </p:sp>
      <p:sp>
        <p:nvSpPr>
          <p:cNvPr id="8" name="solution-card-0">
            <a:extLst>
              <a:ext uri="{FF2B5EF4-FFF2-40B4-BE49-F238E27FC236}">
                <a16:creationId xmlns:a16="http://schemas.microsoft.com/office/drawing/2014/main" id="{CA464CF5-342E-4D65-9DD6-07AFAB9F7D76}"/>
              </a:ext>
            </a:extLst>
          </p:cNvPr>
          <p:cNvSpPr>
            <a:spLocks noGrp="1"/>
          </p:cNvSpPr>
          <p:nvPr/>
        </p:nvSpPr>
        <p:spPr>
          <a:xfrm>
            <a:off x="723900" y="2047875"/>
            <a:ext cx="3333750" cy="2552700"/>
          </a:xfrm>
          <a:prstGeom prst="roundRect">
            <a:avLst>
              <a:gd name="adj" fmla="val 5224"/>
            </a:avLst>
          </a:prstGeom>
          <a:solidFill>
            <a:srgbClr val="14141C"/>
          </a:solidFill>
          <a:ln w="9525">
            <a:solidFill>
              <a:srgbClr val="2A2A38"/>
            </a:solidFill>
            <a:prstDash val="solid"/>
          </a:ln>
        </p:spPr>
        <p:txBody>
          <a:bodyPr/>
          <a:lstStyle/>
          <a:p>
            <a:endParaRPr lang="en-IN"/>
          </a:p>
        </p:txBody>
      </p:sp>
      <p:sp>
        <p:nvSpPr>
          <p:cNvPr id="9" name="solution-title-0">
            <a:extLst>
              <a:ext uri="{FF2B5EF4-FFF2-40B4-BE49-F238E27FC236}">
                <a16:creationId xmlns:a16="http://schemas.microsoft.com/office/drawing/2014/main" id="{885954E8-AB58-457D-8132-EB08B36E5A94}"/>
              </a:ext>
            </a:extLst>
          </p:cNvPr>
          <p:cNvSpPr>
            <a:spLocks noGrp="1"/>
          </p:cNvSpPr>
          <p:nvPr/>
        </p:nvSpPr>
        <p:spPr>
          <a:xfrm>
            <a:off x="952500" y="2238375"/>
            <a:ext cx="2905125" cy="381000"/>
          </a:xfrm>
          <a:prstGeom prst="rect">
            <a:avLst/>
          </a:prstGeom>
          <a:noFill/>
          <a:ln w="0">
            <a:noFill/>
            <a:prstDash val="solid"/>
          </a:ln>
        </p:spPr>
        <p:txBody>
          <a:bodyPr wrap="square" lIns="0" tIns="0" rIns="0" bIns="0" anchor="ctr">
            <a:normAutofit/>
          </a:bodyPr>
          <a:lstStyle>
            <a:defPPr algn="l">
              <a:defRPr sz="1500" b="1">
                <a:solidFill>
                  <a:srgbClr val="3DE8FF"/>
                </a:solidFill>
                <a:latin typeface="Arial"/>
                <a:ea typeface="Arial"/>
                <a:cs typeface="Arial"/>
              </a:defRPr>
            </a:defPPr>
            <a:lvl1pPr algn="l">
              <a:defRPr sz="1500" b="1">
                <a:solidFill>
                  <a:srgbClr val="3DE8FF"/>
                </a:solidFill>
                <a:latin typeface="Arial"/>
                <a:ea typeface="Arial"/>
                <a:cs typeface="Arial"/>
              </a:defRPr>
            </a:lvl1pPr>
            <a:lvl2pPr algn="l">
              <a:defRPr sz="1500" b="1">
                <a:solidFill>
                  <a:srgbClr val="3DE8FF"/>
                </a:solidFill>
                <a:latin typeface="Arial"/>
                <a:ea typeface="Arial"/>
                <a:cs typeface="Arial"/>
              </a:defRPr>
            </a:lvl2pPr>
            <a:lvl3pPr algn="l">
              <a:defRPr sz="1500" b="1">
                <a:solidFill>
                  <a:srgbClr val="3DE8FF"/>
                </a:solidFill>
                <a:latin typeface="Arial"/>
                <a:ea typeface="Arial"/>
                <a:cs typeface="Arial"/>
              </a:defRPr>
            </a:lvl3pPr>
            <a:lvl4pPr algn="l">
              <a:defRPr sz="1500" b="1">
                <a:solidFill>
                  <a:srgbClr val="3DE8FF"/>
                </a:solidFill>
                <a:latin typeface="Arial"/>
                <a:ea typeface="Arial"/>
                <a:cs typeface="Arial"/>
              </a:defRPr>
            </a:lvl4pPr>
            <a:lvl5pPr algn="l">
              <a:defRPr sz="1500" b="1">
                <a:solidFill>
                  <a:srgbClr val="3DE8FF"/>
                </a:solidFill>
                <a:latin typeface="Arial"/>
                <a:ea typeface="Arial"/>
                <a:cs typeface="Arial"/>
              </a:defRPr>
            </a:lvl5pPr>
            <a:lvl6pPr algn="l">
              <a:defRPr sz="1500" b="1">
                <a:solidFill>
                  <a:srgbClr val="3DE8FF"/>
                </a:solidFill>
                <a:latin typeface="Arial"/>
                <a:ea typeface="Arial"/>
                <a:cs typeface="Arial"/>
              </a:defRPr>
            </a:lvl6pPr>
            <a:lvl7pPr algn="l">
              <a:defRPr sz="1500" b="1">
                <a:solidFill>
                  <a:srgbClr val="3DE8FF"/>
                </a:solidFill>
                <a:latin typeface="Arial"/>
                <a:ea typeface="Arial"/>
                <a:cs typeface="Arial"/>
              </a:defRPr>
            </a:lvl7pPr>
            <a:lvl8pPr algn="l">
              <a:defRPr sz="1500" b="1">
                <a:solidFill>
                  <a:srgbClr val="3DE8FF"/>
                </a:solidFill>
                <a:latin typeface="Arial"/>
                <a:ea typeface="Arial"/>
                <a:cs typeface="Arial"/>
              </a:defRPr>
            </a:lvl8pPr>
            <a:lvl9pPr algn="l">
              <a:defRPr sz="1500" b="1">
                <a:solidFill>
                  <a:srgbClr val="3DE8FF"/>
                </a:solidFill>
                <a:latin typeface="Arial"/>
                <a:ea typeface="Arial"/>
                <a:cs typeface="Arial"/>
              </a:defRPr>
            </a:lvl9pPr>
          </a:lstStyle>
          <a:p>
            <a:pPr algn="l">
              <a:lnSpc>
                <a:spcPct val="100000"/>
              </a:lnSpc>
              <a:buNone/>
              <a:defRPr sz="1500" b="1">
                <a:solidFill>
                  <a:srgbClr val="3DE8FF"/>
                </a:solidFill>
                <a:latin typeface="Arial"/>
                <a:ea typeface="Arial"/>
                <a:cs typeface="Arial"/>
              </a:defRPr>
            </a:pPr>
            <a:r>
              <a:rPr sz="1500" b="1">
                <a:solidFill>
                  <a:srgbClr val="3DE8FF"/>
                </a:solidFill>
                <a:latin typeface="Arial"/>
                <a:ea typeface="Arial"/>
                <a:cs typeface="Arial"/>
              </a:rPr>
              <a:t>INVENTORY</a:t>
            </a:r>
          </a:p>
        </p:txBody>
      </p:sp>
      <p:sp>
        <p:nvSpPr>
          <p:cNvPr id="10" name="solution-rule-0">
            <a:extLst>
              <a:ext uri="{FF2B5EF4-FFF2-40B4-BE49-F238E27FC236}">
                <a16:creationId xmlns:a16="http://schemas.microsoft.com/office/drawing/2014/main" id="{31216E6F-C219-4D56-A316-945676FD3E3F}"/>
              </a:ext>
            </a:extLst>
          </p:cNvPr>
          <p:cNvSpPr>
            <a:spLocks noGrp="1"/>
          </p:cNvSpPr>
          <p:nvPr/>
        </p:nvSpPr>
        <p:spPr>
          <a:xfrm>
            <a:off x="952500" y="2667000"/>
            <a:ext cx="2857500" cy="28575"/>
          </a:xfrm>
          <a:prstGeom prst="rect">
            <a:avLst/>
          </a:prstGeom>
          <a:solidFill>
            <a:srgbClr val="3DE8FF"/>
          </a:solidFill>
          <a:ln w="0">
            <a:noFill/>
            <a:prstDash val="solid"/>
          </a:ln>
        </p:spPr>
        <p:txBody>
          <a:bodyPr/>
          <a:lstStyle/>
          <a:p>
            <a:endParaRPr lang="en-IN"/>
          </a:p>
        </p:txBody>
      </p:sp>
      <p:sp>
        <p:nvSpPr>
          <p:cNvPr id="11" name="solution-dot-0-0">
            <a:extLst>
              <a:ext uri="{FF2B5EF4-FFF2-40B4-BE49-F238E27FC236}">
                <a16:creationId xmlns:a16="http://schemas.microsoft.com/office/drawing/2014/main" id="{44830517-9A7E-4BE0-BD67-0D070A4AE866}"/>
              </a:ext>
            </a:extLst>
          </p:cNvPr>
          <p:cNvSpPr>
            <a:spLocks noGrp="1"/>
          </p:cNvSpPr>
          <p:nvPr/>
        </p:nvSpPr>
        <p:spPr>
          <a:xfrm>
            <a:off x="952500" y="2905125"/>
            <a:ext cx="190500" cy="304800"/>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12" name="solution-body-0-0">
            <a:extLst>
              <a:ext uri="{FF2B5EF4-FFF2-40B4-BE49-F238E27FC236}">
                <a16:creationId xmlns:a16="http://schemas.microsoft.com/office/drawing/2014/main" id="{5160C860-19F0-436E-8746-384C20BB64E4}"/>
              </a:ext>
            </a:extLst>
          </p:cNvPr>
          <p:cNvSpPr>
            <a:spLocks noGrp="1"/>
          </p:cNvSpPr>
          <p:nvPr/>
        </p:nvSpPr>
        <p:spPr>
          <a:xfrm>
            <a:off x="1219200" y="2905125"/>
            <a:ext cx="2571750" cy="361950"/>
          </a:xfrm>
          <a:prstGeom prst="rect">
            <a:avLst/>
          </a:prstGeom>
          <a:noFill/>
          <a:ln w="0">
            <a:noFill/>
            <a:prstDash val="solid"/>
          </a:ln>
        </p:spPr>
        <p:txBody>
          <a:bodyPr wrap="square" lIns="0" tIns="0" rIns="0" bIns="0" anchor="ctr">
            <a:normAutofit/>
          </a:bodyPr>
          <a:lstStyle>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Register assets and software</a:t>
            </a:r>
          </a:p>
        </p:txBody>
      </p:sp>
      <p:sp>
        <p:nvSpPr>
          <p:cNvPr id="13" name="solution-dot-0-1">
            <a:extLst>
              <a:ext uri="{FF2B5EF4-FFF2-40B4-BE49-F238E27FC236}">
                <a16:creationId xmlns:a16="http://schemas.microsoft.com/office/drawing/2014/main" id="{F67AAAF2-AC21-401E-BB7C-91045CE4CF97}"/>
              </a:ext>
            </a:extLst>
          </p:cNvPr>
          <p:cNvSpPr>
            <a:spLocks noGrp="1"/>
          </p:cNvSpPr>
          <p:nvPr/>
        </p:nvSpPr>
        <p:spPr>
          <a:xfrm>
            <a:off x="952500" y="3362325"/>
            <a:ext cx="190500" cy="304800"/>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14" name="solution-body-0-1">
            <a:extLst>
              <a:ext uri="{FF2B5EF4-FFF2-40B4-BE49-F238E27FC236}">
                <a16:creationId xmlns:a16="http://schemas.microsoft.com/office/drawing/2014/main" id="{4D902DF8-55A9-412C-A834-8880E09C4B8C}"/>
              </a:ext>
            </a:extLst>
          </p:cNvPr>
          <p:cNvSpPr>
            <a:spLocks noGrp="1"/>
          </p:cNvSpPr>
          <p:nvPr/>
        </p:nvSpPr>
        <p:spPr>
          <a:xfrm>
            <a:off x="1219200" y="3362325"/>
            <a:ext cx="2571750" cy="361950"/>
          </a:xfrm>
          <a:prstGeom prst="rect">
            <a:avLst/>
          </a:prstGeom>
          <a:noFill/>
          <a:ln w="0">
            <a:noFill/>
            <a:prstDash val="solid"/>
          </a:ln>
        </p:spPr>
        <p:txBody>
          <a:bodyPr wrap="square" lIns="0" tIns="0" rIns="0" bIns="0" anchor="ctr">
            <a:normAutofit fontScale="91603"/>
          </a:bodyPr>
          <a:lstStyle>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Record scoped website authorization</a:t>
            </a:r>
          </a:p>
        </p:txBody>
      </p:sp>
      <p:sp>
        <p:nvSpPr>
          <p:cNvPr id="15" name="solution-dot-0-2">
            <a:extLst>
              <a:ext uri="{FF2B5EF4-FFF2-40B4-BE49-F238E27FC236}">
                <a16:creationId xmlns:a16="http://schemas.microsoft.com/office/drawing/2014/main" id="{66D00FD7-53E3-435E-8C75-1D8FD68640F7}"/>
              </a:ext>
            </a:extLst>
          </p:cNvPr>
          <p:cNvSpPr>
            <a:spLocks noGrp="1"/>
          </p:cNvSpPr>
          <p:nvPr/>
        </p:nvSpPr>
        <p:spPr>
          <a:xfrm>
            <a:off x="952500" y="3819525"/>
            <a:ext cx="190500" cy="304800"/>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16" name="solution-body-0-2">
            <a:extLst>
              <a:ext uri="{FF2B5EF4-FFF2-40B4-BE49-F238E27FC236}">
                <a16:creationId xmlns:a16="http://schemas.microsoft.com/office/drawing/2014/main" id="{F78AA184-AEA4-4443-8B31-B1B80024AFE2}"/>
              </a:ext>
            </a:extLst>
          </p:cNvPr>
          <p:cNvSpPr>
            <a:spLocks noGrp="1"/>
          </p:cNvSpPr>
          <p:nvPr/>
        </p:nvSpPr>
        <p:spPr>
          <a:xfrm>
            <a:off x="1219200" y="3819525"/>
            <a:ext cx="2571750" cy="361950"/>
          </a:xfrm>
          <a:prstGeom prst="rect">
            <a:avLst/>
          </a:prstGeom>
          <a:noFill/>
          <a:ln w="0">
            <a:noFill/>
            <a:prstDash val="solid"/>
          </a:ln>
        </p:spPr>
        <p:txBody>
          <a:bodyPr wrap="square" lIns="0" tIns="0" rIns="0" bIns="0" anchor="ctr">
            <a:normAutofit/>
          </a:bodyPr>
          <a:lstStyle>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Keep ownership context together</a:t>
            </a:r>
          </a:p>
        </p:txBody>
      </p:sp>
      <p:sp>
        <p:nvSpPr>
          <p:cNvPr id="17" name="solution-card-1">
            <a:extLst>
              <a:ext uri="{FF2B5EF4-FFF2-40B4-BE49-F238E27FC236}">
                <a16:creationId xmlns:a16="http://schemas.microsoft.com/office/drawing/2014/main" id="{78E73AF2-0D27-4926-BBA9-041BD83215E4}"/>
              </a:ext>
            </a:extLst>
          </p:cNvPr>
          <p:cNvSpPr>
            <a:spLocks noGrp="1"/>
          </p:cNvSpPr>
          <p:nvPr/>
        </p:nvSpPr>
        <p:spPr>
          <a:xfrm>
            <a:off x="4429125" y="2047875"/>
            <a:ext cx="3333750" cy="2552700"/>
          </a:xfrm>
          <a:prstGeom prst="roundRect">
            <a:avLst>
              <a:gd name="adj" fmla="val 5224"/>
            </a:avLst>
          </a:prstGeom>
          <a:solidFill>
            <a:srgbClr val="14141C"/>
          </a:solidFill>
          <a:ln w="9525">
            <a:solidFill>
              <a:srgbClr val="2A2A38"/>
            </a:solidFill>
            <a:prstDash val="solid"/>
          </a:ln>
        </p:spPr>
        <p:txBody>
          <a:bodyPr/>
          <a:lstStyle/>
          <a:p>
            <a:endParaRPr lang="en-IN"/>
          </a:p>
        </p:txBody>
      </p:sp>
      <p:sp>
        <p:nvSpPr>
          <p:cNvPr id="18" name="solution-title-1">
            <a:extLst>
              <a:ext uri="{FF2B5EF4-FFF2-40B4-BE49-F238E27FC236}">
                <a16:creationId xmlns:a16="http://schemas.microsoft.com/office/drawing/2014/main" id="{F3E1748D-F0CA-41D0-84F6-FDBF38DCB418}"/>
              </a:ext>
            </a:extLst>
          </p:cNvPr>
          <p:cNvSpPr>
            <a:spLocks noGrp="1"/>
          </p:cNvSpPr>
          <p:nvPr/>
        </p:nvSpPr>
        <p:spPr>
          <a:xfrm>
            <a:off x="4657725" y="2238375"/>
            <a:ext cx="2905125" cy="381000"/>
          </a:xfrm>
          <a:prstGeom prst="rect">
            <a:avLst/>
          </a:prstGeom>
          <a:noFill/>
          <a:ln w="0">
            <a:noFill/>
            <a:prstDash val="solid"/>
          </a:ln>
        </p:spPr>
        <p:txBody>
          <a:bodyPr wrap="square" lIns="0" tIns="0" rIns="0" bIns="0" anchor="ctr">
            <a:normAutofit/>
          </a:bodyPr>
          <a:lstStyle>
            <a:defPPr algn="l">
              <a:defRPr sz="1500" b="1">
                <a:solidFill>
                  <a:srgbClr val="8B7CF6"/>
                </a:solidFill>
                <a:latin typeface="Arial"/>
                <a:ea typeface="Arial"/>
                <a:cs typeface="Arial"/>
              </a:defRPr>
            </a:defPPr>
            <a:lvl1pPr algn="l">
              <a:defRPr sz="1500" b="1">
                <a:solidFill>
                  <a:srgbClr val="8B7CF6"/>
                </a:solidFill>
                <a:latin typeface="Arial"/>
                <a:ea typeface="Arial"/>
                <a:cs typeface="Arial"/>
              </a:defRPr>
            </a:lvl1pPr>
            <a:lvl2pPr algn="l">
              <a:defRPr sz="1500" b="1">
                <a:solidFill>
                  <a:srgbClr val="8B7CF6"/>
                </a:solidFill>
                <a:latin typeface="Arial"/>
                <a:ea typeface="Arial"/>
                <a:cs typeface="Arial"/>
              </a:defRPr>
            </a:lvl2pPr>
            <a:lvl3pPr algn="l">
              <a:defRPr sz="1500" b="1">
                <a:solidFill>
                  <a:srgbClr val="8B7CF6"/>
                </a:solidFill>
                <a:latin typeface="Arial"/>
                <a:ea typeface="Arial"/>
                <a:cs typeface="Arial"/>
              </a:defRPr>
            </a:lvl3pPr>
            <a:lvl4pPr algn="l">
              <a:defRPr sz="1500" b="1">
                <a:solidFill>
                  <a:srgbClr val="8B7CF6"/>
                </a:solidFill>
                <a:latin typeface="Arial"/>
                <a:ea typeface="Arial"/>
                <a:cs typeface="Arial"/>
              </a:defRPr>
            </a:lvl4pPr>
            <a:lvl5pPr algn="l">
              <a:defRPr sz="1500" b="1">
                <a:solidFill>
                  <a:srgbClr val="8B7CF6"/>
                </a:solidFill>
                <a:latin typeface="Arial"/>
                <a:ea typeface="Arial"/>
                <a:cs typeface="Arial"/>
              </a:defRPr>
            </a:lvl5pPr>
            <a:lvl6pPr algn="l">
              <a:defRPr sz="1500" b="1">
                <a:solidFill>
                  <a:srgbClr val="8B7CF6"/>
                </a:solidFill>
                <a:latin typeface="Arial"/>
                <a:ea typeface="Arial"/>
                <a:cs typeface="Arial"/>
              </a:defRPr>
            </a:lvl6pPr>
            <a:lvl7pPr algn="l">
              <a:defRPr sz="1500" b="1">
                <a:solidFill>
                  <a:srgbClr val="8B7CF6"/>
                </a:solidFill>
                <a:latin typeface="Arial"/>
                <a:ea typeface="Arial"/>
                <a:cs typeface="Arial"/>
              </a:defRPr>
            </a:lvl7pPr>
            <a:lvl8pPr algn="l">
              <a:defRPr sz="1500" b="1">
                <a:solidFill>
                  <a:srgbClr val="8B7CF6"/>
                </a:solidFill>
                <a:latin typeface="Arial"/>
                <a:ea typeface="Arial"/>
                <a:cs typeface="Arial"/>
              </a:defRPr>
            </a:lvl8pPr>
            <a:lvl9pPr algn="l">
              <a:defRPr sz="1500" b="1">
                <a:solidFill>
                  <a:srgbClr val="8B7CF6"/>
                </a:solidFill>
                <a:latin typeface="Arial"/>
                <a:ea typeface="Arial"/>
                <a:cs typeface="Arial"/>
              </a:defRPr>
            </a:lvl9pPr>
          </a:lstStyle>
          <a:p>
            <a:pPr algn="l">
              <a:lnSpc>
                <a:spcPct val="100000"/>
              </a:lnSpc>
              <a:buNone/>
              <a:defRPr sz="1500" b="1">
                <a:solidFill>
                  <a:srgbClr val="8B7CF6"/>
                </a:solidFill>
                <a:latin typeface="Arial"/>
                <a:ea typeface="Arial"/>
                <a:cs typeface="Arial"/>
              </a:defRPr>
            </a:pPr>
            <a:r>
              <a:rPr sz="1500" b="1">
                <a:solidFill>
                  <a:srgbClr val="8B7CF6"/>
                </a:solidFill>
                <a:latin typeface="Arial"/>
                <a:ea typeface="Arial"/>
                <a:cs typeface="Arial"/>
              </a:rPr>
              <a:t>INVESTIGATE</a:t>
            </a:r>
          </a:p>
        </p:txBody>
      </p:sp>
      <p:sp>
        <p:nvSpPr>
          <p:cNvPr id="19" name="solution-rule-1">
            <a:extLst>
              <a:ext uri="{FF2B5EF4-FFF2-40B4-BE49-F238E27FC236}">
                <a16:creationId xmlns:a16="http://schemas.microsoft.com/office/drawing/2014/main" id="{AD9A0675-03D0-423E-A1A7-0FF4E45D57E9}"/>
              </a:ext>
            </a:extLst>
          </p:cNvPr>
          <p:cNvSpPr>
            <a:spLocks noGrp="1"/>
          </p:cNvSpPr>
          <p:nvPr/>
        </p:nvSpPr>
        <p:spPr>
          <a:xfrm>
            <a:off x="4657725" y="2667000"/>
            <a:ext cx="2857500" cy="28575"/>
          </a:xfrm>
          <a:prstGeom prst="rect">
            <a:avLst/>
          </a:prstGeom>
          <a:solidFill>
            <a:srgbClr val="8B7CF6"/>
          </a:solidFill>
          <a:ln w="0">
            <a:noFill/>
            <a:prstDash val="solid"/>
          </a:ln>
        </p:spPr>
        <p:txBody>
          <a:bodyPr/>
          <a:lstStyle/>
          <a:p>
            <a:endParaRPr lang="en-IN"/>
          </a:p>
        </p:txBody>
      </p:sp>
      <p:sp>
        <p:nvSpPr>
          <p:cNvPr id="20" name="solution-dot-1-0">
            <a:extLst>
              <a:ext uri="{FF2B5EF4-FFF2-40B4-BE49-F238E27FC236}">
                <a16:creationId xmlns:a16="http://schemas.microsoft.com/office/drawing/2014/main" id="{63A72DD6-275A-4EA7-8EFC-2B25B9AB2ADF}"/>
              </a:ext>
            </a:extLst>
          </p:cNvPr>
          <p:cNvSpPr>
            <a:spLocks noGrp="1"/>
          </p:cNvSpPr>
          <p:nvPr/>
        </p:nvSpPr>
        <p:spPr>
          <a:xfrm>
            <a:off x="4657725" y="2905125"/>
            <a:ext cx="190500" cy="304800"/>
          </a:xfrm>
          <a:prstGeom prst="rect">
            <a:avLst/>
          </a:prstGeom>
          <a:noFill/>
          <a:ln w="0">
            <a:noFill/>
            <a:prstDash val="solid"/>
          </a:ln>
        </p:spPr>
        <p:txBody>
          <a:bodyPr wrap="square" lIns="0" tIns="0" rIns="0" bIns="0" anchor="ctr">
            <a:normAutofit/>
          </a:bodyPr>
          <a:lstStyle>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t>
            </a:r>
          </a:p>
        </p:txBody>
      </p:sp>
      <p:sp>
        <p:nvSpPr>
          <p:cNvPr id="21" name="solution-body-1-0">
            <a:extLst>
              <a:ext uri="{FF2B5EF4-FFF2-40B4-BE49-F238E27FC236}">
                <a16:creationId xmlns:a16="http://schemas.microsoft.com/office/drawing/2014/main" id="{FD5FAD20-C328-48AE-BFC5-CEECA5439C8A}"/>
              </a:ext>
            </a:extLst>
          </p:cNvPr>
          <p:cNvSpPr>
            <a:spLocks noGrp="1"/>
          </p:cNvSpPr>
          <p:nvPr/>
        </p:nvSpPr>
        <p:spPr>
          <a:xfrm>
            <a:off x="4924425" y="2905125"/>
            <a:ext cx="2571750" cy="361950"/>
          </a:xfrm>
          <a:prstGeom prst="rect">
            <a:avLst/>
          </a:prstGeom>
          <a:noFill/>
          <a:ln w="0">
            <a:noFill/>
            <a:prstDash val="solid"/>
          </a:ln>
        </p:spPr>
        <p:txBody>
          <a:bodyPr wrap="square" lIns="0" tIns="0" rIns="0" bIns="0" anchor="ctr">
            <a:normAutofit/>
          </a:bodyPr>
          <a:lstStyle>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Run selected bounded collectors</a:t>
            </a:r>
          </a:p>
        </p:txBody>
      </p:sp>
      <p:sp>
        <p:nvSpPr>
          <p:cNvPr id="22" name="solution-dot-1-1">
            <a:extLst>
              <a:ext uri="{FF2B5EF4-FFF2-40B4-BE49-F238E27FC236}">
                <a16:creationId xmlns:a16="http://schemas.microsoft.com/office/drawing/2014/main" id="{D2A992E9-1442-48BD-B07E-E07ADB5CE6FC}"/>
              </a:ext>
            </a:extLst>
          </p:cNvPr>
          <p:cNvSpPr>
            <a:spLocks noGrp="1"/>
          </p:cNvSpPr>
          <p:nvPr/>
        </p:nvSpPr>
        <p:spPr>
          <a:xfrm>
            <a:off x="4657725" y="3362325"/>
            <a:ext cx="190500" cy="304800"/>
          </a:xfrm>
          <a:prstGeom prst="rect">
            <a:avLst/>
          </a:prstGeom>
          <a:noFill/>
          <a:ln w="0">
            <a:noFill/>
            <a:prstDash val="solid"/>
          </a:ln>
        </p:spPr>
        <p:txBody>
          <a:bodyPr wrap="square" lIns="0" tIns="0" rIns="0" bIns="0" anchor="ctr">
            <a:normAutofit/>
          </a:bodyPr>
          <a:lstStyle>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t>
            </a:r>
          </a:p>
        </p:txBody>
      </p:sp>
      <p:sp>
        <p:nvSpPr>
          <p:cNvPr id="23" name="solution-body-1-1">
            <a:extLst>
              <a:ext uri="{FF2B5EF4-FFF2-40B4-BE49-F238E27FC236}">
                <a16:creationId xmlns:a16="http://schemas.microsoft.com/office/drawing/2014/main" id="{565D1493-A16E-4D6E-B3F5-FCEA4160A252}"/>
              </a:ext>
            </a:extLst>
          </p:cNvPr>
          <p:cNvSpPr>
            <a:spLocks noGrp="1"/>
          </p:cNvSpPr>
          <p:nvPr/>
        </p:nvSpPr>
        <p:spPr>
          <a:xfrm>
            <a:off x="4924425" y="3362325"/>
            <a:ext cx="2571750" cy="361950"/>
          </a:xfrm>
          <a:prstGeom prst="rect">
            <a:avLst/>
          </a:prstGeom>
          <a:noFill/>
          <a:ln w="0">
            <a:noFill/>
            <a:prstDash val="solid"/>
          </a:ln>
        </p:spPr>
        <p:txBody>
          <a:bodyPr wrap="square" lIns="0" tIns="0" rIns="0" bIns="0" anchor="ctr">
            <a:normAutofit fontScale="89081"/>
          </a:bodyPr>
          <a:lstStyle>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Preserve source status and freshness</a:t>
            </a:r>
          </a:p>
        </p:txBody>
      </p:sp>
      <p:sp>
        <p:nvSpPr>
          <p:cNvPr id="24" name="solution-dot-1-2">
            <a:extLst>
              <a:ext uri="{FF2B5EF4-FFF2-40B4-BE49-F238E27FC236}">
                <a16:creationId xmlns:a16="http://schemas.microsoft.com/office/drawing/2014/main" id="{D9B316B1-93E1-408C-B6FC-B57BA297894E}"/>
              </a:ext>
            </a:extLst>
          </p:cNvPr>
          <p:cNvSpPr>
            <a:spLocks noGrp="1"/>
          </p:cNvSpPr>
          <p:nvPr/>
        </p:nvSpPr>
        <p:spPr>
          <a:xfrm>
            <a:off x="4657725" y="3819525"/>
            <a:ext cx="190500" cy="304800"/>
          </a:xfrm>
          <a:prstGeom prst="rect">
            <a:avLst/>
          </a:prstGeom>
          <a:noFill/>
          <a:ln w="0">
            <a:noFill/>
            <a:prstDash val="solid"/>
          </a:ln>
        </p:spPr>
        <p:txBody>
          <a:bodyPr wrap="square" lIns="0" tIns="0" rIns="0" bIns="0" anchor="ctr">
            <a:normAutofit/>
          </a:bodyPr>
          <a:lstStyle>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t>
            </a:r>
          </a:p>
        </p:txBody>
      </p:sp>
      <p:sp>
        <p:nvSpPr>
          <p:cNvPr id="25" name="solution-body-1-2">
            <a:extLst>
              <a:ext uri="{FF2B5EF4-FFF2-40B4-BE49-F238E27FC236}">
                <a16:creationId xmlns:a16="http://schemas.microsoft.com/office/drawing/2014/main" id="{F39CEA61-CB2F-403C-A7CD-15C1ED34F330}"/>
              </a:ext>
            </a:extLst>
          </p:cNvPr>
          <p:cNvSpPr>
            <a:spLocks noGrp="1"/>
          </p:cNvSpPr>
          <p:nvPr/>
        </p:nvSpPr>
        <p:spPr>
          <a:xfrm>
            <a:off x="4924425" y="3819525"/>
            <a:ext cx="2571750" cy="361950"/>
          </a:xfrm>
          <a:prstGeom prst="rect">
            <a:avLst/>
          </a:prstGeom>
          <a:noFill/>
          <a:ln w="0">
            <a:noFill/>
            <a:prstDash val="solid"/>
          </a:ln>
        </p:spPr>
        <p:txBody>
          <a:bodyPr wrap="square" lIns="0" tIns="0" rIns="0" bIns="0" anchor="ctr">
            <a:normAutofit/>
          </a:bodyPr>
          <a:lstStyle>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Correlate evidence with findings</a:t>
            </a:r>
          </a:p>
        </p:txBody>
      </p:sp>
      <p:sp>
        <p:nvSpPr>
          <p:cNvPr id="26" name="solution-card-2">
            <a:extLst>
              <a:ext uri="{FF2B5EF4-FFF2-40B4-BE49-F238E27FC236}">
                <a16:creationId xmlns:a16="http://schemas.microsoft.com/office/drawing/2014/main" id="{65E86F3D-33E8-4C30-8C80-84E114EC3B3E}"/>
              </a:ext>
            </a:extLst>
          </p:cNvPr>
          <p:cNvSpPr>
            <a:spLocks noGrp="1"/>
          </p:cNvSpPr>
          <p:nvPr/>
        </p:nvSpPr>
        <p:spPr>
          <a:xfrm>
            <a:off x="8134350" y="2047875"/>
            <a:ext cx="3333750" cy="2552700"/>
          </a:xfrm>
          <a:prstGeom prst="roundRect">
            <a:avLst>
              <a:gd name="adj" fmla="val 5224"/>
            </a:avLst>
          </a:prstGeom>
          <a:solidFill>
            <a:srgbClr val="14141C"/>
          </a:solidFill>
          <a:ln w="9525">
            <a:solidFill>
              <a:srgbClr val="2A2A38"/>
            </a:solidFill>
            <a:prstDash val="solid"/>
          </a:ln>
        </p:spPr>
        <p:txBody>
          <a:bodyPr/>
          <a:lstStyle/>
          <a:p>
            <a:endParaRPr lang="en-IN"/>
          </a:p>
        </p:txBody>
      </p:sp>
      <p:sp>
        <p:nvSpPr>
          <p:cNvPr id="27" name="solution-title-2">
            <a:extLst>
              <a:ext uri="{FF2B5EF4-FFF2-40B4-BE49-F238E27FC236}">
                <a16:creationId xmlns:a16="http://schemas.microsoft.com/office/drawing/2014/main" id="{512876D9-6EF1-4E77-B293-4B58375BB065}"/>
              </a:ext>
            </a:extLst>
          </p:cNvPr>
          <p:cNvSpPr>
            <a:spLocks noGrp="1"/>
          </p:cNvSpPr>
          <p:nvPr/>
        </p:nvSpPr>
        <p:spPr>
          <a:xfrm>
            <a:off x="8362950" y="2238375"/>
            <a:ext cx="2905125" cy="381000"/>
          </a:xfrm>
          <a:prstGeom prst="rect">
            <a:avLst/>
          </a:prstGeom>
          <a:noFill/>
          <a:ln w="0">
            <a:noFill/>
            <a:prstDash val="solid"/>
          </a:ln>
        </p:spPr>
        <p:txBody>
          <a:bodyPr wrap="square" lIns="0" tIns="0" rIns="0" bIns="0" anchor="ctr">
            <a:normAutofit/>
          </a:bodyPr>
          <a:lstStyle>
            <a:defPPr algn="l">
              <a:defRPr sz="1500" b="1">
                <a:solidFill>
                  <a:srgbClr val="3DE8FF"/>
                </a:solidFill>
                <a:latin typeface="Arial"/>
                <a:ea typeface="Arial"/>
                <a:cs typeface="Arial"/>
              </a:defRPr>
            </a:defPPr>
            <a:lvl1pPr algn="l">
              <a:defRPr sz="1500" b="1">
                <a:solidFill>
                  <a:srgbClr val="3DE8FF"/>
                </a:solidFill>
                <a:latin typeface="Arial"/>
                <a:ea typeface="Arial"/>
                <a:cs typeface="Arial"/>
              </a:defRPr>
            </a:lvl1pPr>
            <a:lvl2pPr algn="l">
              <a:defRPr sz="1500" b="1">
                <a:solidFill>
                  <a:srgbClr val="3DE8FF"/>
                </a:solidFill>
                <a:latin typeface="Arial"/>
                <a:ea typeface="Arial"/>
                <a:cs typeface="Arial"/>
              </a:defRPr>
            </a:lvl2pPr>
            <a:lvl3pPr algn="l">
              <a:defRPr sz="1500" b="1">
                <a:solidFill>
                  <a:srgbClr val="3DE8FF"/>
                </a:solidFill>
                <a:latin typeface="Arial"/>
                <a:ea typeface="Arial"/>
                <a:cs typeface="Arial"/>
              </a:defRPr>
            </a:lvl3pPr>
            <a:lvl4pPr algn="l">
              <a:defRPr sz="1500" b="1">
                <a:solidFill>
                  <a:srgbClr val="3DE8FF"/>
                </a:solidFill>
                <a:latin typeface="Arial"/>
                <a:ea typeface="Arial"/>
                <a:cs typeface="Arial"/>
              </a:defRPr>
            </a:lvl4pPr>
            <a:lvl5pPr algn="l">
              <a:defRPr sz="1500" b="1">
                <a:solidFill>
                  <a:srgbClr val="3DE8FF"/>
                </a:solidFill>
                <a:latin typeface="Arial"/>
                <a:ea typeface="Arial"/>
                <a:cs typeface="Arial"/>
              </a:defRPr>
            </a:lvl5pPr>
            <a:lvl6pPr algn="l">
              <a:defRPr sz="1500" b="1">
                <a:solidFill>
                  <a:srgbClr val="3DE8FF"/>
                </a:solidFill>
                <a:latin typeface="Arial"/>
                <a:ea typeface="Arial"/>
                <a:cs typeface="Arial"/>
              </a:defRPr>
            </a:lvl6pPr>
            <a:lvl7pPr algn="l">
              <a:defRPr sz="1500" b="1">
                <a:solidFill>
                  <a:srgbClr val="3DE8FF"/>
                </a:solidFill>
                <a:latin typeface="Arial"/>
                <a:ea typeface="Arial"/>
                <a:cs typeface="Arial"/>
              </a:defRPr>
            </a:lvl7pPr>
            <a:lvl8pPr algn="l">
              <a:defRPr sz="1500" b="1">
                <a:solidFill>
                  <a:srgbClr val="3DE8FF"/>
                </a:solidFill>
                <a:latin typeface="Arial"/>
                <a:ea typeface="Arial"/>
                <a:cs typeface="Arial"/>
              </a:defRPr>
            </a:lvl8pPr>
            <a:lvl9pPr algn="l">
              <a:defRPr sz="1500" b="1">
                <a:solidFill>
                  <a:srgbClr val="3DE8FF"/>
                </a:solidFill>
                <a:latin typeface="Arial"/>
                <a:ea typeface="Arial"/>
                <a:cs typeface="Arial"/>
              </a:defRPr>
            </a:lvl9pPr>
          </a:lstStyle>
          <a:p>
            <a:pPr algn="l">
              <a:lnSpc>
                <a:spcPct val="100000"/>
              </a:lnSpc>
              <a:buNone/>
              <a:defRPr sz="1500" b="1">
                <a:solidFill>
                  <a:srgbClr val="3DE8FF"/>
                </a:solidFill>
                <a:latin typeface="Arial"/>
                <a:ea typeface="Arial"/>
                <a:cs typeface="Arial"/>
              </a:defRPr>
            </a:pPr>
            <a:r>
              <a:rPr sz="1500" b="1">
                <a:solidFill>
                  <a:srgbClr val="3DE8FF"/>
                </a:solidFill>
                <a:latin typeface="Arial"/>
                <a:ea typeface="Arial"/>
                <a:cs typeface="Arial"/>
              </a:rPr>
              <a:t>REVIEW &amp; RESPOND</a:t>
            </a:r>
          </a:p>
        </p:txBody>
      </p:sp>
      <p:sp>
        <p:nvSpPr>
          <p:cNvPr id="28" name="solution-rule-2">
            <a:extLst>
              <a:ext uri="{FF2B5EF4-FFF2-40B4-BE49-F238E27FC236}">
                <a16:creationId xmlns:a16="http://schemas.microsoft.com/office/drawing/2014/main" id="{567DE25D-C0EF-4B69-BB03-9B2BAEE7C9E1}"/>
              </a:ext>
            </a:extLst>
          </p:cNvPr>
          <p:cNvSpPr>
            <a:spLocks noGrp="1"/>
          </p:cNvSpPr>
          <p:nvPr/>
        </p:nvSpPr>
        <p:spPr>
          <a:xfrm>
            <a:off x="8362950" y="2667000"/>
            <a:ext cx="2857500" cy="28575"/>
          </a:xfrm>
          <a:prstGeom prst="rect">
            <a:avLst/>
          </a:prstGeom>
          <a:solidFill>
            <a:srgbClr val="3DE8FF"/>
          </a:solidFill>
          <a:ln w="0">
            <a:noFill/>
            <a:prstDash val="solid"/>
          </a:ln>
        </p:spPr>
        <p:txBody>
          <a:bodyPr/>
          <a:lstStyle/>
          <a:p>
            <a:endParaRPr lang="en-IN"/>
          </a:p>
        </p:txBody>
      </p:sp>
      <p:sp>
        <p:nvSpPr>
          <p:cNvPr id="29" name="solution-dot-2-0">
            <a:extLst>
              <a:ext uri="{FF2B5EF4-FFF2-40B4-BE49-F238E27FC236}">
                <a16:creationId xmlns:a16="http://schemas.microsoft.com/office/drawing/2014/main" id="{4E05C811-82BA-4149-9E6B-2BD020E165A4}"/>
              </a:ext>
            </a:extLst>
          </p:cNvPr>
          <p:cNvSpPr>
            <a:spLocks noGrp="1"/>
          </p:cNvSpPr>
          <p:nvPr/>
        </p:nvSpPr>
        <p:spPr>
          <a:xfrm>
            <a:off x="8362950" y="2905125"/>
            <a:ext cx="190500" cy="304800"/>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30" name="solution-body-2-0">
            <a:extLst>
              <a:ext uri="{FF2B5EF4-FFF2-40B4-BE49-F238E27FC236}">
                <a16:creationId xmlns:a16="http://schemas.microsoft.com/office/drawing/2014/main" id="{FC3A3A3E-04F9-407C-AC8C-AAE3639810A8}"/>
              </a:ext>
            </a:extLst>
          </p:cNvPr>
          <p:cNvSpPr>
            <a:spLocks noGrp="1"/>
          </p:cNvSpPr>
          <p:nvPr/>
        </p:nvSpPr>
        <p:spPr>
          <a:xfrm>
            <a:off x="8629650" y="2905125"/>
            <a:ext cx="2571750" cy="361950"/>
          </a:xfrm>
          <a:prstGeom prst="rect">
            <a:avLst/>
          </a:prstGeom>
          <a:noFill/>
          <a:ln w="0">
            <a:noFill/>
            <a:prstDash val="solid"/>
          </a:ln>
        </p:spPr>
        <p:txBody>
          <a:bodyPr wrap="square" lIns="0" tIns="0" rIns="0" bIns="0" anchor="ctr">
            <a:normAutofit/>
          </a:bodyPr>
          <a:lstStyle>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Review applicability and risk trace</a:t>
            </a:r>
          </a:p>
        </p:txBody>
      </p:sp>
      <p:sp>
        <p:nvSpPr>
          <p:cNvPr id="31" name="solution-dot-2-1">
            <a:extLst>
              <a:ext uri="{FF2B5EF4-FFF2-40B4-BE49-F238E27FC236}">
                <a16:creationId xmlns:a16="http://schemas.microsoft.com/office/drawing/2014/main" id="{CE5EF681-0DBF-415F-98C5-A4FB666C7A1F}"/>
              </a:ext>
            </a:extLst>
          </p:cNvPr>
          <p:cNvSpPr>
            <a:spLocks noGrp="1"/>
          </p:cNvSpPr>
          <p:nvPr/>
        </p:nvSpPr>
        <p:spPr>
          <a:xfrm>
            <a:off x="8362950" y="3362325"/>
            <a:ext cx="190500" cy="304800"/>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32" name="solution-body-2-1">
            <a:extLst>
              <a:ext uri="{FF2B5EF4-FFF2-40B4-BE49-F238E27FC236}">
                <a16:creationId xmlns:a16="http://schemas.microsoft.com/office/drawing/2014/main" id="{3F31A12C-A6E4-460C-9DE4-71E7634AD1F5}"/>
              </a:ext>
            </a:extLst>
          </p:cNvPr>
          <p:cNvSpPr>
            <a:spLocks noGrp="1"/>
          </p:cNvSpPr>
          <p:nvPr/>
        </p:nvSpPr>
        <p:spPr>
          <a:xfrm>
            <a:off x="8629650" y="3362325"/>
            <a:ext cx="2571750" cy="361950"/>
          </a:xfrm>
          <a:prstGeom prst="rect">
            <a:avLst/>
          </a:prstGeom>
          <a:noFill/>
          <a:ln w="0">
            <a:noFill/>
            <a:prstDash val="solid"/>
          </a:ln>
        </p:spPr>
        <p:txBody>
          <a:bodyPr wrap="square" lIns="0" tIns="0" rIns="0" bIns="0" anchor="ctr">
            <a:normAutofit fontScale="90725"/>
          </a:bodyPr>
          <a:lstStyle>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Create incident and remediation work</a:t>
            </a:r>
          </a:p>
        </p:txBody>
      </p:sp>
      <p:sp>
        <p:nvSpPr>
          <p:cNvPr id="33" name="solution-dot-2-2">
            <a:extLst>
              <a:ext uri="{FF2B5EF4-FFF2-40B4-BE49-F238E27FC236}">
                <a16:creationId xmlns:a16="http://schemas.microsoft.com/office/drawing/2014/main" id="{0E5ED5B1-2156-4660-82D9-39D4B6E75CB4}"/>
              </a:ext>
            </a:extLst>
          </p:cNvPr>
          <p:cNvSpPr>
            <a:spLocks noGrp="1"/>
          </p:cNvSpPr>
          <p:nvPr/>
        </p:nvSpPr>
        <p:spPr>
          <a:xfrm>
            <a:off x="8362950" y="3819525"/>
            <a:ext cx="190500" cy="304800"/>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34" name="solution-body-2-2">
            <a:extLst>
              <a:ext uri="{FF2B5EF4-FFF2-40B4-BE49-F238E27FC236}">
                <a16:creationId xmlns:a16="http://schemas.microsoft.com/office/drawing/2014/main" id="{D9FF8C1A-6998-4CBB-8A88-AD7D03182D5F}"/>
              </a:ext>
            </a:extLst>
          </p:cNvPr>
          <p:cNvSpPr>
            <a:spLocks noGrp="1"/>
          </p:cNvSpPr>
          <p:nvPr/>
        </p:nvSpPr>
        <p:spPr>
          <a:xfrm>
            <a:off x="8629650" y="3819525"/>
            <a:ext cx="2571750" cy="361950"/>
          </a:xfrm>
          <a:prstGeom prst="rect">
            <a:avLst/>
          </a:prstGeom>
          <a:noFill/>
          <a:ln w="0">
            <a:noFill/>
            <a:prstDash val="solid"/>
          </a:ln>
        </p:spPr>
        <p:txBody>
          <a:bodyPr wrap="square" lIns="0" tIns="0" rIns="0" bIns="0" anchor="ctr">
            <a:normAutofit/>
          </a:bodyPr>
          <a:lstStyle>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Save point-in-time reports</a:t>
            </a:r>
          </a:p>
        </p:txBody>
      </p:sp>
      <p:sp>
        <p:nvSpPr>
          <p:cNvPr id="35" name="solution-scope-bg">
            <a:extLst>
              <a:ext uri="{FF2B5EF4-FFF2-40B4-BE49-F238E27FC236}">
                <a16:creationId xmlns:a16="http://schemas.microsoft.com/office/drawing/2014/main" id="{29EC6F01-D8EA-4E38-8035-7CB2E87C0E2D}"/>
              </a:ext>
            </a:extLst>
          </p:cNvPr>
          <p:cNvSpPr>
            <a:spLocks noGrp="1"/>
          </p:cNvSpPr>
          <p:nvPr/>
        </p:nvSpPr>
        <p:spPr>
          <a:xfrm>
            <a:off x="723900" y="4905375"/>
            <a:ext cx="10744200" cy="895350"/>
          </a:xfrm>
          <a:prstGeom prst="roundRect">
            <a:avLst>
              <a:gd name="adj" fmla="val 12766"/>
            </a:avLst>
          </a:prstGeom>
          <a:solidFill>
            <a:srgbClr val="13232C"/>
          </a:solidFill>
          <a:ln w="9525">
            <a:solidFill>
              <a:srgbClr val="3DE8FF"/>
            </a:solidFill>
            <a:prstDash val="solid"/>
          </a:ln>
        </p:spPr>
        <p:txBody>
          <a:bodyPr/>
          <a:lstStyle/>
          <a:p>
            <a:endParaRPr lang="en-IN"/>
          </a:p>
        </p:txBody>
      </p:sp>
      <p:sp>
        <p:nvSpPr>
          <p:cNvPr id="36" name="solution-scope-label">
            <a:extLst>
              <a:ext uri="{FF2B5EF4-FFF2-40B4-BE49-F238E27FC236}">
                <a16:creationId xmlns:a16="http://schemas.microsoft.com/office/drawing/2014/main" id="{905DFA63-5A2D-4472-9385-381E1D2D1F7B}"/>
              </a:ext>
            </a:extLst>
          </p:cNvPr>
          <p:cNvSpPr>
            <a:spLocks noGrp="1"/>
          </p:cNvSpPr>
          <p:nvPr/>
        </p:nvSpPr>
        <p:spPr>
          <a:xfrm>
            <a:off x="933450" y="5038725"/>
            <a:ext cx="2286000" cy="266700"/>
          </a:xfrm>
          <a:prstGeom prst="rect">
            <a:avLst/>
          </a:prstGeom>
          <a:noFill/>
          <a:ln w="0">
            <a:noFill/>
            <a:prstDash val="solid"/>
          </a:ln>
        </p:spPr>
        <p:txBody>
          <a:bodyPr wrap="square" lIns="0" tIns="0" rIns="0" bIns="0" anchor="ctr">
            <a:normAutofit/>
          </a:bodyPr>
          <a:lstStyle>
            <a:defPPr algn="l">
              <a:defRPr sz="1200" b="1">
                <a:solidFill>
                  <a:srgbClr val="3DE8FF"/>
                </a:solidFill>
                <a:latin typeface="Arial"/>
                <a:ea typeface="Arial"/>
                <a:cs typeface="Arial"/>
              </a:defRPr>
            </a:defPPr>
            <a:lvl1pPr algn="l">
              <a:defRPr sz="1200" b="1">
                <a:solidFill>
                  <a:srgbClr val="3DE8FF"/>
                </a:solidFill>
                <a:latin typeface="Arial"/>
                <a:ea typeface="Arial"/>
                <a:cs typeface="Arial"/>
              </a:defRPr>
            </a:lvl1pPr>
            <a:lvl2pPr algn="l">
              <a:defRPr sz="1200" b="1">
                <a:solidFill>
                  <a:srgbClr val="3DE8FF"/>
                </a:solidFill>
                <a:latin typeface="Arial"/>
                <a:ea typeface="Arial"/>
                <a:cs typeface="Arial"/>
              </a:defRPr>
            </a:lvl2pPr>
            <a:lvl3pPr algn="l">
              <a:defRPr sz="1200" b="1">
                <a:solidFill>
                  <a:srgbClr val="3DE8FF"/>
                </a:solidFill>
                <a:latin typeface="Arial"/>
                <a:ea typeface="Arial"/>
                <a:cs typeface="Arial"/>
              </a:defRPr>
            </a:lvl3pPr>
            <a:lvl4pPr algn="l">
              <a:defRPr sz="1200" b="1">
                <a:solidFill>
                  <a:srgbClr val="3DE8FF"/>
                </a:solidFill>
                <a:latin typeface="Arial"/>
                <a:ea typeface="Arial"/>
                <a:cs typeface="Arial"/>
              </a:defRPr>
            </a:lvl4pPr>
            <a:lvl5pPr algn="l">
              <a:defRPr sz="1200" b="1">
                <a:solidFill>
                  <a:srgbClr val="3DE8FF"/>
                </a:solidFill>
                <a:latin typeface="Arial"/>
                <a:ea typeface="Arial"/>
                <a:cs typeface="Arial"/>
              </a:defRPr>
            </a:lvl5pPr>
            <a:lvl6pPr algn="l">
              <a:defRPr sz="1200" b="1">
                <a:solidFill>
                  <a:srgbClr val="3DE8FF"/>
                </a:solidFill>
                <a:latin typeface="Arial"/>
                <a:ea typeface="Arial"/>
                <a:cs typeface="Arial"/>
              </a:defRPr>
            </a:lvl6pPr>
            <a:lvl7pPr algn="l">
              <a:defRPr sz="1200" b="1">
                <a:solidFill>
                  <a:srgbClr val="3DE8FF"/>
                </a:solidFill>
                <a:latin typeface="Arial"/>
                <a:ea typeface="Arial"/>
                <a:cs typeface="Arial"/>
              </a:defRPr>
            </a:lvl7pPr>
            <a:lvl8pPr algn="l">
              <a:defRPr sz="1200" b="1">
                <a:solidFill>
                  <a:srgbClr val="3DE8FF"/>
                </a:solidFill>
                <a:latin typeface="Arial"/>
                <a:ea typeface="Arial"/>
                <a:cs typeface="Arial"/>
              </a:defRPr>
            </a:lvl8pPr>
            <a:lvl9pPr algn="l">
              <a:defRPr sz="1200" b="1">
                <a:solidFill>
                  <a:srgbClr val="3DE8FF"/>
                </a:solidFill>
                <a:latin typeface="Arial"/>
                <a:ea typeface="Arial"/>
                <a:cs typeface="Arial"/>
              </a:defRPr>
            </a:lvl9pPr>
          </a:lstStyle>
          <a:p>
            <a:pPr algn="l">
              <a:lnSpc>
                <a:spcPct val="100000"/>
              </a:lnSpc>
              <a:buNone/>
              <a:defRPr sz="1200" b="1">
                <a:solidFill>
                  <a:srgbClr val="3DE8FF"/>
                </a:solidFill>
                <a:latin typeface="Arial"/>
                <a:ea typeface="Arial"/>
                <a:cs typeface="Arial"/>
              </a:defRPr>
            </a:pPr>
            <a:r>
              <a:rPr sz="1200" b="1">
                <a:solidFill>
                  <a:srgbClr val="3DE8FF"/>
                </a:solidFill>
                <a:latin typeface="Arial"/>
                <a:ea typeface="Arial"/>
                <a:cs typeface="Arial"/>
              </a:rPr>
              <a:t>SCOPE BOUNDARY</a:t>
            </a:r>
          </a:p>
        </p:txBody>
      </p:sp>
      <p:sp>
        <p:nvSpPr>
          <p:cNvPr id="37" name="solution-scope">
            <a:extLst>
              <a:ext uri="{FF2B5EF4-FFF2-40B4-BE49-F238E27FC236}">
                <a16:creationId xmlns:a16="http://schemas.microsoft.com/office/drawing/2014/main" id="{F99F0F48-CE8E-4043-815A-F3FBAC7611E7}"/>
              </a:ext>
            </a:extLst>
          </p:cNvPr>
          <p:cNvSpPr>
            <a:spLocks noGrp="1"/>
          </p:cNvSpPr>
          <p:nvPr/>
        </p:nvSpPr>
        <p:spPr>
          <a:xfrm>
            <a:off x="933450" y="5343525"/>
            <a:ext cx="10287000" cy="323850"/>
          </a:xfrm>
          <a:prstGeom prst="rect">
            <a:avLst/>
          </a:prstGeom>
          <a:noFill/>
          <a:ln w="0">
            <a:noFill/>
            <a:prstDash val="solid"/>
          </a:ln>
        </p:spPr>
        <p:txBody>
          <a:bodyPr wrap="square" lIns="0" tIns="0" rIns="0" bIns="0" anchor="ctr">
            <a:normAutofit/>
          </a:bodyPr>
          <a:lstStyle>
            <a:defPPr algn="l">
              <a:defRPr sz="1500" b="1">
                <a:solidFill>
                  <a:srgbClr val="EDEDF2"/>
                </a:solidFill>
                <a:latin typeface="Arial"/>
                <a:ea typeface="Arial"/>
                <a:cs typeface="Arial"/>
              </a:defRPr>
            </a:defPPr>
            <a:lvl1pPr algn="l">
              <a:defRPr sz="1500" b="1">
                <a:solidFill>
                  <a:srgbClr val="EDEDF2"/>
                </a:solidFill>
                <a:latin typeface="Arial"/>
                <a:ea typeface="Arial"/>
                <a:cs typeface="Arial"/>
              </a:defRPr>
            </a:lvl1pPr>
            <a:lvl2pPr algn="l">
              <a:defRPr sz="1500" b="1">
                <a:solidFill>
                  <a:srgbClr val="EDEDF2"/>
                </a:solidFill>
                <a:latin typeface="Arial"/>
                <a:ea typeface="Arial"/>
                <a:cs typeface="Arial"/>
              </a:defRPr>
            </a:lvl2pPr>
            <a:lvl3pPr algn="l">
              <a:defRPr sz="1500" b="1">
                <a:solidFill>
                  <a:srgbClr val="EDEDF2"/>
                </a:solidFill>
                <a:latin typeface="Arial"/>
                <a:ea typeface="Arial"/>
                <a:cs typeface="Arial"/>
              </a:defRPr>
            </a:lvl3pPr>
            <a:lvl4pPr algn="l">
              <a:defRPr sz="1500" b="1">
                <a:solidFill>
                  <a:srgbClr val="EDEDF2"/>
                </a:solidFill>
                <a:latin typeface="Arial"/>
                <a:ea typeface="Arial"/>
                <a:cs typeface="Arial"/>
              </a:defRPr>
            </a:lvl4pPr>
            <a:lvl5pPr algn="l">
              <a:defRPr sz="1500" b="1">
                <a:solidFill>
                  <a:srgbClr val="EDEDF2"/>
                </a:solidFill>
                <a:latin typeface="Arial"/>
                <a:ea typeface="Arial"/>
                <a:cs typeface="Arial"/>
              </a:defRPr>
            </a:lvl5pPr>
            <a:lvl6pPr algn="l">
              <a:defRPr sz="1500" b="1">
                <a:solidFill>
                  <a:srgbClr val="EDEDF2"/>
                </a:solidFill>
                <a:latin typeface="Arial"/>
                <a:ea typeface="Arial"/>
                <a:cs typeface="Arial"/>
              </a:defRPr>
            </a:lvl6pPr>
            <a:lvl7pPr algn="l">
              <a:defRPr sz="1500" b="1">
                <a:solidFill>
                  <a:srgbClr val="EDEDF2"/>
                </a:solidFill>
                <a:latin typeface="Arial"/>
                <a:ea typeface="Arial"/>
                <a:cs typeface="Arial"/>
              </a:defRPr>
            </a:lvl7pPr>
            <a:lvl8pPr algn="l">
              <a:defRPr sz="1500" b="1">
                <a:solidFill>
                  <a:srgbClr val="EDEDF2"/>
                </a:solidFill>
                <a:latin typeface="Arial"/>
                <a:ea typeface="Arial"/>
                <a:cs typeface="Arial"/>
              </a:defRPr>
            </a:lvl8pPr>
            <a:lvl9pPr algn="l">
              <a:defRPr sz="1500" b="1">
                <a:solidFill>
                  <a:srgbClr val="EDEDF2"/>
                </a:solidFill>
                <a:latin typeface="Arial"/>
                <a:ea typeface="Arial"/>
                <a:cs typeface="Arial"/>
              </a:defRPr>
            </a:lvl9pPr>
          </a:lstStyle>
          <a:p>
            <a:pPr algn="l">
              <a:lnSpc>
                <a:spcPct val="100000"/>
              </a:lnSpc>
              <a:buNone/>
              <a:defRPr sz="1500" b="1">
                <a:solidFill>
                  <a:srgbClr val="EDEDF2"/>
                </a:solidFill>
                <a:latin typeface="Arial"/>
                <a:ea typeface="Arial"/>
                <a:cs typeface="Arial"/>
              </a:defRPr>
            </a:pPr>
            <a:r>
              <a:rPr sz="1500" b="1">
                <a:solidFill>
                  <a:srgbClr val="EDEDF2"/>
                </a:solidFill>
                <a:latin typeface="Arial"/>
                <a:ea typeface="Arial"/>
                <a:cs typeface="Arial"/>
              </a:rPr>
              <a:t>Authorized and bounded collection with analyst-led decisions; no exploitation or network-wide scanning.</a:t>
            </a:r>
          </a:p>
        </p:txBody>
      </p:sp>
    </p:spTree>
    <p:extLst>
      <p:ext uri="{BB962C8B-B14F-4D97-AF65-F5344CB8AC3E}">
        <p14:creationId xmlns:p14="http://schemas.microsoft.com/office/powerpoint/2010/main" val="434609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cxnSp>
        <p:nvCxnSpPr>
          <p:cNvPr id="43" name="Connector: Elbow 42">
            <a:extLst>
              <a:ext uri="{FF2B5EF4-FFF2-40B4-BE49-F238E27FC236}">
                <a16:creationId xmlns:a16="http://schemas.microsoft.com/office/drawing/2014/main" id="{168CD171-7693-4DF5-BD1A-B2B2DE2CB7A7}"/>
              </a:ext>
            </a:extLst>
          </p:cNvPr>
          <p:cNvCxnSpPr>
            <a:stCxn id="29" idx="3"/>
            <a:endCxn id="32" idx="1"/>
          </p:cNvCxnSpPr>
          <p:nvPr/>
        </p:nvCxnSpPr>
        <p:spPr>
          <a:xfrm flipV="1">
            <a:off x="10410825" y="2600325"/>
            <a:ext cx="1657350" cy="1609725"/>
          </a:xfrm>
          <a:prstGeom prst="bentConnector4">
            <a:avLst/>
          </a:prstGeom>
          <a:ln w="23813">
            <a:solidFill>
              <a:srgbClr val="8B7CF6"/>
            </a:solidFill>
            <a:prstDash val="solid"/>
            <a:tailEnd type="triangle" w="sm" len="sm"/>
          </a:ln>
        </p:spPr>
      </p:cxnSp>
      <p:cxnSp>
        <p:nvCxnSpPr>
          <p:cNvPr id="42" name="Straight Arrow Connector 41">
            <a:extLst>
              <a:ext uri="{FF2B5EF4-FFF2-40B4-BE49-F238E27FC236}">
                <a16:creationId xmlns:a16="http://schemas.microsoft.com/office/drawing/2014/main" id="{0322C144-B729-418F-9E85-903900DCBA6A}"/>
              </a:ext>
            </a:extLst>
          </p:cNvPr>
          <p:cNvCxnSpPr>
            <a:stCxn id="29" idx="1"/>
            <a:endCxn id="20" idx="3"/>
          </p:cNvCxnSpPr>
          <p:nvPr/>
        </p:nvCxnSpPr>
        <p:spPr>
          <a:xfrm flipH="1">
            <a:off x="8658225" y="4210050"/>
            <a:ext cx="400050" cy="0"/>
          </a:xfrm>
          <a:prstGeom prst="straightConnector1">
            <a:avLst/>
          </a:prstGeom>
          <a:ln w="23813">
            <a:solidFill>
              <a:srgbClr val="3DE8FF"/>
            </a:solidFill>
            <a:prstDash val="solid"/>
            <a:tailEnd type="triangle" w="sm" len="sm"/>
          </a:ln>
        </p:spPr>
      </p:cxnSp>
      <p:cxnSp>
        <p:nvCxnSpPr>
          <p:cNvPr id="41" name="Straight Arrow Connector 40">
            <a:extLst>
              <a:ext uri="{FF2B5EF4-FFF2-40B4-BE49-F238E27FC236}">
                <a16:creationId xmlns:a16="http://schemas.microsoft.com/office/drawing/2014/main" id="{209E3E9F-9539-472C-A029-0AEB779E3A25}"/>
              </a:ext>
            </a:extLst>
          </p:cNvPr>
          <p:cNvCxnSpPr>
            <a:stCxn id="26" idx="2"/>
            <a:endCxn id="29" idx="0"/>
          </p:cNvCxnSpPr>
          <p:nvPr/>
        </p:nvCxnSpPr>
        <p:spPr>
          <a:xfrm>
            <a:off x="9734550" y="2438400"/>
            <a:ext cx="0" cy="1323975"/>
          </a:xfrm>
          <a:prstGeom prst="straightConnector1">
            <a:avLst/>
          </a:prstGeom>
          <a:ln w="23813">
            <a:solidFill>
              <a:srgbClr val="8B7CF6"/>
            </a:solidFill>
            <a:prstDash val="solid"/>
            <a:tailEnd type="triangle" w="sm" len="sm"/>
          </a:ln>
        </p:spPr>
      </p:cxnSp>
      <p:cxnSp>
        <p:nvCxnSpPr>
          <p:cNvPr id="40" name="Straight Arrow Connector 39">
            <a:extLst>
              <a:ext uri="{FF2B5EF4-FFF2-40B4-BE49-F238E27FC236}">
                <a16:creationId xmlns:a16="http://schemas.microsoft.com/office/drawing/2014/main" id="{6F8A2E2C-3889-40FD-B159-581951B2389C}"/>
              </a:ext>
            </a:extLst>
          </p:cNvPr>
          <p:cNvCxnSpPr>
            <a:stCxn id="23" idx="3"/>
            <a:endCxn id="26" idx="1"/>
          </p:cNvCxnSpPr>
          <p:nvPr/>
        </p:nvCxnSpPr>
        <p:spPr>
          <a:xfrm>
            <a:off x="8658225" y="2019300"/>
            <a:ext cx="400050" cy="0"/>
          </a:xfrm>
          <a:prstGeom prst="straightConnector1">
            <a:avLst/>
          </a:prstGeom>
          <a:ln w="23813">
            <a:solidFill>
              <a:srgbClr val="3DE8FF"/>
            </a:solidFill>
            <a:prstDash val="solid"/>
            <a:tailEnd type="triangle" w="sm" len="sm"/>
          </a:ln>
        </p:spPr>
      </p:cxnSp>
      <p:cxnSp>
        <p:nvCxnSpPr>
          <p:cNvPr id="39" name="Straight Arrow Connector 38">
            <a:extLst>
              <a:ext uri="{FF2B5EF4-FFF2-40B4-BE49-F238E27FC236}">
                <a16:creationId xmlns:a16="http://schemas.microsoft.com/office/drawing/2014/main" id="{8DEB4107-EE63-4832-B166-1FA270DE6898}"/>
              </a:ext>
            </a:extLst>
          </p:cNvPr>
          <p:cNvCxnSpPr>
            <a:stCxn id="20" idx="0"/>
            <a:endCxn id="23" idx="2"/>
          </p:cNvCxnSpPr>
          <p:nvPr/>
        </p:nvCxnSpPr>
        <p:spPr>
          <a:xfrm flipV="1">
            <a:off x="7829550" y="2438400"/>
            <a:ext cx="0" cy="1323975"/>
          </a:xfrm>
          <a:prstGeom prst="straightConnector1">
            <a:avLst/>
          </a:prstGeom>
          <a:ln w="23813">
            <a:solidFill>
              <a:srgbClr val="8B7CF6"/>
            </a:solidFill>
            <a:prstDash val="solid"/>
            <a:tailEnd type="triangle" w="sm" len="sm"/>
          </a:ln>
        </p:spPr>
      </p:cxnSp>
      <p:cxnSp>
        <p:nvCxnSpPr>
          <p:cNvPr id="38" name="Straight Arrow Connector 37">
            <a:extLst>
              <a:ext uri="{FF2B5EF4-FFF2-40B4-BE49-F238E27FC236}">
                <a16:creationId xmlns:a16="http://schemas.microsoft.com/office/drawing/2014/main" id="{2D008530-FCA6-432A-8A67-58B134EE0C65}"/>
              </a:ext>
            </a:extLst>
          </p:cNvPr>
          <p:cNvCxnSpPr>
            <a:stCxn id="17" idx="3"/>
            <a:endCxn id="20" idx="1"/>
          </p:cNvCxnSpPr>
          <p:nvPr/>
        </p:nvCxnSpPr>
        <p:spPr>
          <a:xfrm>
            <a:off x="6419850" y="4210050"/>
            <a:ext cx="581025" cy="0"/>
          </a:xfrm>
          <a:prstGeom prst="straightConnector1">
            <a:avLst/>
          </a:prstGeom>
          <a:ln w="23813">
            <a:solidFill>
              <a:srgbClr val="3DE8FF"/>
            </a:solidFill>
            <a:prstDash val="solid"/>
            <a:tailEnd type="triangle" w="sm" len="sm"/>
          </a:ln>
        </p:spPr>
      </p:cxnSp>
      <p:cxnSp>
        <p:nvCxnSpPr>
          <p:cNvPr id="37" name="Connector: Elbow 36">
            <a:extLst>
              <a:ext uri="{FF2B5EF4-FFF2-40B4-BE49-F238E27FC236}">
                <a16:creationId xmlns:a16="http://schemas.microsoft.com/office/drawing/2014/main" id="{AA8BAB80-57F0-4B98-8376-C886498C0DA8}"/>
              </a:ext>
            </a:extLst>
          </p:cNvPr>
          <p:cNvCxnSpPr>
            <a:stCxn id="11" idx="3"/>
            <a:endCxn id="17" idx="1"/>
          </p:cNvCxnSpPr>
          <p:nvPr/>
        </p:nvCxnSpPr>
        <p:spPr>
          <a:xfrm>
            <a:off x="4133850" y="3143250"/>
            <a:ext cx="628650" cy="1066800"/>
          </a:xfrm>
          <a:prstGeom prst="bentConnector3">
            <a:avLst>
              <a:gd name="adj1" fmla="val 50000"/>
            </a:avLst>
          </a:prstGeom>
          <a:ln w="23813">
            <a:solidFill>
              <a:srgbClr val="8B7CF6"/>
            </a:solidFill>
            <a:prstDash val="solid"/>
            <a:tailEnd type="triangle" w="sm" len="sm"/>
          </a:ln>
        </p:spPr>
      </p:cxnSp>
      <p:cxnSp>
        <p:nvCxnSpPr>
          <p:cNvPr id="36" name="Connector: Elbow 35">
            <a:extLst>
              <a:ext uri="{FF2B5EF4-FFF2-40B4-BE49-F238E27FC236}">
                <a16:creationId xmlns:a16="http://schemas.microsoft.com/office/drawing/2014/main" id="{D051984D-114F-4FDB-A87D-6053E9C60095}"/>
              </a:ext>
            </a:extLst>
          </p:cNvPr>
          <p:cNvCxnSpPr>
            <a:stCxn id="11" idx="3"/>
            <a:endCxn id="14" idx="1"/>
          </p:cNvCxnSpPr>
          <p:nvPr/>
        </p:nvCxnSpPr>
        <p:spPr>
          <a:xfrm flipV="1">
            <a:off x="4133850" y="2019300"/>
            <a:ext cx="628650" cy="1123950"/>
          </a:xfrm>
          <a:prstGeom prst="bentConnector3">
            <a:avLst>
              <a:gd name="adj1" fmla="val 50000"/>
            </a:avLst>
          </a:prstGeom>
          <a:ln w="23813">
            <a:solidFill>
              <a:srgbClr val="3DE8FF"/>
            </a:solidFill>
            <a:prstDash val="solid"/>
            <a:tailEnd type="triangle" w="sm" len="sm"/>
          </a:ln>
        </p:spPr>
      </p:cxnSp>
      <p:cxnSp>
        <p:nvCxnSpPr>
          <p:cNvPr id="35" name="Straight Arrow Connector 34">
            <a:extLst>
              <a:ext uri="{FF2B5EF4-FFF2-40B4-BE49-F238E27FC236}">
                <a16:creationId xmlns:a16="http://schemas.microsoft.com/office/drawing/2014/main" id="{F7B1AA30-24D0-4DAD-8D9E-F7673B48330D}"/>
              </a:ext>
            </a:extLst>
          </p:cNvPr>
          <p:cNvCxnSpPr>
            <a:stCxn id="8" idx="3"/>
            <a:endCxn id="11" idx="1"/>
          </p:cNvCxnSpPr>
          <p:nvPr/>
        </p:nvCxnSpPr>
        <p:spPr>
          <a:xfrm>
            <a:off x="2190750" y="3143250"/>
            <a:ext cx="381000" cy="0"/>
          </a:xfrm>
          <a:prstGeom prst="straightConnector1">
            <a:avLst/>
          </a:prstGeom>
          <a:ln w="23813">
            <a:solidFill>
              <a:srgbClr val="3DE8FF"/>
            </a:solidFill>
            <a:prstDash val="solid"/>
            <a:tailEnd type="triangle" w="sm" len="sm"/>
          </a:ln>
        </p:spPr>
      </p:cxnSp>
      <p:sp>
        <p:nvSpPr>
          <p:cNvPr id="47" name="slide-6-title">
            <a:extLst>
              <a:ext uri="{FF2B5EF4-FFF2-40B4-BE49-F238E27FC236}">
                <a16:creationId xmlns:a16="http://schemas.microsoft.com/office/drawing/2014/main" id="{332FE812-CFE7-44D2-8F5E-AA6FCCE5C617}"/>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System architecture</a:t>
            </a:r>
          </a:p>
        </p:txBody>
      </p:sp>
      <p:sp>
        <p:nvSpPr>
          <p:cNvPr id="2" name="slide-6-accent-blue">
            <a:extLst>
              <a:ext uri="{FF2B5EF4-FFF2-40B4-BE49-F238E27FC236}">
                <a16:creationId xmlns:a16="http://schemas.microsoft.com/office/drawing/2014/main" id="{8D2A399D-81B1-45FE-9BF8-0197D11C3D51}"/>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6-accent-iris">
            <a:extLst>
              <a:ext uri="{FF2B5EF4-FFF2-40B4-BE49-F238E27FC236}">
                <a16:creationId xmlns:a16="http://schemas.microsoft.com/office/drawing/2014/main" id="{C70D5EE5-EE5C-4EB2-A396-E017DA7E8F8E}"/>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6-subtitle">
            <a:extLst>
              <a:ext uri="{FF2B5EF4-FFF2-40B4-BE49-F238E27FC236}">
                <a16:creationId xmlns:a16="http://schemas.microsoft.com/office/drawing/2014/main" id="{5145DBCC-0C84-4ED3-A889-C1FC5A86FD5A}"/>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The API persists an investigation before background collectors begin.</a:t>
            </a:r>
          </a:p>
        </p:txBody>
      </p:sp>
      <p:sp>
        <p:nvSpPr>
          <p:cNvPr id="5" name="slide-6-footer-rule">
            <a:extLst>
              <a:ext uri="{FF2B5EF4-FFF2-40B4-BE49-F238E27FC236}">
                <a16:creationId xmlns:a16="http://schemas.microsoft.com/office/drawing/2014/main" id="{5DB37FDF-913C-4574-AD57-F07701872961}"/>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6-footer">
            <a:extLst>
              <a:ext uri="{FF2B5EF4-FFF2-40B4-BE49-F238E27FC236}">
                <a16:creationId xmlns:a16="http://schemas.microsoft.com/office/drawing/2014/main" id="{D7889851-C030-4718-BBD8-662F90FDE740}"/>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6-page">
            <a:extLst>
              <a:ext uri="{FF2B5EF4-FFF2-40B4-BE49-F238E27FC236}">
                <a16:creationId xmlns:a16="http://schemas.microsoft.com/office/drawing/2014/main" id="{DAE46EB1-60CD-452E-BBC2-4EF9B244BD2F}"/>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06</a:t>
            </a:r>
          </a:p>
        </p:txBody>
      </p:sp>
      <p:sp>
        <p:nvSpPr>
          <p:cNvPr id="8" name="arch-browser-surface">
            <a:extLst>
              <a:ext uri="{FF2B5EF4-FFF2-40B4-BE49-F238E27FC236}">
                <a16:creationId xmlns:a16="http://schemas.microsoft.com/office/drawing/2014/main" id="{87E8BEB4-9DDB-478A-BDD3-B125FB89828A}"/>
              </a:ext>
            </a:extLst>
          </p:cNvPr>
          <p:cNvSpPr>
            <a:spLocks noGrp="1"/>
          </p:cNvSpPr>
          <p:nvPr/>
        </p:nvSpPr>
        <p:spPr>
          <a:xfrm>
            <a:off x="628650" y="2724150"/>
            <a:ext cx="1562100" cy="838200"/>
          </a:xfrm>
          <a:prstGeom prst="roundRect">
            <a:avLst>
              <a:gd name="adj" fmla="val 13636"/>
            </a:avLst>
          </a:prstGeom>
          <a:solidFill>
            <a:srgbClr val="13232C"/>
          </a:solidFill>
          <a:ln w="19050">
            <a:solidFill>
              <a:srgbClr val="3DE8FF"/>
            </a:solidFill>
            <a:prstDash val="solid"/>
          </a:ln>
        </p:spPr>
        <p:txBody>
          <a:bodyPr/>
          <a:lstStyle/>
          <a:p>
            <a:endParaRPr lang="en-IN"/>
          </a:p>
        </p:txBody>
      </p:sp>
      <p:sp>
        <p:nvSpPr>
          <p:cNvPr id="9" name="arch-browser-heading">
            <a:extLst>
              <a:ext uri="{FF2B5EF4-FFF2-40B4-BE49-F238E27FC236}">
                <a16:creationId xmlns:a16="http://schemas.microsoft.com/office/drawing/2014/main" id="{CFA54549-8052-49F3-B243-A5801FB6AD26}"/>
              </a:ext>
            </a:extLst>
          </p:cNvPr>
          <p:cNvSpPr>
            <a:spLocks noGrp="1"/>
          </p:cNvSpPr>
          <p:nvPr/>
        </p:nvSpPr>
        <p:spPr>
          <a:xfrm>
            <a:off x="742950" y="2819400"/>
            <a:ext cx="13335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Analyst browser</a:t>
            </a:r>
          </a:p>
        </p:txBody>
      </p:sp>
      <p:sp>
        <p:nvSpPr>
          <p:cNvPr id="10" name="arch-browser-detail">
            <a:extLst>
              <a:ext uri="{FF2B5EF4-FFF2-40B4-BE49-F238E27FC236}">
                <a16:creationId xmlns:a16="http://schemas.microsoft.com/office/drawing/2014/main" id="{03CA05B7-6C55-44C1-B14A-B90171707AC1}"/>
              </a:ext>
            </a:extLst>
          </p:cNvPr>
          <p:cNvSpPr>
            <a:spLocks noGrp="1"/>
          </p:cNvSpPr>
          <p:nvPr/>
        </p:nvSpPr>
        <p:spPr>
          <a:xfrm>
            <a:off x="742950" y="3133725"/>
            <a:ext cx="1333500" cy="3810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React · TypeScript</a:t>
            </a:r>
          </a:p>
        </p:txBody>
      </p:sp>
      <p:sp>
        <p:nvSpPr>
          <p:cNvPr id="11" name="arch-gateway-surface">
            <a:extLst>
              <a:ext uri="{FF2B5EF4-FFF2-40B4-BE49-F238E27FC236}">
                <a16:creationId xmlns:a16="http://schemas.microsoft.com/office/drawing/2014/main" id="{87A2EAEF-9371-4DA6-9847-0C65220BCDC8}"/>
              </a:ext>
            </a:extLst>
          </p:cNvPr>
          <p:cNvSpPr>
            <a:spLocks noGrp="1"/>
          </p:cNvSpPr>
          <p:nvPr/>
        </p:nvSpPr>
        <p:spPr>
          <a:xfrm>
            <a:off x="2571750" y="2724150"/>
            <a:ext cx="1562100" cy="838200"/>
          </a:xfrm>
          <a:prstGeom prst="roundRect">
            <a:avLst>
              <a:gd name="adj" fmla="val 13636"/>
            </a:avLst>
          </a:prstGeom>
          <a:solidFill>
            <a:srgbClr val="211E38"/>
          </a:solidFill>
          <a:ln w="19050">
            <a:solidFill>
              <a:srgbClr val="8B7CF6"/>
            </a:solidFill>
            <a:prstDash val="solid"/>
          </a:ln>
        </p:spPr>
        <p:txBody>
          <a:bodyPr/>
          <a:lstStyle/>
          <a:p>
            <a:endParaRPr lang="en-IN"/>
          </a:p>
        </p:txBody>
      </p:sp>
      <p:sp>
        <p:nvSpPr>
          <p:cNvPr id="12" name="arch-gateway-heading">
            <a:extLst>
              <a:ext uri="{FF2B5EF4-FFF2-40B4-BE49-F238E27FC236}">
                <a16:creationId xmlns:a16="http://schemas.microsoft.com/office/drawing/2014/main" id="{1818E7FC-5F4B-40DE-93ED-422BACF567AF}"/>
              </a:ext>
            </a:extLst>
          </p:cNvPr>
          <p:cNvSpPr>
            <a:spLocks noGrp="1"/>
          </p:cNvSpPr>
          <p:nvPr/>
        </p:nvSpPr>
        <p:spPr>
          <a:xfrm>
            <a:off x="2686050" y="2819400"/>
            <a:ext cx="13335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Caddy gateway</a:t>
            </a:r>
          </a:p>
        </p:txBody>
      </p:sp>
      <p:sp>
        <p:nvSpPr>
          <p:cNvPr id="13" name="arch-gateway-detail">
            <a:extLst>
              <a:ext uri="{FF2B5EF4-FFF2-40B4-BE49-F238E27FC236}">
                <a16:creationId xmlns:a16="http://schemas.microsoft.com/office/drawing/2014/main" id="{A5AFD92E-424F-43E1-A14F-C5E3E00A8CF0}"/>
              </a:ext>
            </a:extLst>
          </p:cNvPr>
          <p:cNvSpPr>
            <a:spLocks noGrp="1"/>
          </p:cNvSpPr>
          <p:nvPr/>
        </p:nvSpPr>
        <p:spPr>
          <a:xfrm>
            <a:off x="2686050" y="3133725"/>
            <a:ext cx="1333500" cy="3810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Local HTTPS · 8443</a:t>
            </a:r>
          </a:p>
        </p:txBody>
      </p:sp>
      <p:sp>
        <p:nvSpPr>
          <p:cNvPr id="14" name="arch-frontend-surface">
            <a:extLst>
              <a:ext uri="{FF2B5EF4-FFF2-40B4-BE49-F238E27FC236}">
                <a16:creationId xmlns:a16="http://schemas.microsoft.com/office/drawing/2014/main" id="{A43EACDD-5BE4-4DFD-BD5A-5CB6BF7E380C}"/>
              </a:ext>
            </a:extLst>
          </p:cNvPr>
          <p:cNvSpPr>
            <a:spLocks noGrp="1"/>
          </p:cNvSpPr>
          <p:nvPr/>
        </p:nvSpPr>
        <p:spPr>
          <a:xfrm>
            <a:off x="4762500" y="1600200"/>
            <a:ext cx="1657350" cy="838200"/>
          </a:xfrm>
          <a:prstGeom prst="roundRect">
            <a:avLst>
              <a:gd name="adj" fmla="val 13636"/>
            </a:avLst>
          </a:prstGeom>
          <a:solidFill>
            <a:srgbClr val="13232C"/>
          </a:solidFill>
          <a:ln w="19050">
            <a:solidFill>
              <a:srgbClr val="3DE8FF"/>
            </a:solidFill>
            <a:prstDash val="solid"/>
          </a:ln>
        </p:spPr>
        <p:txBody>
          <a:bodyPr/>
          <a:lstStyle/>
          <a:p>
            <a:endParaRPr lang="en-IN"/>
          </a:p>
        </p:txBody>
      </p:sp>
      <p:sp>
        <p:nvSpPr>
          <p:cNvPr id="15" name="arch-frontend-heading">
            <a:extLst>
              <a:ext uri="{FF2B5EF4-FFF2-40B4-BE49-F238E27FC236}">
                <a16:creationId xmlns:a16="http://schemas.microsoft.com/office/drawing/2014/main" id="{1EF6C05F-3316-4F63-AEE9-EA60241E0301}"/>
              </a:ext>
            </a:extLst>
          </p:cNvPr>
          <p:cNvSpPr>
            <a:spLocks noGrp="1"/>
          </p:cNvSpPr>
          <p:nvPr/>
        </p:nvSpPr>
        <p:spPr>
          <a:xfrm>
            <a:off x="4876800" y="1695450"/>
            <a:ext cx="1428750" cy="285750"/>
          </a:xfrm>
          <a:prstGeom prst="rect">
            <a:avLst/>
          </a:prstGeom>
          <a:noFill/>
          <a:ln w="0">
            <a:noFill/>
            <a:prstDash val="solid"/>
          </a:ln>
        </p:spPr>
        <p:txBody>
          <a:bodyPr wrap="square" lIns="0" tIns="0" rIns="0" bIns="0" anchor="ctr">
            <a:normAutofit/>
          </a:bodyPr>
          <a:lstStyle>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Nginx frontend</a:t>
            </a:r>
          </a:p>
        </p:txBody>
      </p:sp>
      <p:sp>
        <p:nvSpPr>
          <p:cNvPr id="16" name="arch-frontend-detail">
            <a:extLst>
              <a:ext uri="{FF2B5EF4-FFF2-40B4-BE49-F238E27FC236}">
                <a16:creationId xmlns:a16="http://schemas.microsoft.com/office/drawing/2014/main" id="{C6DB083A-3F64-44A8-8874-F3C20240D50A}"/>
              </a:ext>
            </a:extLst>
          </p:cNvPr>
          <p:cNvSpPr>
            <a:spLocks noGrp="1"/>
          </p:cNvSpPr>
          <p:nvPr/>
        </p:nvSpPr>
        <p:spPr>
          <a:xfrm>
            <a:off x="4876800" y="2009775"/>
            <a:ext cx="1428750" cy="3810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Static UI delivery</a:t>
            </a:r>
          </a:p>
        </p:txBody>
      </p:sp>
      <p:sp>
        <p:nvSpPr>
          <p:cNvPr id="17" name="arch-api-surface">
            <a:extLst>
              <a:ext uri="{FF2B5EF4-FFF2-40B4-BE49-F238E27FC236}">
                <a16:creationId xmlns:a16="http://schemas.microsoft.com/office/drawing/2014/main" id="{3A4FCB4A-D656-4307-A4FF-E3EBB07BC44E}"/>
              </a:ext>
            </a:extLst>
          </p:cNvPr>
          <p:cNvSpPr>
            <a:spLocks noGrp="1"/>
          </p:cNvSpPr>
          <p:nvPr/>
        </p:nvSpPr>
        <p:spPr>
          <a:xfrm>
            <a:off x="4762500" y="3762375"/>
            <a:ext cx="1657350" cy="895350"/>
          </a:xfrm>
          <a:prstGeom prst="roundRect">
            <a:avLst>
              <a:gd name="adj" fmla="val 12766"/>
            </a:avLst>
          </a:prstGeom>
          <a:solidFill>
            <a:srgbClr val="211E38"/>
          </a:solidFill>
          <a:ln w="19050">
            <a:solidFill>
              <a:srgbClr val="8B7CF6"/>
            </a:solidFill>
            <a:prstDash val="solid"/>
          </a:ln>
        </p:spPr>
        <p:txBody>
          <a:bodyPr/>
          <a:lstStyle/>
          <a:p>
            <a:endParaRPr lang="en-IN"/>
          </a:p>
        </p:txBody>
      </p:sp>
      <p:sp>
        <p:nvSpPr>
          <p:cNvPr id="18" name="arch-api-heading">
            <a:extLst>
              <a:ext uri="{FF2B5EF4-FFF2-40B4-BE49-F238E27FC236}">
                <a16:creationId xmlns:a16="http://schemas.microsoft.com/office/drawing/2014/main" id="{0BF59DCD-0929-4A7E-A4AC-EBB157F1936F}"/>
              </a:ext>
            </a:extLst>
          </p:cNvPr>
          <p:cNvSpPr>
            <a:spLocks noGrp="1"/>
          </p:cNvSpPr>
          <p:nvPr/>
        </p:nvSpPr>
        <p:spPr>
          <a:xfrm>
            <a:off x="4876800" y="3857625"/>
            <a:ext cx="1428750" cy="285750"/>
          </a:xfrm>
          <a:prstGeom prst="rect">
            <a:avLst/>
          </a:prstGeom>
          <a:noFill/>
          <a:ln w="0">
            <a:noFill/>
            <a:prstDash val="solid"/>
          </a:ln>
        </p:spPr>
        <p:txBody>
          <a:bodyPr wrap="square" lIns="0" tIns="0" rIns="0" bIns="0" anchor="ctr">
            <a:normAutofit fontScale="95783"/>
          </a:bodyPr>
          <a:lstStyle>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FastAPI service</a:t>
            </a:r>
          </a:p>
        </p:txBody>
      </p:sp>
      <p:sp>
        <p:nvSpPr>
          <p:cNvPr id="19" name="arch-api-detail">
            <a:extLst>
              <a:ext uri="{FF2B5EF4-FFF2-40B4-BE49-F238E27FC236}">
                <a16:creationId xmlns:a16="http://schemas.microsoft.com/office/drawing/2014/main" id="{9DF10C1A-D5BA-4914-A960-BF87CF808F8D}"/>
              </a:ext>
            </a:extLst>
          </p:cNvPr>
          <p:cNvSpPr>
            <a:spLocks noGrp="1"/>
          </p:cNvSpPr>
          <p:nvPr/>
        </p:nvSpPr>
        <p:spPr>
          <a:xfrm>
            <a:off x="4876800" y="4171950"/>
            <a:ext cx="1428750" cy="43815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Auth · API · reports</a:t>
            </a:r>
          </a:p>
        </p:txBody>
      </p:sp>
      <p:sp>
        <p:nvSpPr>
          <p:cNvPr id="20" name="arch-postgres-surface">
            <a:extLst>
              <a:ext uri="{FF2B5EF4-FFF2-40B4-BE49-F238E27FC236}">
                <a16:creationId xmlns:a16="http://schemas.microsoft.com/office/drawing/2014/main" id="{83FA6A57-2DB6-4042-A01B-EBB7F1937F73}"/>
              </a:ext>
            </a:extLst>
          </p:cNvPr>
          <p:cNvSpPr>
            <a:spLocks noGrp="1"/>
          </p:cNvSpPr>
          <p:nvPr/>
        </p:nvSpPr>
        <p:spPr>
          <a:xfrm>
            <a:off x="7000875" y="3762375"/>
            <a:ext cx="1657350" cy="895350"/>
          </a:xfrm>
          <a:prstGeom prst="roundRect">
            <a:avLst>
              <a:gd name="adj" fmla="val 12766"/>
            </a:avLst>
          </a:prstGeom>
          <a:solidFill>
            <a:srgbClr val="13232C"/>
          </a:solidFill>
          <a:ln w="19050">
            <a:solidFill>
              <a:srgbClr val="3DE8FF"/>
            </a:solidFill>
            <a:prstDash val="solid"/>
          </a:ln>
        </p:spPr>
        <p:txBody>
          <a:bodyPr/>
          <a:lstStyle/>
          <a:p>
            <a:endParaRPr lang="en-IN"/>
          </a:p>
        </p:txBody>
      </p:sp>
      <p:sp>
        <p:nvSpPr>
          <p:cNvPr id="21" name="arch-postgres-heading">
            <a:extLst>
              <a:ext uri="{FF2B5EF4-FFF2-40B4-BE49-F238E27FC236}">
                <a16:creationId xmlns:a16="http://schemas.microsoft.com/office/drawing/2014/main" id="{F70122E5-78F7-43E2-97AB-D16B0D3534FF}"/>
              </a:ext>
            </a:extLst>
          </p:cNvPr>
          <p:cNvSpPr>
            <a:spLocks noGrp="1"/>
          </p:cNvSpPr>
          <p:nvPr/>
        </p:nvSpPr>
        <p:spPr>
          <a:xfrm>
            <a:off x="7115175" y="3857625"/>
            <a:ext cx="142875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PostgreSQL 16</a:t>
            </a:r>
          </a:p>
        </p:txBody>
      </p:sp>
      <p:sp>
        <p:nvSpPr>
          <p:cNvPr id="22" name="arch-postgres-detail">
            <a:extLst>
              <a:ext uri="{FF2B5EF4-FFF2-40B4-BE49-F238E27FC236}">
                <a16:creationId xmlns:a16="http://schemas.microsoft.com/office/drawing/2014/main" id="{DBAA5A61-A548-40D3-94F2-7EAED2820F4F}"/>
              </a:ext>
            </a:extLst>
          </p:cNvPr>
          <p:cNvSpPr>
            <a:spLocks noGrp="1"/>
          </p:cNvSpPr>
          <p:nvPr/>
        </p:nvSpPr>
        <p:spPr>
          <a:xfrm>
            <a:off x="7115175" y="4171950"/>
            <a:ext cx="1428750" cy="43815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Assets · evidence · outbox</a:t>
            </a:r>
          </a:p>
        </p:txBody>
      </p:sp>
      <p:sp>
        <p:nvSpPr>
          <p:cNvPr id="23" name="arch-dispatch-surface">
            <a:extLst>
              <a:ext uri="{FF2B5EF4-FFF2-40B4-BE49-F238E27FC236}">
                <a16:creationId xmlns:a16="http://schemas.microsoft.com/office/drawing/2014/main" id="{3D73EF50-B56E-492B-BF30-B507253551C3}"/>
              </a:ext>
            </a:extLst>
          </p:cNvPr>
          <p:cNvSpPr>
            <a:spLocks noGrp="1"/>
          </p:cNvSpPr>
          <p:nvPr/>
        </p:nvSpPr>
        <p:spPr>
          <a:xfrm>
            <a:off x="7000875" y="1600200"/>
            <a:ext cx="1657350" cy="838200"/>
          </a:xfrm>
          <a:prstGeom prst="roundRect">
            <a:avLst>
              <a:gd name="adj" fmla="val 13636"/>
            </a:avLst>
          </a:prstGeom>
          <a:solidFill>
            <a:srgbClr val="211E38"/>
          </a:solidFill>
          <a:ln w="19050">
            <a:solidFill>
              <a:srgbClr val="8B7CF6"/>
            </a:solidFill>
            <a:prstDash val="solid"/>
          </a:ln>
        </p:spPr>
        <p:txBody>
          <a:bodyPr/>
          <a:lstStyle/>
          <a:p>
            <a:endParaRPr lang="en-IN"/>
          </a:p>
        </p:txBody>
      </p:sp>
      <p:sp>
        <p:nvSpPr>
          <p:cNvPr id="24" name="arch-dispatch-heading">
            <a:extLst>
              <a:ext uri="{FF2B5EF4-FFF2-40B4-BE49-F238E27FC236}">
                <a16:creationId xmlns:a16="http://schemas.microsoft.com/office/drawing/2014/main" id="{F8C87840-0B70-405D-B01E-098144CE22E9}"/>
              </a:ext>
            </a:extLst>
          </p:cNvPr>
          <p:cNvSpPr>
            <a:spLocks noGrp="1"/>
          </p:cNvSpPr>
          <p:nvPr/>
        </p:nvSpPr>
        <p:spPr>
          <a:xfrm>
            <a:off x="7115175" y="1695450"/>
            <a:ext cx="1428750" cy="285750"/>
          </a:xfrm>
          <a:prstGeom prst="rect">
            <a:avLst/>
          </a:prstGeom>
          <a:noFill/>
          <a:ln w="0">
            <a:noFill/>
            <a:prstDash val="solid"/>
          </a:ln>
        </p:spPr>
        <p:txBody>
          <a:bodyPr wrap="square" lIns="0" tIns="0" rIns="0" bIns="0" anchor="ctr">
            <a:normAutofit/>
          </a:bodyPr>
          <a:lstStyle>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Dispatcher</a:t>
            </a:r>
          </a:p>
        </p:txBody>
      </p:sp>
      <p:sp>
        <p:nvSpPr>
          <p:cNvPr id="25" name="arch-dispatch-detail">
            <a:extLst>
              <a:ext uri="{FF2B5EF4-FFF2-40B4-BE49-F238E27FC236}">
                <a16:creationId xmlns:a16="http://schemas.microsoft.com/office/drawing/2014/main" id="{17008E51-BEA6-4164-B784-257E3E4F11A0}"/>
              </a:ext>
            </a:extLst>
          </p:cNvPr>
          <p:cNvSpPr>
            <a:spLocks noGrp="1"/>
          </p:cNvSpPr>
          <p:nvPr/>
        </p:nvSpPr>
        <p:spPr>
          <a:xfrm>
            <a:off x="7115175" y="2009775"/>
            <a:ext cx="1428750" cy="3810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Outbox · reconciliation</a:t>
            </a:r>
          </a:p>
        </p:txBody>
      </p:sp>
      <p:sp>
        <p:nvSpPr>
          <p:cNvPr id="26" name="arch-redis-surface">
            <a:extLst>
              <a:ext uri="{FF2B5EF4-FFF2-40B4-BE49-F238E27FC236}">
                <a16:creationId xmlns:a16="http://schemas.microsoft.com/office/drawing/2014/main" id="{2E9107CE-3DB8-4B48-8FE1-4D5A32B96499}"/>
              </a:ext>
            </a:extLst>
          </p:cNvPr>
          <p:cNvSpPr>
            <a:spLocks noGrp="1"/>
          </p:cNvSpPr>
          <p:nvPr/>
        </p:nvSpPr>
        <p:spPr>
          <a:xfrm>
            <a:off x="9058275" y="1600200"/>
            <a:ext cx="1352550" cy="838200"/>
          </a:xfrm>
          <a:prstGeom prst="roundRect">
            <a:avLst>
              <a:gd name="adj" fmla="val 13636"/>
            </a:avLst>
          </a:prstGeom>
          <a:solidFill>
            <a:srgbClr val="13232C"/>
          </a:solidFill>
          <a:ln w="19050">
            <a:solidFill>
              <a:srgbClr val="3DE8FF"/>
            </a:solidFill>
            <a:prstDash val="solid"/>
          </a:ln>
        </p:spPr>
        <p:txBody>
          <a:bodyPr/>
          <a:lstStyle/>
          <a:p>
            <a:endParaRPr lang="en-IN"/>
          </a:p>
        </p:txBody>
      </p:sp>
      <p:sp>
        <p:nvSpPr>
          <p:cNvPr id="27" name="arch-redis-heading">
            <a:extLst>
              <a:ext uri="{FF2B5EF4-FFF2-40B4-BE49-F238E27FC236}">
                <a16:creationId xmlns:a16="http://schemas.microsoft.com/office/drawing/2014/main" id="{1DAA1F43-744F-4994-A13A-FC4C9829C2FE}"/>
              </a:ext>
            </a:extLst>
          </p:cNvPr>
          <p:cNvSpPr>
            <a:spLocks noGrp="1"/>
          </p:cNvSpPr>
          <p:nvPr/>
        </p:nvSpPr>
        <p:spPr>
          <a:xfrm>
            <a:off x="9172575" y="1695450"/>
            <a:ext cx="1123950" cy="285750"/>
          </a:xfrm>
          <a:prstGeom prst="rect">
            <a:avLst/>
          </a:prstGeom>
          <a:noFill/>
          <a:ln w="0">
            <a:noFill/>
            <a:prstDash val="solid"/>
          </a:ln>
        </p:spPr>
        <p:txBody>
          <a:bodyPr wrap="square" lIns="0" tIns="0" rIns="0" bIns="0" anchor="ctr">
            <a:normAutofit/>
          </a:bodyPr>
          <a:lstStyle>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Redis + RQ</a:t>
            </a:r>
          </a:p>
        </p:txBody>
      </p:sp>
      <p:sp>
        <p:nvSpPr>
          <p:cNvPr id="28" name="arch-redis-detail">
            <a:extLst>
              <a:ext uri="{FF2B5EF4-FFF2-40B4-BE49-F238E27FC236}">
                <a16:creationId xmlns:a16="http://schemas.microsoft.com/office/drawing/2014/main" id="{CF737FC7-A937-4E4E-92D0-4823BB07F253}"/>
              </a:ext>
            </a:extLst>
          </p:cNvPr>
          <p:cNvSpPr>
            <a:spLocks noGrp="1"/>
          </p:cNvSpPr>
          <p:nvPr/>
        </p:nvSpPr>
        <p:spPr>
          <a:xfrm>
            <a:off x="9172575" y="2009775"/>
            <a:ext cx="1123950" cy="3810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Background queue</a:t>
            </a:r>
          </a:p>
        </p:txBody>
      </p:sp>
      <p:sp>
        <p:nvSpPr>
          <p:cNvPr id="29" name="arch-worker-surface">
            <a:extLst>
              <a:ext uri="{FF2B5EF4-FFF2-40B4-BE49-F238E27FC236}">
                <a16:creationId xmlns:a16="http://schemas.microsoft.com/office/drawing/2014/main" id="{A0BA2CA8-70B1-454C-AC1F-285154D6345C}"/>
              </a:ext>
            </a:extLst>
          </p:cNvPr>
          <p:cNvSpPr>
            <a:spLocks noGrp="1"/>
          </p:cNvSpPr>
          <p:nvPr/>
        </p:nvSpPr>
        <p:spPr>
          <a:xfrm>
            <a:off x="9058275" y="3762375"/>
            <a:ext cx="1352550" cy="895350"/>
          </a:xfrm>
          <a:prstGeom prst="roundRect">
            <a:avLst>
              <a:gd name="adj" fmla="val 12766"/>
            </a:avLst>
          </a:prstGeom>
          <a:solidFill>
            <a:srgbClr val="211E38"/>
          </a:solidFill>
          <a:ln w="19050">
            <a:solidFill>
              <a:srgbClr val="8B7CF6"/>
            </a:solidFill>
            <a:prstDash val="solid"/>
          </a:ln>
        </p:spPr>
        <p:txBody>
          <a:bodyPr/>
          <a:lstStyle/>
          <a:p>
            <a:endParaRPr lang="en-IN"/>
          </a:p>
        </p:txBody>
      </p:sp>
      <p:sp>
        <p:nvSpPr>
          <p:cNvPr id="30" name="arch-worker-heading">
            <a:extLst>
              <a:ext uri="{FF2B5EF4-FFF2-40B4-BE49-F238E27FC236}">
                <a16:creationId xmlns:a16="http://schemas.microsoft.com/office/drawing/2014/main" id="{D097A66B-3000-45F2-8D25-99FBE56AD97B}"/>
              </a:ext>
            </a:extLst>
          </p:cNvPr>
          <p:cNvSpPr>
            <a:spLocks noGrp="1"/>
          </p:cNvSpPr>
          <p:nvPr/>
        </p:nvSpPr>
        <p:spPr>
          <a:xfrm>
            <a:off x="9172575" y="3857625"/>
            <a:ext cx="1123950" cy="285750"/>
          </a:xfrm>
          <a:prstGeom prst="rect">
            <a:avLst/>
          </a:prstGeom>
          <a:noFill/>
          <a:ln w="0">
            <a:noFill/>
            <a:prstDash val="solid"/>
          </a:ln>
        </p:spPr>
        <p:txBody>
          <a:bodyPr wrap="square" lIns="0" tIns="0" rIns="0" bIns="0" anchor="ctr">
            <a:normAutofit/>
          </a:bodyPr>
          <a:lstStyle>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Worker</a:t>
            </a:r>
          </a:p>
        </p:txBody>
      </p:sp>
      <p:sp>
        <p:nvSpPr>
          <p:cNvPr id="31" name="arch-worker-detail">
            <a:extLst>
              <a:ext uri="{FF2B5EF4-FFF2-40B4-BE49-F238E27FC236}">
                <a16:creationId xmlns:a16="http://schemas.microsoft.com/office/drawing/2014/main" id="{B48EE331-BA6E-4878-A0EE-64B7F249BEBB}"/>
              </a:ext>
            </a:extLst>
          </p:cNvPr>
          <p:cNvSpPr>
            <a:spLocks noGrp="1"/>
          </p:cNvSpPr>
          <p:nvPr/>
        </p:nvSpPr>
        <p:spPr>
          <a:xfrm>
            <a:off x="9172575" y="4171950"/>
            <a:ext cx="1123950" cy="43815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Collector jobs</a:t>
            </a:r>
          </a:p>
        </p:txBody>
      </p:sp>
      <p:sp>
        <p:nvSpPr>
          <p:cNvPr id="32" name="arch-sources-surface">
            <a:extLst>
              <a:ext uri="{FF2B5EF4-FFF2-40B4-BE49-F238E27FC236}">
                <a16:creationId xmlns:a16="http://schemas.microsoft.com/office/drawing/2014/main" id="{170851C8-DF76-4E85-9E1D-A9029A51C8CD}"/>
              </a:ext>
            </a:extLst>
          </p:cNvPr>
          <p:cNvSpPr>
            <a:spLocks noGrp="1"/>
          </p:cNvSpPr>
          <p:nvPr/>
        </p:nvSpPr>
        <p:spPr>
          <a:xfrm>
            <a:off x="10572750" y="2714625"/>
            <a:ext cx="1381125" cy="1028700"/>
          </a:xfrm>
          <a:prstGeom prst="roundRect">
            <a:avLst>
              <a:gd name="adj" fmla="val 11111"/>
            </a:avLst>
          </a:prstGeom>
          <a:solidFill>
            <a:srgbClr val="13232C"/>
          </a:solidFill>
          <a:ln w="19050">
            <a:solidFill>
              <a:srgbClr val="3DE8FF"/>
            </a:solidFill>
            <a:prstDash val="solid"/>
          </a:ln>
        </p:spPr>
        <p:txBody>
          <a:bodyPr/>
          <a:lstStyle/>
          <a:p>
            <a:endParaRPr lang="en-IN"/>
          </a:p>
        </p:txBody>
      </p:sp>
      <p:sp>
        <p:nvSpPr>
          <p:cNvPr id="33" name="arch-sources-heading">
            <a:extLst>
              <a:ext uri="{FF2B5EF4-FFF2-40B4-BE49-F238E27FC236}">
                <a16:creationId xmlns:a16="http://schemas.microsoft.com/office/drawing/2014/main" id="{E751145A-4689-4618-B175-91DCFC38C14E}"/>
              </a:ext>
            </a:extLst>
          </p:cNvPr>
          <p:cNvSpPr>
            <a:spLocks noGrp="1"/>
          </p:cNvSpPr>
          <p:nvPr/>
        </p:nvSpPr>
        <p:spPr>
          <a:xfrm>
            <a:off x="10687050" y="2809875"/>
            <a:ext cx="1152525" cy="285750"/>
          </a:xfrm>
          <a:prstGeom prst="rect">
            <a:avLst/>
          </a:prstGeom>
          <a:noFill/>
          <a:ln w="0">
            <a:noFill/>
            <a:prstDash val="solid"/>
          </a:ln>
        </p:spPr>
        <p:txBody>
          <a:bodyPr wrap="square" lIns="0" tIns="0" rIns="0" bIns="0" anchor="ctr">
            <a:normAutofit fontScale="67793"/>
          </a:bodyPr>
          <a:lstStyle>
            <a:defPPr algn="ctr">
              <a:defRPr sz="1575" b="1">
                <a:solidFill>
                  <a:srgbClr val="EDEDF2"/>
                </a:solidFill>
                <a:latin typeface="Arial"/>
                <a:ea typeface="Arial"/>
                <a:cs typeface="Arial"/>
              </a:defRPr>
            </a:defPPr>
            <a:lvl1pPr algn="ctr">
              <a:defRPr sz="1575" b="1">
                <a:solidFill>
                  <a:srgbClr val="EDEDF2"/>
                </a:solidFill>
                <a:latin typeface="Arial"/>
                <a:ea typeface="Arial"/>
                <a:cs typeface="Arial"/>
              </a:defRPr>
            </a:lvl1pPr>
            <a:lvl2pPr algn="ctr">
              <a:defRPr sz="1575" b="1">
                <a:solidFill>
                  <a:srgbClr val="EDEDF2"/>
                </a:solidFill>
                <a:latin typeface="Arial"/>
                <a:ea typeface="Arial"/>
                <a:cs typeface="Arial"/>
              </a:defRPr>
            </a:lvl2pPr>
            <a:lvl3pPr algn="ctr">
              <a:defRPr sz="1575" b="1">
                <a:solidFill>
                  <a:srgbClr val="EDEDF2"/>
                </a:solidFill>
                <a:latin typeface="Arial"/>
                <a:ea typeface="Arial"/>
                <a:cs typeface="Arial"/>
              </a:defRPr>
            </a:lvl3pPr>
            <a:lvl4pPr algn="ctr">
              <a:defRPr sz="1575" b="1">
                <a:solidFill>
                  <a:srgbClr val="EDEDF2"/>
                </a:solidFill>
                <a:latin typeface="Arial"/>
                <a:ea typeface="Arial"/>
                <a:cs typeface="Arial"/>
              </a:defRPr>
            </a:lvl4pPr>
            <a:lvl5pPr algn="ctr">
              <a:defRPr sz="1575" b="1">
                <a:solidFill>
                  <a:srgbClr val="EDEDF2"/>
                </a:solidFill>
                <a:latin typeface="Arial"/>
                <a:ea typeface="Arial"/>
                <a:cs typeface="Arial"/>
              </a:defRPr>
            </a:lvl5pPr>
            <a:lvl6pPr algn="ctr">
              <a:defRPr sz="1575" b="1">
                <a:solidFill>
                  <a:srgbClr val="EDEDF2"/>
                </a:solidFill>
                <a:latin typeface="Arial"/>
                <a:ea typeface="Arial"/>
                <a:cs typeface="Arial"/>
              </a:defRPr>
            </a:lvl6pPr>
            <a:lvl7pPr algn="ctr">
              <a:defRPr sz="1575" b="1">
                <a:solidFill>
                  <a:srgbClr val="EDEDF2"/>
                </a:solidFill>
                <a:latin typeface="Arial"/>
                <a:ea typeface="Arial"/>
                <a:cs typeface="Arial"/>
              </a:defRPr>
            </a:lvl7pPr>
            <a:lvl8pPr algn="ctr">
              <a:defRPr sz="1575" b="1">
                <a:solidFill>
                  <a:srgbClr val="EDEDF2"/>
                </a:solidFill>
                <a:latin typeface="Arial"/>
                <a:ea typeface="Arial"/>
                <a:cs typeface="Arial"/>
              </a:defRPr>
            </a:lvl8pPr>
            <a:lvl9pPr algn="ctr">
              <a:defRPr sz="1575" b="1">
                <a:solidFill>
                  <a:srgbClr val="EDEDF2"/>
                </a:solidFill>
                <a:latin typeface="Arial"/>
                <a:ea typeface="Arial"/>
                <a:cs typeface="Arial"/>
              </a:defRPr>
            </a:lvl9pPr>
          </a:lstStyle>
          <a:p>
            <a:pPr algn="ctr">
              <a:lnSpc>
                <a:spcPct val="100000"/>
              </a:lnSpc>
              <a:buNone/>
              <a:defRPr sz="1575" b="1">
                <a:solidFill>
                  <a:srgbClr val="EDEDF2"/>
                </a:solidFill>
                <a:latin typeface="Arial"/>
                <a:ea typeface="Arial"/>
                <a:cs typeface="Arial"/>
              </a:defRPr>
            </a:pPr>
            <a:r>
              <a:rPr sz="1575" b="1">
                <a:solidFill>
                  <a:srgbClr val="EDEDF2"/>
                </a:solidFill>
                <a:latin typeface="Arial"/>
                <a:ea typeface="Arial"/>
                <a:cs typeface="Arial"/>
              </a:rPr>
              <a:t>Evidence sources</a:t>
            </a:r>
          </a:p>
        </p:txBody>
      </p:sp>
      <p:sp>
        <p:nvSpPr>
          <p:cNvPr id="34" name="arch-sources-detail">
            <a:extLst>
              <a:ext uri="{FF2B5EF4-FFF2-40B4-BE49-F238E27FC236}">
                <a16:creationId xmlns:a16="http://schemas.microsoft.com/office/drawing/2014/main" id="{57CA2CF9-4F07-4188-A9AA-8EDED96C9F67}"/>
              </a:ext>
            </a:extLst>
          </p:cNvPr>
          <p:cNvSpPr>
            <a:spLocks noGrp="1"/>
          </p:cNvSpPr>
          <p:nvPr/>
        </p:nvSpPr>
        <p:spPr>
          <a:xfrm>
            <a:off x="10687050" y="3124200"/>
            <a:ext cx="1152525" cy="5715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Demo fixtures or</a:t>
            </a:r>
          </a:p>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authorized Live checks</a:t>
            </a:r>
          </a:p>
        </p:txBody>
      </p:sp>
      <p:sp>
        <p:nvSpPr>
          <p:cNvPr id="44" name="arch-outbox-label">
            <a:extLst>
              <a:ext uri="{FF2B5EF4-FFF2-40B4-BE49-F238E27FC236}">
                <a16:creationId xmlns:a16="http://schemas.microsoft.com/office/drawing/2014/main" id="{3BB3E0A3-6B6A-4A7E-847E-FD7F4A6089BF}"/>
              </a:ext>
            </a:extLst>
          </p:cNvPr>
          <p:cNvSpPr>
            <a:spLocks noGrp="1"/>
          </p:cNvSpPr>
          <p:nvPr/>
        </p:nvSpPr>
        <p:spPr>
          <a:xfrm>
            <a:off x="8496300" y="2724150"/>
            <a:ext cx="952500" cy="228600"/>
          </a:xfrm>
          <a:prstGeom prst="rect">
            <a:avLst/>
          </a:prstGeom>
          <a:noFill/>
          <a:ln w="0">
            <a:noFill/>
            <a:prstDash val="solid"/>
          </a:ln>
        </p:spPr>
        <p:txBody>
          <a:bodyPr wrap="square" lIns="0" tIns="0" rIns="0" bIns="0" anchor="ctr">
            <a:normAutofit/>
          </a:bodyPr>
          <a:lstStyle>
            <a:defPPr algn="ctr">
              <a:defRPr sz="1125" b="0">
                <a:solidFill>
                  <a:srgbClr val="C9C9D4"/>
                </a:solidFill>
                <a:latin typeface="Arial"/>
                <a:ea typeface="Arial"/>
                <a:cs typeface="Arial"/>
              </a:defRPr>
            </a:defPPr>
            <a:lvl1pPr algn="ctr">
              <a:defRPr sz="1125" b="0">
                <a:solidFill>
                  <a:srgbClr val="C9C9D4"/>
                </a:solidFill>
                <a:latin typeface="Arial"/>
                <a:ea typeface="Arial"/>
                <a:cs typeface="Arial"/>
              </a:defRPr>
            </a:lvl1pPr>
            <a:lvl2pPr algn="ctr">
              <a:defRPr sz="1125" b="0">
                <a:solidFill>
                  <a:srgbClr val="C9C9D4"/>
                </a:solidFill>
                <a:latin typeface="Arial"/>
                <a:ea typeface="Arial"/>
                <a:cs typeface="Arial"/>
              </a:defRPr>
            </a:lvl2pPr>
            <a:lvl3pPr algn="ctr">
              <a:defRPr sz="1125" b="0">
                <a:solidFill>
                  <a:srgbClr val="C9C9D4"/>
                </a:solidFill>
                <a:latin typeface="Arial"/>
                <a:ea typeface="Arial"/>
                <a:cs typeface="Arial"/>
              </a:defRPr>
            </a:lvl3pPr>
            <a:lvl4pPr algn="ctr">
              <a:defRPr sz="1125" b="0">
                <a:solidFill>
                  <a:srgbClr val="C9C9D4"/>
                </a:solidFill>
                <a:latin typeface="Arial"/>
                <a:ea typeface="Arial"/>
                <a:cs typeface="Arial"/>
              </a:defRPr>
            </a:lvl4pPr>
            <a:lvl5pPr algn="ctr">
              <a:defRPr sz="1125" b="0">
                <a:solidFill>
                  <a:srgbClr val="C9C9D4"/>
                </a:solidFill>
                <a:latin typeface="Arial"/>
                <a:ea typeface="Arial"/>
                <a:cs typeface="Arial"/>
              </a:defRPr>
            </a:lvl5pPr>
            <a:lvl6pPr algn="ctr">
              <a:defRPr sz="1125" b="0">
                <a:solidFill>
                  <a:srgbClr val="C9C9D4"/>
                </a:solidFill>
                <a:latin typeface="Arial"/>
                <a:ea typeface="Arial"/>
                <a:cs typeface="Arial"/>
              </a:defRPr>
            </a:lvl6pPr>
            <a:lvl7pPr algn="ctr">
              <a:defRPr sz="1125" b="0">
                <a:solidFill>
                  <a:srgbClr val="C9C9D4"/>
                </a:solidFill>
                <a:latin typeface="Arial"/>
                <a:ea typeface="Arial"/>
                <a:cs typeface="Arial"/>
              </a:defRPr>
            </a:lvl7pPr>
            <a:lvl8pPr algn="ctr">
              <a:defRPr sz="1125" b="0">
                <a:solidFill>
                  <a:srgbClr val="C9C9D4"/>
                </a:solidFill>
                <a:latin typeface="Arial"/>
                <a:ea typeface="Arial"/>
                <a:cs typeface="Arial"/>
              </a:defRPr>
            </a:lvl8pPr>
            <a:lvl9pPr algn="ctr">
              <a:defRPr sz="1125" b="0">
                <a:solidFill>
                  <a:srgbClr val="C9C9D4"/>
                </a:solidFill>
                <a:latin typeface="Arial"/>
                <a:ea typeface="Arial"/>
                <a:cs typeface="Arial"/>
              </a:defRPr>
            </a:lvl9pPr>
          </a:lstStyle>
          <a:p>
            <a:pPr algn="ctr">
              <a:lnSpc>
                <a:spcPct val="100000"/>
              </a:lnSpc>
              <a:buNone/>
              <a:defRPr sz="1125" b="0">
                <a:solidFill>
                  <a:srgbClr val="C9C9D4"/>
                </a:solidFill>
                <a:latin typeface="Arial"/>
                <a:ea typeface="Arial"/>
                <a:cs typeface="Arial"/>
              </a:defRPr>
            </a:pPr>
            <a:r>
              <a:rPr sz="1125" b="0">
                <a:solidFill>
                  <a:srgbClr val="C9C9D4"/>
                </a:solidFill>
                <a:latin typeface="Arial"/>
                <a:ea typeface="Arial"/>
                <a:cs typeface="Arial"/>
              </a:rPr>
              <a:t>outbox event</a:t>
            </a:r>
          </a:p>
        </p:txBody>
      </p:sp>
      <p:sp>
        <p:nvSpPr>
          <p:cNvPr id="45" name="arch-result-label">
            <a:extLst>
              <a:ext uri="{FF2B5EF4-FFF2-40B4-BE49-F238E27FC236}">
                <a16:creationId xmlns:a16="http://schemas.microsoft.com/office/drawing/2014/main" id="{884EA824-8BE9-4E9C-8CB7-AD1CC1858E7D}"/>
              </a:ext>
            </a:extLst>
          </p:cNvPr>
          <p:cNvSpPr>
            <a:spLocks noGrp="1"/>
          </p:cNvSpPr>
          <p:nvPr/>
        </p:nvSpPr>
        <p:spPr>
          <a:xfrm>
            <a:off x="7715250" y="4743450"/>
            <a:ext cx="1143000" cy="219075"/>
          </a:xfrm>
          <a:prstGeom prst="rect">
            <a:avLst/>
          </a:prstGeom>
          <a:noFill/>
          <a:ln w="0">
            <a:noFill/>
            <a:prstDash val="solid"/>
          </a:ln>
        </p:spPr>
        <p:txBody>
          <a:bodyPr wrap="square" lIns="0" tIns="0" rIns="0" bIns="0" anchor="ctr">
            <a:normAutofit/>
          </a:bodyPr>
          <a:lstStyle>
            <a:defPPr algn="ctr">
              <a:defRPr sz="1125" b="0">
                <a:solidFill>
                  <a:srgbClr val="C9C9D4"/>
                </a:solidFill>
                <a:latin typeface="Arial"/>
                <a:ea typeface="Arial"/>
                <a:cs typeface="Arial"/>
              </a:defRPr>
            </a:defPPr>
            <a:lvl1pPr algn="ctr">
              <a:defRPr sz="1125" b="0">
                <a:solidFill>
                  <a:srgbClr val="C9C9D4"/>
                </a:solidFill>
                <a:latin typeface="Arial"/>
                <a:ea typeface="Arial"/>
                <a:cs typeface="Arial"/>
              </a:defRPr>
            </a:lvl1pPr>
            <a:lvl2pPr algn="ctr">
              <a:defRPr sz="1125" b="0">
                <a:solidFill>
                  <a:srgbClr val="C9C9D4"/>
                </a:solidFill>
                <a:latin typeface="Arial"/>
                <a:ea typeface="Arial"/>
                <a:cs typeface="Arial"/>
              </a:defRPr>
            </a:lvl2pPr>
            <a:lvl3pPr algn="ctr">
              <a:defRPr sz="1125" b="0">
                <a:solidFill>
                  <a:srgbClr val="C9C9D4"/>
                </a:solidFill>
                <a:latin typeface="Arial"/>
                <a:ea typeface="Arial"/>
                <a:cs typeface="Arial"/>
              </a:defRPr>
            </a:lvl3pPr>
            <a:lvl4pPr algn="ctr">
              <a:defRPr sz="1125" b="0">
                <a:solidFill>
                  <a:srgbClr val="C9C9D4"/>
                </a:solidFill>
                <a:latin typeface="Arial"/>
                <a:ea typeface="Arial"/>
                <a:cs typeface="Arial"/>
              </a:defRPr>
            </a:lvl4pPr>
            <a:lvl5pPr algn="ctr">
              <a:defRPr sz="1125" b="0">
                <a:solidFill>
                  <a:srgbClr val="C9C9D4"/>
                </a:solidFill>
                <a:latin typeface="Arial"/>
                <a:ea typeface="Arial"/>
                <a:cs typeface="Arial"/>
              </a:defRPr>
            </a:lvl5pPr>
            <a:lvl6pPr algn="ctr">
              <a:defRPr sz="1125" b="0">
                <a:solidFill>
                  <a:srgbClr val="C9C9D4"/>
                </a:solidFill>
                <a:latin typeface="Arial"/>
                <a:ea typeface="Arial"/>
                <a:cs typeface="Arial"/>
              </a:defRPr>
            </a:lvl6pPr>
            <a:lvl7pPr algn="ctr">
              <a:defRPr sz="1125" b="0">
                <a:solidFill>
                  <a:srgbClr val="C9C9D4"/>
                </a:solidFill>
                <a:latin typeface="Arial"/>
                <a:ea typeface="Arial"/>
                <a:cs typeface="Arial"/>
              </a:defRPr>
            </a:lvl7pPr>
            <a:lvl8pPr algn="ctr">
              <a:defRPr sz="1125" b="0">
                <a:solidFill>
                  <a:srgbClr val="C9C9D4"/>
                </a:solidFill>
                <a:latin typeface="Arial"/>
                <a:ea typeface="Arial"/>
                <a:cs typeface="Arial"/>
              </a:defRPr>
            </a:lvl8pPr>
            <a:lvl9pPr algn="ctr">
              <a:defRPr sz="1125" b="0">
                <a:solidFill>
                  <a:srgbClr val="C9C9D4"/>
                </a:solidFill>
                <a:latin typeface="Arial"/>
                <a:ea typeface="Arial"/>
                <a:cs typeface="Arial"/>
              </a:defRPr>
            </a:lvl9pPr>
          </a:lstStyle>
          <a:p>
            <a:pPr algn="ctr">
              <a:lnSpc>
                <a:spcPct val="100000"/>
              </a:lnSpc>
              <a:buNone/>
              <a:defRPr sz="1125" b="0">
                <a:solidFill>
                  <a:srgbClr val="C9C9D4"/>
                </a:solidFill>
                <a:latin typeface="Arial"/>
                <a:ea typeface="Arial"/>
                <a:cs typeface="Arial"/>
              </a:defRPr>
            </a:pPr>
            <a:r>
              <a:rPr sz="1125" b="0">
                <a:solidFill>
                  <a:srgbClr val="C9C9D4"/>
                </a:solidFill>
                <a:latin typeface="Arial"/>
                <a:ea typeface="Arial"/>
                <a:cs typeface="Arial"/>
              </a:rPr>
              <a:t>saved results</a:t>
            </a:r>
          </a:p>
        </p:txBody>
      </p:sp>
      <p:sp>
        <p:nvSpPr>
          <p:cNvPr id="46" name="arch-takeaway">
            <a:extLst>
              <a:ext uri="{FF2B5EF4-FFF2-40B4-BE49-F238E27FC236}">
                <a16:creationId xmlns:a16="http://schemas.microsoft.com/office/drawing/2014/main" id="{0B491EB1-72A2-42E3-8E55-2F7544A3AB0D}"/>
              </a:ext>
            </a:extLst>
          </p:cNvPr>
          <p:cNvSpPr>
            <a:spLocks noGrp="1"/>
          </p:cNvSpPr>
          <p:nvPr/>
        </p:nvSpPr>
        <p:spPr>
          <a:xfrm>
            <a:off x="666750" y="5429250"/>
            <a:ext cx="10839450" cy="400050"/>
          </a:xfrm>
          <a:prstGeom prst="rect">
            <a:avLst/>
          </a:prstGeom>
          <a:noFill/>
          <a:ln w="0">
            <a:noFill/>
            <a:prstDash val="solid"/>
          </a:ln>
        </p:spPr>
        <p:txBody>
          <a:bodyPr wrap="square" lIns="0" tIns="0" rIns="0" bIns="0" anchor="ctr">
            <a:normAutofit/>
          </a:bodyPr>
          <a:lstStyle>
            <a:defPPr algn="ctr">
              <a:defRPr sz="1500" b="1">
                <a:solidFill>
                  <a:srgbClr val="C9C9D4"/>
                </a:solidFill>
                <a:latin typeface="Arial"/>
                <a:ea typeface="Arial"/>
                <a:cs typeface="Arial"/>
              </a:defRPr>
            </a:defPPr>
            <a:lvl1pPr algn="ctr">
              <a:defRPr sz="1500" b="1">
                <a:solidFill>
                  <a:srgbClr val="C9C9D4"/>
                </a:solidFill>
                <a:latin typeface="Arial"/>
                <a:ea typeface="Arial"/>
                <a:cs typeface="Arial"/>
              </a:defRPr>
            </a:lvl1pPr>
            <a:lvl2pPr algn="ctr">
              <a:defRPr sz="1500" b="1">
                <a:solidFill>
                  <a:srgbClr val="C9C9D4"/>
                </a:solidFill>
                <a:latin typeface="Arial"/>
                <a:ea typeface="Arial"/>
                <a:cs typeface="Arial"/>
              </a:defRPr>
            </a:lvl2pPr>
            <a:lvl3pPr algn="ctr">
              <a:defRPr sz="1500" b="1">
                <a:solidFill>
                  <a:srgbClr val="C9C9D4"/>
                </a:solidFill>
                <a:latin typeface="Arial"/>
                <a:ea typeface="Arial"/>
                <a:cs typeface="Arial"/>
              </a:defRPr>
            </a:lvl3pPr>
            <a:lvl4pPr algn="ctr">
              <a:defRPr sz="1500" b="1">
                <a:solidFill>
                  <a:srgbClr val="C9C9D4"/>
                </a:solidFill>
                <a:latin typeface="Arial"/>
                <a:ea typeface="Arial"/>
                <a:cs typeface="Arial"/>
              </a:defRPr>
            </a:lvl4pPr>
            <a:lvl5pPr algn="ctr">
              <a:defRPr sz="1500" b="1">
                <a:solidFill>
                  <a:srgbClr val="C9C9D4"/>
                </a:solidFill>
                <a:latin typeface="Arial"/>
                <a:ea typeface="Arial"/>
                <a:cs typeface="Arial"/>
              </a:defRPr>
            </a:lvl5pPr>
            <a:lvl6pPr algn="ctr">
              <a:defRPr sz="1500" b="1">
                <a:solidFill>
                  <a:srgbClr val="C9C9D4"/>
                </a:solidFill>
                <a:latin typeface="Arial"/>
                <a:ea typeface="Arial"/>
                <a:cs typeface="Arial"/>
              </a:defRPr>
            </a:lvl6pPr>
            <a:lvl7pPr algn="ctr">
              <a:defRPr sz="1500" b="1">
                <a:solidFill>
                  <a:srgbClr val="C9C9D4"/>
                </a:solidFill>
                <a:latin typeface="Arial"/>
                <a:ea typeface="Arial"/>
                <a:cs typeface="Arial"/>
              </a:defRPr>
            </a:lvl7pPr>
            <a:lvl8pPr algn="ctr">
              <a:defRPr sz="1500" b="1">
                <a:solidFill>
                  <a:srgbClr val="C9C9D4"/>
                </a:solidFill>
                <a:latin typeface="Arial"/>
                <a:ea typeface="Arial"/>
                <a:cs typeface="Arial"/>
              </a:defRPr>
            </a:lvl8pPr>
            <a:lvl9pPr algn="ctr">
              <a:defRPr sz="1500" b="1">
                <a:solidFill>
                  <a:srgbClr val="C9C9D4"/>
                </a:solidFill>
                <a:latin typeface="Arial"/>
                <a:ea typeface="Arial"/>
                <a:cs typeface="Arial"/>
              </a:defRPr>
            </a:lvl9pPr>
          </a:lstStyle>
          <a:p>
            <a:pPr algn="ctr">
              <a:lnSpc>
                <a:spcPct val="100000"/>
              </a:lnSpc>
              <a:buNone/>
              <a:defRPr sz="1500" b="1">
                <a:solidFill>
                  <a:srgbClr val="C9C9D4"/>
                </a:solidFill>
                <a:latin typeface="Arial"/>
                <a:ea typeface="Arial"/>
                <a:cs typeface="Arial"/>
              </a:defRPr>
            </a:pPr>
            <a:r>
              <a:rPr sz="1500" b="1">
                <a:solidFill>
                  <a:srgbClr val="C9C9D4"/>
                </a:solidFill>
                <a:latin typeface="Arial"/>
                <a:ea typeface="Arial"/>
                <a:cs typeface="Arial"/>
              </a:rPr>
              <a:t>PostgreSQL keeps the record; Redis carries the job; the worker writes evidence back to the database.</a:t>
            </a:r>
          </a:p>
        </p:txBody>
      </p:sp>
    </p:spTree>
    <p:extLst>
      <p:ext uri="{BB962C8B-B14F-4D97-AF65-F5344CB8AC3E}">
        <p14:creationId xmlns:p14="http://schemas.microsoft.com/office/powerpoint/2010/main" val="607561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cxnSp>
        <p:nvCxnSpPr>
          <p:cNvPr id="34" name="Straight Arrow Connector 33">
            <a:extLst>
              <a:ext uri="{FF2B5EF4-FFF2-40B4-BE49-F238E27FC236}">
                <a16:creationId xmlns:a16="http://schemas.microsoft.com/office/drawing/2014/main" id="{19CA6DB2-DFC3-4738-9516-95212813A87F}"/>
              </a:ext>
            </a:extLst>
          </p:cNvPr>
          <p:cNvCxnSpPr>
            <a:stCxn id="23" idx="1"/>
            <a:endCxn id="26" idx="3"/>
          </p:cNvCxnSpPr>
          <p:nvPr/>
        </p:nvCxnSpPr>
        <p:spPr>
          <a:xfrm flipH="1">
            <a:off x="4210050" y="4762500"/>
            <a:ext cx="590550" cy="0"/>
          </a:xfrm>
          <a:prstGeom prst="straightConnector1">
            <a:avLst/>
          </a:prstGeom>
          <a:ln w="23813">
            <a:solidFill>
              <a:srgbClr val="8B7CF6"/>
            </a:solidFill>
            <a:prstDash val="solid"/>
            <a:tailEnd type="triangle" w="sm" len="sm"/>
          </a:ln>
        </p:spPr>
      </p:cxnSp>
      <p:cxnSp>
        <p:nvCxnSpPr>
          <p:cNvPr id="33" name="Straight Arrow Connector 32">
            <a:extLst>
              <a:ext uri="{FF2B5EF4-FFF2-40B4-BE49-F238E27FC236}">
                <a16:creationId xmlns:a16="http://schemas.microsoft.com/office/drawing/2014/main" id="{4351E188-1A83-40F3-9278-07DED867DFE8}"/>
              </a:ext>
            </a:extLst>
          </p:cNvPr>
          <p:cNvCxnSpPr>
            <a:stCxn id="20" idx="1"/>
            <a:endCxn id="23" idx="3"/>
          </p:cNvCxnSpPr>
          <p:nvPr/>
        </p:nvCxnSpPr>
        <p:spPr>
          <a:xfrm flipH="1">
            <a:off x="6896100" y="4762500"/>
            <a:ext cx="590550" cy="0"/>
          </a:xfrm>
          <a:prstGeom prst="straightConnector1">
            <a:avLst/>
          </a:prstGeom>
          <a:ln w="23813">
            <a:solidFill>
              <a:srgbClr val="3DE8FF"/>
            </a:solidFill>
            <a:prstDash val="solid"/>
            <a:tailEnd type="triangle" w="sm" len="sm"/>
          </a:ln>
        </p:spPr>
      </p:cxnSp>
      <p:cxnSp>
        <p:nvCxnSpPr>
          <p:cNvPr id="32" name="Connector: Elbow 31">
            <a:extLst>
              <a:ext uri="{FF2B5EF4-FFF2-40B4-BE49-F238E27FC236}">
                <a16:creationId xmlns:a16="http://schemas.microsoft.com/office/drawing/2014/main" id="{6184496C-3570-4845-8543-9A4647A2F5E0}"/>
              </a:ext>
            </a:extLst>
          </p:cNvPr>
          <p:cNvCxnSpPr>
            <a:stCxn id="17" idx="2"/>
            <a:endCxn id="20" idx="0"/>
          </p:cNvCxnSpPr>
          <p:nvPr/>
        </p:nvCxnSpPr>
        <p:spPr>
          <a:xfrm flipH="1">
            <a:off x="8534400" y="3429000"/>
            <a:ext cx="1209675" cy="685800"/>
          </a:xfrm>
          <a:prstGeom prst="bentConnector4">
            <a:avLst>
              <a:gd name="adj1" fmla="val 0"/>
              <a:gd name="adj2" fmla="val 50000"/>
            </a:avLst>
          </a:prstGeom>
          <a:ln w="23813">
            <a:solidFill>
              <a:srgbClr val="8B7CF6"/>
            </a:solidFill>
            <a:prstDash val="solid"/>
            <a:tailEnd type="triangle" w="sm" len="sm"/>
          </a:ln>
        </p:spPr>
      </p:cxnSp>
      <p:cxnSp>
        <p:nvCxnSpPr>
          <p:cNvPr id="31" name="Straight Arrow Connector 30">
            <a:extLst>
              <a:ext uri="{FF2B5EF4-FFF2-40B4-BE49-F238E27FC236}">
                <a16:creationId xmlns:a16="http://schemas.microsoft.com/office/drawing/2014/main" id="{CC51908D-91C9-48E9-943D-63C297318AA3}"/>
              </a:ext>
            </a:extLst>
          </p:cNvPr>
          <p:cNvCxnSpPr>
            <a:stCxn id="14" idx="3"/>
            <a:endCxn id="17" idx="1"/>
          </p:cNvCxnSpPr>
          <p:nvPr/>
        </p:nvCxnSpPr>
        <p:spPr>
          <a:xfrm>
            <a:off x="8134350" y="2781300"/>
            <a:ext cx="561975" cy="0"/>
          </a:xfrm>
          <a:prstGeom prst="straightConnector1">
            <a:avLst/>
          </a:prstGeom>
          <a:ln w="23813">
            <a:solidFill>
              <a:srgbClr val="3DE8FF"/>
            </a:solidFill>
            <a:prstDash val="solid"/>
            <a:tailEnd type="triangle" w="sm" len="sm"/>
          </a:ln>
        </p:spPr>
      </p:cxnSp>
      <p:cxnSp>
        <p:nvCxnSpPr>
          <p:cNvPr id="30" name="Straight Arrow Connector 29">
            <a:extLst>
              <a:ext uri="{FF2B5EF4-FFF2-40B4-BE49-F238E27FC236}">
                <a16:creationId xmlns:a16="http://schemas.microsoft.com/office/drawing/2014/main" id="{233DFFC6-990B-4F24-B39A-C4A033B6294B}"/>
              </a:ext>
            </a:extLst>
          </p:cNvPr>
          <p:cNvCxnSpPr>
            <a:stCxn id="11" idx="3"/>
            <a:endCxn id="14" idx="1"/>
          </p:cNvCxnSpPr>
          <p:nvPr/>
        </p:nvCxnSpPr>
        <p:spPr>
          <a:xfrm>
            <a:off x="5476875" y="2781300"/>
            <a:ext cx="561975" cy="0"/>
          </a:xfrm>
          <a:prstGeom prst="straightConnector1">
            <a:avLst/>
          </a:prstGeom>
          <a:ln w="23813">
            <a:solidFill>
              <a:srgbClr val="8B7CF6"/>
            </a:solidFill>
            <a:prstDash val="solid"/>
            <a:tailEnd type="triangle" w="sm" len="sm"/>
          </a:ln>
        </p:spPr>
      </p:cxnSp>
      <p:cxnSp>
        <p:nvCxnSpPr>
          <p:cNvPr id="29" name="Straight Arrow Connector 28">
            <a:extLst>
              <a:ext uri="{FF2B5EF4-FFF2-40B4-BE49-F238E27FC236}">
                <a16:creationId xmlns:a16="http://schemas.microsoft.com/office/drawing/2014/main" id="{F280E8CC-4947-4DAD-BA50-BD821E22A2E2}"/>
              </a:ext>
            </a:extLst>
          </p:cNvPr>
          <p:cNvCxnSpPr>
            <a:stCxn id="8" idx="3"/>
            <a:endCxn id="11" idx="1"/>
          </p:cNvCxnSpPr>
          <p:nvPr/>
        </p:nvCxnSpPr>
        <p:spPr>
          <a:xfrm>
            <a:off x="2819400" y="2781300"/>
            <a:ext cx="561975" cy="0"/>
          </a:xfrm>
          <a:prstGeom prst="straightConnector1">
            <a:avLst/>
          </a:prstGeom>
          <a:ln w="23813">
            <a:solidFill>
              <a:srgbClr val="3DE8FF"/>
            </a:solidFill>
            <a:prstDash val="solid"/>
            <a:tailEnd type="triangle" w="sm" len="sm"/>
          </a:ln>
        </p:spPr>
      </p:cxnSp>
      <p:sp>
        <p:nvSpPr>
          <p:cNvPr id="36" name="slide-7-title">
            <a:extLst>
              <a:ext uri="{FF2B5EF4-FFF2-40B4-BE49-F238E27FC236}">
                <a16:creationId xmlns:a16="http://schemas.microsoft.com/office/drawing/2014/main" id="{35210E73-5B0D-46C7-9B55-BE7AAFE458E8}"/>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Investigation workflow</a:t>
            </a:r>
          </a:p>
        </p:txBody>
      </p:sp>
      <p:sp>
        <p:nvSpPr>
          <p:cNvPr id="2" name="slide-7-accent-blue">
            <a:extLst>
              <a:ext uri="{FF2B5EF4-FFF2-40B4-BE49-F238E27FC236}">
                <a16:creationId xmlns:a16="http://schemas.microsoft.com/office/drawing/2014/main" id="{BE24AAD3-4104-42AA-B03E-B0165BFD2A9F}"/>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7-accent-iris">
            <a:extLst>
              <a:ext uri="{FF2B5EF4-FFF2-40B4-BE49-F238E27FC236}">
                <a16:creationId xmlns:a16="http://schemas.microsoft.com/office/drawing/2014/main" id="{5AD70CBA-6B3F-424B-8D76-06BB8DAA1EE8}"/>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7-subtitle">
            <a:extLst>
              <a:ext uri="{FF2B5EF4-FFF2-40B4-BE49-F238E27FC236}">
                <a16:creationId xmlns:a16="http://schemas.microsoft.com/office/drawing/2014/main" id="{E022F932-1531-401D-8E13-10EA5F72C15F}"/>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A queued job keeps collection separate from the user-facing request.</a:t>
            </a:r>
          </a:p>
        </p:txBody>
      </p:sp>
      <p:sp>
        <p:nvSpPr>
          <p:cNvPr id="5" name="slide-7-footer-rule">
            <a:extLst>
              <a:ext uri="{FF2B5EF4-FFF2-40B4-BE49-F238E27FC236}">
                <a16:creationId xmlns:a16="http://schemas.microsoft.com/office/drawing/2014/main" id="{8A3E146F-B859-4E11-A156-0323AAA2ABA7}"/>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7-footer">
            <a:extLst>
              <a:ext uri="{FF2B5EF4-FFF2-40B4-BE49-F238E27FC236}">
                <a16:creationId xmlns:a16="http://schemas.microsoft.com/office/drawing/2014/main" id="{7FA119B4-6DC0-446F-A34C-BB1522633A93}"/>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7-page">
            <a:extLst>
              <a:ext uri="{FF2B5EF4-FFF2-40B4-BE49-F238E27FC236}">
                <a16:creationId xmlns:a16="http://schemas.microsoft.com/office/drawing/2014/main" id="{50A7E4B6-E9D9-4E45-81F3-7882E75CC35B}"/>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07</a:t>
            </a:r>
          </a:p>
        </p:txBody>
      </p:sp>
      <p:sp>
        <p:nvSpPr>
          <p:cNvPr id="8" name="workflow-asset-surface">
            <a:extLst>
              <a:ext uri="{FF2B5EF4-FFF2-40B4-BE49-F238E27FC236}">
                <a16:creationId xmlns:a16="http://schemas.microsoft.com/office/drawing/2014/main" id="{E97713FA-9B10-4A4E-A8CC-D126CA3CC1FF}"/>
              </a:ext>
            </a:extLst>
          </p:cNvPr>
          <p:cNvSpPr>
            <a:spLocks noGrp="1"/>
          </p:cNvSpPr>
          <p:nvPr/>
        </p:nvSpPr>
        <p:spPr>
          <a:xfrm>
            <a:off x="723900" y="2133600"/>
            <a:ext cx="2095500" cy="1295400"/>
          </a:xfrm>
          <a:prstGeom prst="roundRect">
            <a:avLst>
              <a:gd name="adj" fmla="val 8824"/>
            </a:avLst>
          </a:prstGeom>
          <a:solidFill>
            <a:srgbClr val="13232C"/>
          </a:solidFill>
          <a:ln w="19050">
            <a:solidFill>
              <a:srgbClr val="3DE8FF"/>
            </a:solidFill>
            <a:prstDash val="solid"/>
          </a:ln>
        </p:spPr>
        <p:txBody>
          <a:bodyPr/>
          <a:lstStyle/>
          <a:p>
            <a:endParaRPr lang="en-IN"/>
          </a:p>
        </p:txBody>
      </p:sp>
      <p:sp>
        <p:nvSpPr>
          <p:cNvPr id="9" name="workflow-asset-heading">
            <a:extLst>
              <a:ext uri="{FF2B5EF4-FFF2-40B4-BE49-F238E27FC236}">
                <a16:creationId xmlns:a16="http://schemas.microsoft.com/office/drawing/2014/main" id="{19B06EFE-D371-46C0-8338-D092E79F3BB5}"/>
              </a:ext>
            </a:extLst>
          </p:cNvPr>
          <p:cNvSpPr>
            <a:spLocks noGrp="1"/>
          </p:cNvSpPr>
          <p:nvPr/>
        </p:nvSpPr>
        <p:spPr>
          <a:xfrm>
            <a:off x="838200" y="2228850"/>
            <a:ext cx="18669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1 · Select asset</a:t>
            </a:r>
          </a:p>
        </p:txBody>
      </p:sp>
      <p:sp>
        <p:nvSpPr>
          <p:cNvPr id="10" name="workflow-asset-detail">
            <a:extLst>
              <a:ext uri="{FF2B5EF4-FFF2-40B4-BE49-F238E27FC236}">
                <a16:creationId xmlns:a16="http://schemas.microsoft.com/office/drawing/2014/main" id="{A3489CE6-C29F-4AFF-BAD4-E9583CFF6A8C}"/>
              </a:ext>
            </a:extLst>
          </p:cNvPr>
          <p:cNvSpPr>
            <a:spLocks noGrp="1"/>
          </p:cNvSpPr>
          <p:nvPr/>
        </p:nvSpPr>
        <p:spPr>
          <a:xfrm>
            <a:off x="838200" y="2543175"/>
            <a:ext cx="1866900" cy="8382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Choose an authorized asset and scenario.</a:t>
            </a:r>
          </a:p>
        </p:txBody>
      </p:sp>
      <p:sp>
        <p:nvSpPr>
          <p:cNvPr id="11" name="workflow-submit-surface">
            <a:extLst>
              <a:ext uri="{FF2B5EF4-FFF2-40B4-BE49-F238E27FC236}">
                <a16:creationId xmlns:a16="http://schemas.microsoft.com/office/drawing/2014/main" id="{3E9A449A-C1D8-4782-BD3F-9C1D0A343502}"/>
              </a:ext>
            </a:extLst>
          </p:cNvPr>
          <p:cNvSpPr>
            <a:spLocks noGrp="1"/>
          </p:cNvSpPr>
          <p:nvPr/>
        </p:nvSpPr>
        <p:spPr>
          <a:xfrm>
            <a:off x="3381375" y="2133600"/>
            <a:ext cx="2095500" cy="1295400"/>
          </a:xfrm>
          <a:prstGeom prst="roundRect">
            <a:avLst>
              <a:gd name="adj" fmla="val 8824"/>
            </a:avLst>
          </a:prstGeom>
          <a:solidFill>
            <a:srgbClr val="211E38"/>
          </a:solidFill>
          <a:ln w="19050">
            <a:solidFill>
              <a:srgbClr val="8B7CF6"/>
            </a:solidFill>
            <a:prstDash val="solid"/>
          </a:ln>
        </p:spPr>
        <p:txBody>
          <a:bodyPr/>
          <a:lstStyle/>
          <a:p>
            <a:endParaRPr lang="en-IN"/>
          </a:p>
        </p:txBody>
      </p:sp>
      <p:sp>
        <p:nvSpPr>
          <p:cNvPr id="12" name="workflow-submit-heading">
            <a:extLst>
              <a:ext uri="{FF2B5EF4-FFF2-40B4-BE49-F238E27FC236}">
                <a16:creationId xmlns:a16="http://schemas.microsoft.com/office/drawing/2014/main" id="{073587E9-5743-481D-8E72-38881C7469BB}"/>
              </a:ext>
            </a:extLst>
          </p:cNvPr>
          <p:cNvSpPr>
            <a:spLocks noGrp="1"/>
          </p:cNvSpPr>
          <p:nvPr/>
        </p:nvSpPr>
        <p:spPr>
          <a:xfrm>
            <a:off x="3495675" y="2228850"/>
            <a:ext cx="18669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2 · Submit</a:t>
            </a:r>
          </a:p>
        </p:txBody>
      </p:sp>
      <p:sp>
        <p:nvSpPr>
          <p:cNvPr id="13" name="workflow-submit-detail">
            <a:extLst>
              <a:ext uri="{FF2B5EF4-FFF2-40B4-BE49-F238E27FC236}">
                <a16:creationId xmlns:a16="http://schemas.microsoft.com/office/drawing/2014/main" id="{374B12FF-989A-4399-B649-AD3F9BDF3ACE}"/>
              </a:ext>
            </a:extLst>
          </p:cNvPr>
          <p:cNvSpPr>
            <a:spLocks noGrp="1"/>
          </p:cNvSpPr>
          <p:nvPr/>
        </p:nvSpPr>
        <p:spPr>
          <a:xfrm>
            <a:off x="3495675" y="2543175"/>
            <a:ext cx="1866900" cy="8382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Save the investigation and first attempt.</a:t>
            </a:r>
          </a:p>
        </p:txBody>
      </p:sp>
      <p:sp>
        <p:nvSpPr>
          <p:cNvPr id="14" name="workflow-dispatch-surface">
            <a:extLst>
              <a:ext uri="{FF2B5EF4-FFF2-40B4-BE49-F238E27FC236}">
                <a16:creationId xmlns:a16="http://schemas.microsoft.com/office/drawing/2014/main" id="{57BCB026-AF0E-4A11-8836-4107ED44A4A2}"/>
              </a:ext>
            </a:extLst>
          </p:cNvPr>
          <p:cNvSpPr>
            <a:spLocks noGrp="1"/>
          </p:cNvSpPr>
          <p:nvPr/>
        </p:nvSpPr>
        <p:spPr>
          <a:xfrm>
            <a:off x="6038850" y="2133600"/>
            <a:ext cx="2095500" cy="1295400"/>
          </a:xfrm>
          <a:prstGeom prst="roundRect">
            <a:avLst>
              <a:gd name="adj" fmla="val 8824"/>
            </a:avLst>
          </a:prstGeom>
          <a:solidFill>
            <a:srgbClr val="13232C"/>
          </a:solidFill>
          <a:ln w="19050">
            <a:solidFill>
              <a:srgbClr val="3DE8FF"/>
            </a:solidFill>
            <a:prstDash val="solid"/>
          </a:ln>
        </p:spPr>
        <p:txBody>
          <a:bodyPr/>
          <a:lstStyle/>
          <a:p>
            <a:endParaRPr lang="en-IN"/>
          </a:p>
        </p:txBody>
      </p:sp>
      <p:sp>
        <p:nvSpPr>
          <p:cNvPr id="15" name="workflow-dispatch-heading">
            <a:extLst>
              <a:ext uri="{FF2B5EF4-FFF2-40B4-BE49-F238E27FC236}">
                <a16:creationId xmlns:a16="http://schemas.microsoft.com/office/drawing/2014/main" id="{B8F44960-DEB1-4D62-9C6A-2DC81D426B9B}"/>
              </a:ext>
            </a:extLst>
          </p:cNvPr>
          <p:cNvSpPr>
            <a:spLocks noGrp="1"/>
          </p:cNvSpPr>
          <p:nvPr/>
        </p:nvSpPr>
        <p:spPr>
          <a:xfrm>
            <a:off x="6153150" y="2228850"/>
            <a:ext cx="18669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3 · Dispatch</a:t>
            </a:r>
          </a:p>
        </p:txBody>
      </p:sp>
      <p:sp>
        <p:nvSpPr>
          <p:cNvPr id="16" name="workflow-dispatch-detail">
            <a:extLst>
              <a:ext uri="{FF2B5EF4-FFF2-40B4-BE49-F238E27FC236}">
                <a16:creationId xmlns:a16="http://schemas.microsoft.com/office/drawing/2014/main" id="{11E69234-6BCA-40C3-B5C9-69123C1713B3}"/>
              </a:ext>
            </a:extLst>
          </p:cNvPr>
          <p:cNvSpPr>
            <a:spLocks noGrp="1"/>
          </p:cNvSpPr>
          <p:nvPr/>
        </p:nvSpPr>
        <p:spPr>
          <a:xfrm>
            <a:off x="6153150" y="2543175"/>
            <a:ext cx="1866900" cy="8382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Publish a stable job to the Redis queue.</a:t>
            </a:r>
          </a:p>
        </p:txBody>
      </p:sp>
      <p:sp>
        <p:nvSpPr>
          <p:cNvPr id="17" name="workflow-collect-surface">
            <a:extLst>
              <a:ext uri="{FF2B5EF4-FFF2-40B4-BE49-F238E27FC236}">
                <a16:creationId xmlns:a16="http://schemas.microsoft.com/office/drawing/2014/main" id="{96B69790-DB31-4725-9051-6D2C7C66AE35}"/>
              </a:ext>
            </a:extLst>
          </p:cNvPr>
          <p:cNvSpPr>
            <a:spLocks noGrp="1"/>
          </p:cNvSpPr>
          <p:nvPr/>
        </p:nvSpPr>
        <p:spPr>
          <a:xfrm>
            <a:off x="8696325" y="2133600"/>
            <a:ext cx="2095500" cy="1295400"/>
          </a:xfrm>
          <a:prstGeom prst="roundRect">
            <a:avLst>
              <a:gd name="adj" fmla="val 8824"/>
            </a:avLst>
          </a:prstGeom>
          <a:solidFill>
            <a:srgbClr val="211E38"/>
          </a:solidFill>
          <a:ln w="19050">
            <a:solidFill>
              <a:srgbClr val="8B7CF6"/>
            </a:solidFill>
            <a:prstDash val="solid"/>
          </a:ln>
        </p:spPr>
        <p:txBody>
          <a:bodyPr/>
          <a:lstStyle/>
          <a:p>
            <a:endParaRPr lang="en-IN"/>
          </a:p>
        </p:txBody>
      </p:sp>
      <p:sp>
        <p:nvSpPr>
          <p:cNvPr id="18" name="workflow-collect-heading">
            <a:extLst>
              <a:ext uri="{FF2B5EF4-FFF2-40B4-BE49-F238E27FC236}">
                <a16:creationId xmlns:a16="http://schemas.microsoft.com/office/drawing/2014/main" id="{5A077244-E45B-4102-AEC6-C26E07AE5890}"/>
              </a:ext>
            </a:extLst>
          </p:cNvPr>
          <p:cNvSpPr>
            <a:spLocks noGrp="1"/>
          </p:cNvSpPr>
          <p:nvPr/>
        </p:nvSpPr>
        <p:spPr>
          <a:xfrm>
            <a:off x="8810625" y="2228850"/>
            <a:ext cx="18669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4 · Collect</a:t>
            </a:r>
          </a:p>
        </p:txBody>
      </p:sp>
      <p:sp>
        <p:nvSpPr>
          <p:cNvPr id="19" name="workflow-collect-detail">
            <a:extLst>
              <a:ext uri="{FF2B5EF4-FFF2-40B4-BE49-F238E27FC236}">
                <a16:creationId xmlns:a16="http://schemas.microsoft.com/office/drawing/2014/main" id="{DA0A2F89-8E3B-40A2-ABDC-3F2037F63821}"/>
              </a:ext>
            </a:extLst>
          </p:cNvPr>
          <p:cNvSpPr>
            <a:spLocks noGrp="1"/>
          </p:cNvSpPr>
          <p:nvPr/>
        </p:nvSpPr>
        <p:spPr>
          <a:xfrm>
            <a:off x="8810625" y="2543175"/>
            <a:ext cx="1866900" cy="8382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Worker records each bounded source result.</a:t>
            </a:r>
          </a:p>
        </p:txBody>
      </p:sp>
      <p:sp>
        <p:nvSpPr>
          <p:cNvPr id="20" name="workflow-review-surface">
            <a:extLst>
              <a:ext uri="{FF2B5EF4-FFF2-40B4-BE49-F238E27FC236}">
                <a16:creationId xmlns:a16="http://schemas.microsoft.com/office/drawing/2014/main" id="{F0CFDA3B-41A3-48C5-A503-F674A73333BA}"/>
              </a:ext>
            </a:extLst>
          </p:cNvPr>
          <p:cNvSpPr>
            <a:spLocks noGrp="1"/>
          </p:cNvSpPr>
          <p:nvPr/>
        </p:nvSpPr>
        <p:spPr>
          <a:xfrm>
            <a:off x="7486650" y="4114800"/>
            <a:ext cx="2095500" cy="1295400"/>
          </a:xfrm>
          <a:prstGeom prst="roundRect">
            <a:avLst>
              <a:gd name="adj" fmla="val 8824"/>
            </a:avLst>
          </a:prstGeom>
          <a:solidFill>
            <a:srgbClr val="13232C"/>
          </a:solidFill>
          <a:ln w="19050">
            <a:solidFill>
              <a:srgbClr val="3DE8FF"/>
            </a:solidFill>
            <a:prstDash val="solid"/>
          </a:ln>
        </p:spPr>
        <p:txBody>
          <a:bodyPr/>
          <a:lstStyle/>
          <a:p>
            <a:endParaRPr lang="en-IN"/>
          </a:p>
        </p:txBody>
      </p:sp>
      <p:sp>
        <p:nvSpPr>
          <p:cNvPr id="21" name="workflow-review-heading">
            <a:extLst>
              <a:ext uri="{FF2B5EF4-FFF2-40B4-BE49-F238E27FC236}">
                <a16:creationId xmlns:a16="http://schemas.microsoft.com/office/drawing/2014/main" id="{7A8DB21A-76BF-42C7-8B48-4A3BDA099C34}"/>
              </a:ext>
            </a:extLst>
          </p:cNvPr>
          <p:cNvSpPr>
            <a:spLocks noGrp="1"/>
          </p:cNvSpPr>
          <p:nvPr/>
        </p:nvSpPr>
        <p:spPr>
          <a:xfrm>
            <a:off x="7600950" y="4210050"/>
            <a:ext cx="18669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5 · Review</a:t>
            </a:r>
          </a:p>
        </p:txBody>
      </p:sp>
      <p:sp>
        <p:nvSpPr>
          <p:cNvPr id="22" name="workflow-review-detail">
            <a:extLst>
              <a:ext uri="{FF2B5EF4-FFF2-40B4-BE49-F238E27FC236}">
                <a16:creationId xmlns:a16="http://schemas.microsoft.com/office/drawing/2014/main" id="{CEF16E67-52F0-469C-BAD6-21ED3EAB5FA7}"/>
              </a:ext>
            </a:extLst>
          </p:cNvPr>
          <p:cNvSpPr>
            <a:spLocks noGrp="1"/>
          </p:cNvSpPr>
          <p:nvPr/>
        </p:nvSpPr>
        <p:spPr>
          <a:xfrm>
            <a:off x="7600950" y="4524375"/>
            <a:ext cx="1866900" cy="8382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Analyst checks evidence and applicability.</a:t>
            </a:r>
          </a:p>
        </p:txBody>
      </p:sp>
      <p:sp>
        <p:nvSpPr>
          <p:cNvPr id="23" name="workflow-response-surface">
            <a:extLst>
              <a:ext uri="{FF2B5EF4-FFF2-40B4-BE49-F238E27FC236}">
                <a16:creationId xmlns:a16="http://schemas.microsoft.com/office/drawing/2014/main" id="{A7DE6685-8789-4B1B-9794-5B4F4909469B}"/>
              </a:ext>
            </a:extLst>
          </p:cNvPr>
          <p:cNvSpPr>
            <a:spLocks noGrp="1"/>
          </p:cNvSpPr>
          <p:nvPr/>
        </p:nvSpPr>
        <p:spPr>
          <a:xfrm>
            <a:off x="4800600" y="4114800"/>
            <a:ext cx="2095500" cy="1295400"/>
          </a:xfrm>
          <a:prstGeom prst="roundRect">
            <a:avLst>
              <a:gd name="adj" fmla="val 8824"/>
            </a:avLst>
          </a:prstGeom>
          <a:solidFill>
            <a:srgbClr val="211E38"/>
          </a:solidFill>
          <a:ln w="19050">
            <a:solidFill>
              <a:srgbClr val="8B7CF6"/>
            </a:solidFill>
            <a:prstDash val="solid"/>
          </a:ln>
        </p:spPr>
        <p:txBody>
          <a:bodyPr/>
          <a:lstStyle/>
          <a:p>
            <a:endParaRPr lang="en-IN"/>
          </a:p>
        </p:txBody>
      </p:sp>
      <p:sp>
        <p:nvSpPr>
          <p:cNvPr id="24" name="workflow-response-heading">
            <a:extLst>
              <a:ext uri="{FF2B5EF4-FFF2-40B4-BE49-F238E27FC236}">
                <a16:creationId xmlns:a16="http://schemas.microsoft.com/office/drawing/2014/main" id="{DA9245E1-C99C-4BAA-A961-00B516362F3B}"/>
              </a:ext>
            </a:extLst>
          </p:cNvPr>
          <p:cNvSpPr>
            <a:spLocks noGrp="1"/>
          </p:cNvSpPr>
          <p:nvPr/>
        </p:nvSpPr>
        <p:spPr>
          <a:xfrm>
            <a:off x="4914900" y="4210050"/>
            <a:ext cx="18669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6 · Respond</a:t>
            </a:r>
          </a:p>
        </p:txBody>
      </p:sp>
      <p:sp>
        <p:nvSpPr>
          <p:cNvPr id="25" name="workflow-response-detail">
            <a:extLst>
              <a:ext uri="{FF2B5EF4-FFF2-40B4-BE49-F238E27FC236}">
                <a16:creationId xmlns:a16="http://schemas.microsoft.com/office/drawing/2014/main" id="{F2C552DE-D00D-4CEC-A33B-8A0D32F44A91}"/>
              </a:ext>
            </a:extLst>
          </p:cNvPr>
          <p:cNvSpPr>
            <a:spLocks noGrp="1"/>
          </p:cNvSpPr>
          <p:nvPr/>
        </p:nvSpPr>
        <p:spPr>
          <a:xfrm>
            <a:off x="4914900" y="4524375"/>
            <a:ext cx="1866900" cy="8382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Track incidents and remediation actions.</a:t>
            </a:r>
          </a:p>
        </p:txBody>
      </p:sp>
      <p:sp>
        <p:nvSpPr>
          <p:cNvPr id="26" name="workflow-report-surface">
            <a:extLst>
              <a:ext uri="{FF2B5EF4-FFF2-40B4-BE49-F238E27FC236}">
                <a16:creationId xmlns:a16="http://schemas.microsoft.com/office/drawing/2014/main" id="{067E6879-ABCC-4C8D-BA55-4FA4A96708CD}"/>
              </a:ext>
            </a:extLst>
          </p:cNvPr>
          <p:cNvSpPr>
            <a:spLocks noGrp="1"/>
          </p:cNvSpPr>
          <p:nvPr/>
        </p:nvSpPr>
        <p:spPr>
          <a:xfrm>
            <a:off x="2114550" y="4114800"/>
            <a:ext cx="2095500" cy="1295400"/>
          </a:xfrm>
          <a:prstGeom prst="roundRect">
            <a:avLst>
              <a:gd name="adj" fmla="val 8824"/>
            </a:avLst>
          </a:prstGeom>
          <a:solidFill>
            <a:srgbClr val="13232C"/>
          </a:solidFill>
          <a:ln w="19050">
            <a:solidFill>
              <a:srgbClr val="3DE8FF"/>
            </a:solidFill>
            <a:prstDash val="solid"/>
          </a:ln>
        </p:spPr>
        <p:txBody>
          <a:bodyPr/>
          <a:lstStyle/>
          <a:p>
            <a:endParaRPr lang="en-IN"/>
          </a:p>
        </p:txBody>
      </p:sp>
      <p:sp>
        <p:nvSpPr>
          <p:cNvPr id="27" name="workflow-report-heading">
            <a:extLst>
              <a:ext uri="{FF2B5EF4-FFF2-40B4-BE49-F238E27FC236}">
                <a16:creationId xmlns:a16="http://schemas.microsoft.com/office/drawing/2014/main" id="{283F8C57-E396-41D4-89F7-07042A2BE18C}"/>
              </a:ext>
            </a:extLst>
          </p:cNvPr>
          <p:cNvSpPr>
            <a:spLocks noGrp="1"/>
          </p:cNvSpPr>
          <p:nvPr/>
        </p:nvSpPr>
        <p:spPr>
          <a:xfrm>
            <a:off x="2228850" y="4210050"/>
            <a:ext cx="18669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7 · Report</a:t>
            </a:r>
          </a:p>
        </p:txBody>
      </p:sp>
      <p:sp>
        <p:nvSpPr>
          <p:cNvPr id="28" name="workflow-report-detail">
            <a:extLst>
              <a:ext uri="{FF2B5EF4-FFF2-40B4-BE49-F238E27FC236}">
                <a16:creationId xmlns:a16="http://schemas.microsoft.com/office/drawing/2014/main" id="{E3AD759B-056F-463E-9832-9F0BCA371248}"/>
              </a:ext>
            </a:extLst>
          </p:cNvPr>
          <p:cNvSpPr>
            <a:spLocks noGrp="1"/>
          </p:cNvSpPr>
          <p:nvPr/>
        </p:nvSpPr>
        <p:spPr>
          <a:xfrm>
            <a:off x="2228850" y="4524375"/>
            <a:ext cx="1866900" cy="8382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Save a PDF or JSON snapshot.</a:t>
            </a:r>
          </a:p>
        </p:txBody>
      </p:sp>
      <p:sp>
        <p:nvSpPr>
          <p:cNvPr id="35" name="workflow-transaction-note">
            <a:extLst>
              <a:ext uri="{FF2B5EF4-FFF2-40B4-BE49-F238E27FC236}">
                <a16:creationId xmlns:a16="http://schemas.microsoft.com/office/drawing/2014/main" id="{635C00F2-0DBA-4905-8971-ECB45BCDAE5E}"/>
              </a:ext>
            </a:extLst>
          </p:cNvPr>
          <p:cNvSpPr>
            <a:spLocks noGrp="1"/>
          </p:cNvSpPr>
          <p:nvPr/>
        </p:nvSpPr>
        <p:spPr>
          <a:xfrm>
            <a:off x="723900" y="5648325"/>
            <a:ext cx="10744200" cy="304800"/>
          </a:xfrm>
          <a:prstGeom prst="rect">
            <a:avLst/>
          </a:prstGeom>
          <a:noFill/>
          <a:ln w="0">
            <a:noFill/>
            <a:prstDash val="solid"/>
          </a:ln>
        </p:spPr>
        <p:txBody>
          <a:bodyPr wrap="square" lIns="0" tIns="0" rIns="0" bIns="0" anchor="ctr">
            <a:normAutofit/>
          </a:bodyPr>
          <a:lstStyle>
            <a:defPPr algn="ctr">
              <a:defRPr sz="1350" b="1">
                <a:solidFill>
                  <a:srgbClr val="C9C9D4"/>
                </a:solidFill>
                <a:latin typeface="Arial"/>
                <a:ea typeface="Arial"/>
                <a:cs typeface="Arial"/>
              </a:defRPr>
            </a:defPPr>
            <a:lvl1pPr algn="ctr">
              <a:defRPr sz="1350" b="1">
                <a:solidFill>
                  <a:srgbClr val="C9C9D4"/>
                </a:solidFill>
                <a:latin typeface="Arial"/>
                <a:ea typeface="Arial"/>
                <a:cs typeface="Arial"/>
              </a:defRPr>
            </a:lvl1pPr>
            <a:lvl2pPr algn="ctr">
              <a:defRPr sz="1350" b="1">
                <a:solidFill>
                  <a:srgbClr val="C9C9D4"/>
                </a:solidFill>
                <a:latin typeface="Arial"/>
                <a:ea typeface="Arial"/>
                <a:cs typeface="Arial"/>
              </a:defRPr>
            </a:lvl2pPr>
            <a:lvl3pPr algn="ctr">
              <a:defRPr sz="1350" b="1">
                <a:solidFill>
                  <a:srgbClr val="C9C9D4"/>
                </a:solidFill>
                <a:latin typeface="Arial"/>
                <a:ea typeface="Arial"/>
                <a:cs typeface="Arial"/>
              </a:defRPr>
            </a:lvl3pPr>
            <a:lvl4pPr algn="ctr">
              <a:defRPr sz="1350" b="1">
                <a:solidFill>
                  <a:srgbClr val="C9C9D4"/>
                </a:solidFill>
                <a:latin typeface="Arial"/>
                <a:ea typeface="Arial"/>
                <a:cs typeface="Arial"/>
              </a:defRPr>
            </a:lvl4pPr>
            <a:lvl5pPr algn="ctr">
              <a:defRPr sz="1350" b="1">
                <a:solidFill>
                  <a:srgbClr val="C9C9D4"/>
                </a:solidFill>
                <a:latin typeface="Arial"/>
                <a:ea typeface="Arial"/>
                <a:cs typeface="Arial"/>
              </a:defRPr>
            </a:lvl5pPr>
            <a:lvl6pPr algn="ctr">
              <a:defRPr sz="1350" b="1">
                <a:solidFill>
                  <a:srgbClr val="C9C9D4"/>
                </a:solidFill>
                <a:latin typeface="Arial"/>
                <a:ea typeface="Arial"/>
                <a:cs typeface="Arial"/>
              </a:defRPr>
            </a:lvl6pPr>
            <a:lvl7pPr algn="ctr">
              <a:defRPr sz="1350" b="1">
                <a:solidFill>
                  <a:srgbClr val="C9C9D4"/>
                </a:solidFill>
                <a:latin typeface="Arial"/>
                <a:ea typeface="Arial"/>
                <a:cs typeface="Arial"/>
              </a:defRPr>
            </a:lvl7pPr>
            <a:lvl8pPr algn="ctr">
              <a:defRPr sz="1350" b="1">
                <a:solidFill>
                  <a:srgbClr val="C9C9D4"/>
                </a:solidFill>
                <a:latin typeface="Arial"/>
                <a:ea typeface="Arial"/>
                <a:cs typeface="Arial"/>
              </a:defRPr>
            </a:lvl8pPr>
            <a:lvl9pPr algn="ctr">
              <a:defRPr sz="1350" b="1">
                <a:solidFill>
                  <a:srgbClr val="C9C9D4"/>
                </a:solidFill>
                <a:latin typeface="Arial"/>
                <a:ea typeface="Arial"/>
                <a:cs typeface="Arial"/>
              </a:defRPr>
            </a:lvl9pPr>
          </a:lstStyle>
          <a:p>
            <a:pPr algn="ctr">
              <a:lnSpc>
                <a:spcPct val="100000"/>
              </a:lnSpc>
              <a:buNone/>
              <a:defRPr sz="1350" b="1">
                <a:solidFill>
                  <a:srgbClr val="C9C9D4"/>
                </a:solidFill>
                <a:latin typeface="Arial"/>
                <a:ea typeface="Arial"/>
                <a:cs typeface="Arial"/>
              </a:defRPr>
            </a:pPr>
            <a:r>
              <a:rPr sz="1350" b="1">
                <a:solidFill>
                  <a:srgbClr val="C9C9D4"/>
                </a:solidFill>
                <a:latin typeface="Arial"/>
                <a:ea typeface="Arial"/>
                <a:cs typeface="Arial"/>
              </a:rPr>
              <a:t>Database transaction → durable dispatch → worker collection → analyst review</a:t>
            </a:r>
          </a:p>
        </p:txBody>
      </p:sp>
    </p:spTree>
    <p:extLst>
      <p:ext uri="{BB962C8B-B14F-4D97-AF65-F5344CB8AC3E}">
        <p14:creationId xmlns:p14="http://schemas.microsoft.com/office/powerpoint/2010/main" val="56652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cxnSp>
        <p:nvCxnSpPr>
          <p:cNvPr id="36" name="Connector: Elbow 35">
            <a:extLst>
              <a:ext uri="{FF2B5EF4-FFF2-40B4-BE49-F238E27FC236}">
                <a16:creationId xmlns:a16="http://schemas.microsoft.com/office/drawing/2014/main" id="{9CDCB7CC-7EAE-407A-A00E-0C880EF5971F}"/>
              </a:ext>
            </a:extLst>
          </p:cNvPr>
          <p:cNvCxnSpPr>
            <a:stCxn id="23" idx="1"/>
            <a:endCxn id="26" idx="3"/>
          </p:cNvCxnSpPr>
          <p:nvPr/>
        </p:nvCxnSpPr>
        <p:spPr>
          <a:xfrm flipH="1">
            <a:off x="7286625" y="4619625"/>
            <a:ext cx="666750" cy="533400"/>
          </a:xfrm>
          <a:prstGeom prst="bentConnector3">
            <a:avLst>
              <a:gd name="adj1" fmla="val 50000"/>
            </a:avLst>
          </a:prstGeom>
          <a:ln w="23813">
            <a:solidFill>
              <a:srgbClr val="8B7CF6"/>
            </a:solidFill>
            <a:prstDash val="solid"/>
            <a:tailEnd type="triangle" w="sm" len="sm"/>
          </a:ln>
        </p:spPr>
      </p:cxnSp>
      <p:cxnSp>
        <p:nvCxnSpPr>
          <p:cNvPr id="35" name="Straight Arrow Connector 34">
            <a:extLst>
              <a:ext uri="{FF2B5EF4-FFF2-40B4-BE49-F238E27FC236}">
                <a16:creationId xmlns:a16="http://schemas.microsoft.com/office/drawing/2014/main" id="{E6D67C42-5A43-4B23-BE88-431788B51C65}"/>
              </a:ext>
            </a:extLst>
          </p:cNvPr>
          <p:cNvCxnSpPr>
            <a:stCxn id="17" idx="2"/>
            <a:endCxn id="26" idx="0"/>
          </p:cNvCxnSpPr>
          <p:nvPr/>
        </p:nvCxnSpPr>
        <p:spPr>
          <a:xfrm>
            <a:off x="6310313" y="3905250"/>
            <a:ext cx="0" cy="904875"/>
          </a:xfrm>
          <a:prstGeom prst="straightConnector1">
            <a:avLst/>
          </a:prstGeom>
          <a:ln w="23813">
            <a:solidFill>
              <a:srgbClr val="3DE8FF"/>
            </a:solidFill>
            <a:prstDash val="solid"/>
            <a:tailEnd type="triangle" w="sm" len="sm"/>
          </a:ln>
        </p:spPr>
      </p:cxnSp>
      <p:cxnSp>
        <p:nvCxnSpPr>
          <p:cNvPr id="34" name="Straight Arrow Connector 33">
            <a:extLst>
              <a:ext uri="{FF2B5EF4-FFF2-40B4-BE49-F238E27FC236}">
                <a16:creationId xmlns:a16="http://schemas.microsoft.com/office/drawing/2014/main" id="{38AC571C-8A99-41B4-9A9F-998D49AF4687}"/>
              </a:ext>
            </a:extLst>
          </p:cNvPr>
          <p:cNvCxnSpPr>
            <a:stCxn id="20" idx="2"/>
            <a:endCxn id="23" idx="0"/>
          </p:cNvCxnSpPr>
          <p:nvPr/>
        </p:nvCxnSpPr>
        <p:spPr>
          <a:xfrm>
            <a:off x="8886825" y="2762250"/>
            <a:ext cx="0" cy="1447800"/>
          </a:xfrm>
          <a:prstGeom prst="straightConnector1">
            <a:avLst/>
          </a:prstGeom>
          <a:ln w="23813">
            <a:solidFill>
              <a:srgbClr val="8B7CF6"/>
            </a:solidFill>
            <a:prstDash val="solid"/>
            <a:tailEnd type="triangle" w="sm" len="sm"/>
          </a:ln>
        </p:spPr>
      </p:cxnSp>
      <p:cxnSp>
        <p:nvCxnSpPr>
          <p:cNvPr id="33" name="Connector: Elbow 32">
            <a:extLst>
              <a:ext uri="{FF2B5EF4-FFF2-40B4-BE49-F238E27FC236}">
                <a16:creationId xmlns:a16="http://schemas.microsoft.com/office/drawing/2014/main" id="{FC433E72-9D83-4A1D-B1A7-B621008B92C0}"/>
              </a:ext>
            </a:extLst>
          </p:cNvPr>
          <p:cNvCxnSpPr>
            <a:stCxn id="17" idx="0"/>
            <a:endCxn id="20" idx="1"/>
          </p:cNvCxnSpPr>
          <p:nvPr/>
        </p:nvCxnSpPr>
        <p:spPr>
          <a:xfrm flipV="1">
            <a:off x="6310313" y="2352675"/>
            <a:ext cx="1643063" cy="733425"/>
          </a:xfrm>
          <a:prstGeom prst="bentConnector5">
            <a:avLst>
              <a:gd name="adj1" fmla="val 0"/>
              <a:gd name="adj2" fmla="val 31169"/>
              <a:gd name="adj3" fmla="val 86087"/>
            </a:avLst>
          </a:prstGeom>
          <a:ln w="23813">
            <a:solidFill>
              <a:srgbClr val="3DE8FF"/>
            </a:solidFill>
            <a:prstDash val="solid"/>
            <a:tailEnd type="triangle" w="sm" len="sm"/>
          </a:ln>
        </p:spPr>
      </p:cxnSp>
      <p:cxnSp>
        <p:nvCxnSpPr>
          <p:cNvPr id="32" name="Connector: Elbow 31">
            <a:extLst>
              <a:ext uri="{FF2B5EF4-FFF2-40B4-BE49-F238E27FC236}">
                <a16:creationId xmlns:a16="http://schemas.microsoft.com/office/drawing/2014/main" id="{EB9068D5-941A-4650-888E-4BDB4055C22A}"/>
              </a:ext>
            </a:extLst>
          </p:cNvPr>
          <p:cNvCxnSpPr>
            <a:stCxn id="14" idx="3"/>
            <a:endCxn id="17" idx="2"/>
          </p:cNvCxnSpPr>
          <p:nvPr/>
        </p:nvCxnSpPr>
        <p:spPr>
          <a:xfrm flipV="1">
            <a:off x="4819650" y="3905250"/>
            <a:ext cx="1490663" cy="714375"/>
          </a:xfrm>
          <a:prstGeom prst="bentConnector2">
            <a:avLst/>
          </a:prstGeom>
          <a:ln w="23813">
            <a:solidFill>
              <a:srgbClr val="8B7CF6"/>
            </a:solidFill>
            <a:prstDash val="solid"/>
            <a:tailEnd type="triangle" w="sm" len="sm"/>
          </a:ln>
        </p:spPr>
      </p:cxnSp>
      <p:cxnSp>
        <p:nvCxnSpPr>
          <p:cNvPr id="31" name="Connector: Elbow 30">
            <a:extLst>
              <a:ext uri="{FF2B5EF4-FFF2-40B4-BE49-F238E27FC236}">
                <a16:creationId xmlns:a16="http://schemas.microsoft.com/office/drawing/2014/main" id="{D1EB350E-8316-4348-8972-204349ADBBEB}"/>
              </a:ext>
            </a:extLst>
          </p:cNvPr>
          <p:cNvCxnSpPr>
            <a:stCxn id="11" idx="3"/>
            <a:endCxn id="17" idx="0"/>
          </p:cNvCxnSpPr>
          <p:nvPr/>
        </p:nvCxnSpPr>
        <p:spPr>
          <a:xfrm>
            <a:off x="4819650" y="2352675"/>
            <a:ext cx="1490663" cy="733425"/>
          </a:xfrm>
          <a:prstGeom prst="bentConnector2">
            <a:avLst/>
          </a:prstGeom>
          <a:ln w="23813">
            <a:solidFill>
              <a:srgbClr val="3DE8FF"/>
            </a:solidFill>
            <a:prstDash val="solid"/>
            <a:tailEnd type="triangle" w="sm" len="sm"/>
          </a:ln>
        </p:spPr>
      </p:cxnSp>
      <p:cxnSp>
        <p:nvCxnSpPr>
          <p:cNvPr id="30" name="Connector: Elbow 29">
            <a:extLst>
              <a:ext uri="{FF2B5EF4-FFF2-40B4-BE49-F238E27FC236}">
                <a16:creationId xmlns:a16="http://schemas.microsoft.com/office/drawing/2014/main" id="{D21B1CA0-9893-4520-BFB5-42A904ECC0D6}"/>
              </a:ext>
            </a:extLst>
          </p:cNvPr>
          <p:cNvCxnSpPr>
            <a:stCxn id="8" idx="2"/>
            <a:endCxn id="14" idx="1"/>
          </p:cNvCxnSpPr>
          <p:nvPr/>
        </p:nvCxnSpPr>
        <p:spPr>
          <a:xfrm>
            <a:off x="1562100" y="3905250"/>
            <a:ext cx="1390650" cy="714375"/>
          </a:xfrm>
          <a:prstGeom prst="bentConnector5">
            <a:avLst>
              <a:gd name="adj1" fmla="val 0"/>
              <a:gd name="adj2" fmla="val 32000"/>
              <a:gd name="adj3" fmla="val 83562"/>
            </a:avLst>
          </a:prstGeom>
          <a:ln w="23813">
            <a:solidFill>
              <a:srgbClr val="8B7CF6"/>
            </a:solidFill>
            <a:prstDash val="solid"/>
            <a:tailEnd type="triangle" w="sm" len="sm"/>
          </a:ln>
        </p:spPr>
      </p:cxnSp>
      <p:cxnSp>
        <p:nvCxnSpPr>
          <p:cNvPr id="29" name="Connector: Elbow 28">
            <a:extLst>
              <a:ext uri="{FF2B5EF4-FFF2-40B4-BE49-F238E27FC236}">
                <a16:creationId xmlns:a16="http://schemas.microsoft.com/office/drawing/2014/main" id="{F64E201C-7E3D-4B53-94C9-70525FC7E7FD}"/>
              </a:ext>
            </a:extLst>
          </p:cNvPr>
          <p:cNvCxnSpPr>
            <a:stCxn id="8" idx="0"/>
            <a:endCxn id="11" idx="1"/>
          </p:cNvCxnSpPr>
          <p:nvPr/>
        </p:nvCxnSpPr>
        <p:spPr>
          <a:xfrm flipV="1">
            <a:off x="1562100" y="2352675"/>
            <a:ext cx="1390650" cy="733425"/>
          </a:xfrm>
          <a:prstGeom prst="bentConnector5">
            <a:avLst>
              <a:gd name="adj1" fmla="val 0"/>
              <a:gd name="adj2" fmla="val 31169"/>
              <a:gd name="adj3" fmla="val 83562"/>
            </a:avLst>
          </a:prstGeom>
          <a:ln w="23813">
            <a:solidFill>
              <a:srgbClr val="3DE8FF"/>
            </a:solidFill>
            <a:prstDash val="solid"/>
            <a:tailEnd type="triangle" w="sm" len="sm"/>
          </a:ln>
        </p:spPr>
      </p:cxnSp>
      <p:sp>
        <p:nvSpPr>
          <p:cNvPr id="39" name="slide-8-title">
            <a:extLst>
              <a:ext uri="{FF2B5EF4-FFF2-40B4-BE49-F238E27FC236}">
                <a16:creationId xmlns:a16="http://schemas.microsoft.com/office/drawing/2014/main" id="{680CF49C-5F70-44DD-9CD2-E59188CA737E}"/>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Key modules &amp; evidence relationship graph</a:t>
            </a:r>
          </a:p>
        </p:txBody>
      </p:sp>
      <p:sp>
        <p:nvSpPr>
          <p:cNvPr id="2" name="slide-8-accent-blue">
            <a:extLst>
              <a:ext uri="{FF2B5EF4-FFF2-40B4-BE49-F238E27FC236}">
                <a16:creationId xmlns:a16="http://schemas.microsoft.com/office/drawing/2014/main" id="{59CF973B-2DB3-45B4-9C12-3BCB3ACBD5A4}"/>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8-accent-iris">
            <a:extLst>
              <a:ext uri="{FF2B5EF4-FFF2-40B4-BE49-F238E27FC236}">
                <a16:creationId xmlns:a16="http://schemas.microsoft.com/office/drawing/2014/main" id="{520AA906-1909-423D-B630-DC5E49295CBF}"/>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8-subtitle">
            <a:extLst>
              <a:ext uri="{FF2B5EF4-FFF2-40B4-BE49-F238E27FC236}">
                <a16:creationId xmlns:a16="http://schemas.microsoft.com/office/drawing/2014/main" id="{ED22E4C6-FF5F-4BB4-9AD0-0F8F0242CD3C}"/>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Assets, investigations, findings, and response records connect through stored evidence.</a:t>
            </a:r>
          </a:p>
        </p:txBody>
      </p:sp>
      <p:sp>
        <p:nvSpPr>
          <p:cNvPr id="5" name="slide-8-footer-rule">
            <a:extLst>
              <a:ext uri="{FF2B5EF4-FFF2-40B4-BE49-F238E27FC236}">
                <a16:creationId xmlns:a16="http://schemas.microsoft.com/office/drawing/2014/main" id="{866295EF-6755-4F7F-98C4-5814FBFDFC40}"/>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8-footer">
            <a:extLst>
              <a:ext uri="{FF2B5EF4-FFF2-40B4-BE49-F238E27FC236}">
                <a16:creationId xmlns:a16="http://schemas.microsoft.com/office/drawing/2014/main" id="{1219DFFA-C9FF-468A-92C4-852B4352F937}"/>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8-page">
            <a:extLst>
              <a:ext uri="{FF2B5EF4-FFF2-40B4-BE49-F238E27FC236}">
                <a16:creationId xmlns:a16="http://schemas.microsoft.com/office/drawing/2014/main" id="{9AD6BABE-5DB5-44D3-8D2B-3FB2DEB62A4A}"/>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08</a:t>
            </a:r>
          </a:p>
        </p:txBody>
      </p:sp>
      <p:sp>
        <p:nvSpPr>
          <p:cNvPr id="8" name="graph-asset-surface">
            <a:extLst>
              <a:ext uri="{FF2B5EF4-FFF2-40B4-BE49-F238E27FC236}">
                <a16:creationId xmlns:a16="http://schemas.microsoft.com/office/drawing/2014/main" id="{F4761D18-31C7-4C83-BC1A-73300931D5FD}"/>
              </a:ext>
            </a:extLst>
          </p:cNvPr>
          <p:cNvSpPr>
            <a:spLocks noGrp="1"/>
          </p:cNvSpPr>
          <p:nvPr/>
        </p:nvSpPr>
        <p:spPr>
          <a:xfrm>
            <a:off x="723900" y="3086100"/>
            <a:ext cx="1676400" cy="819150"/>
          </a:xfrm>
          <a:prstGeom prst="roundRect">
            <a:avLst>
              <a:gd name="adj" fmla="val 13953"/>
            </a:avLst>
          </a:prstGeom>
          <a:solidFill>
            <a:srgbClr val="13232C"/>
          </a:solidFill>
          <a:ln w="19050">
            <a:solidFill>
              <a:srgbClr val="3DE8FF"/>
            </a:solidFill>
            <a:prstDash val="solid"/>
          </a:ln>
        </p:spPr>
        <p:txBody>
          <a:bodyPr/>
          <a:lstStyle/>
          <a:p>
            <a:endParaRPr lang="en-IN"/>
          </a:p>
        </p:txBody>
      </p:sp>
      <p:sp>
        <p:nvSpPr>
          <p:cNvPr id="9" name="graph-asset-heading">
            <a:extLst>
              <a:ext uri="{FF2B5EF4-FFF2-40B4-BE49-F238E27FC236}">
                <a16:creationId xmlns:a16="http://schemas.microsoft.com/office/drawing/2014/main" id="{B443942F-5A98-4BD1-8B67-F1FB0B6C5287}"/>
              </a:ext>
            </a:extLst>
          </p:cNvPr>
          <p:cNvSpPr>
            <a:spLocks noGrp="1"/>
          </p:cNvSpPr>
          <p:nvPr/>
        </p:nvSpPr>
        <p:spPr>
          <a:xfrm>
            <a:off x="838200" y="3181350"/>
            <a:ext cx="1447800" cy="285750"/>
          </a:xfrm>
          <a:prstGeom prst="rect">
            <a:avLst/>
          </a:prstGeom>
          <a:noFill/>
          <a:ln w="0">
            <a:noFill/>
            <a:prstDash val="solid"/>
          </a:ln>
        </p:spPr>
        <p:txBody>
          <a:bodyPr wrap="square" lIns="0" tIns="0" rIns="0" bIns="0" anchor="ctr">
            <a:normAutofit/>
          </a:bodyPr>
          <a:lstStyle>
            <a:defPPr algn="ctr">
              <a:defRPr sz="1425" b="1">
                <a:solidFill>
                  <a:srgbClr val="EDEDF2"/>
                </a:solidFill>
                <a:latin typeface="Arial"/>
                <a:ea typeface="Arial"/>
                <a:cs typeface="Arial"/>
              </a:defRPr>
            </a:defPPr>
            <a:lvl1pPr algn="ctr">
              <a:defRPr sz="1425" b="1">
                <a:solidFill>
                  <a:srgbClr val="EDEDF2"/>
                </a:solidFill>
                <a:latin typeface="Arial"/>
                <a:ea typeface="Arial"/>
                <a:cs typeface="Arial"/>
              </a:defRPr>
            </a:lvl1pPr>
            <a:lvl2pPr algn="ctr">
              <a:defRPr sz="1425" b="1">
                <a:solidFill>
                  <a:srgbClr val="EDEDF2"/>
                </a:solidFill>
                <a:latin typeface="Arial"/>
                <a:ea typeface="Arial"/>
                <a:cs typeface="Arial"/>
              </a:defRPr>
            </a:lvl2pPr>
            <a:lvl3pPr algn="ctr">
              <a:defRPr sz="1425" b="1">
                <a:solidFill>
                  <a:srgbClr val="EDEDF2"/>
                </a:solidFill>
                <a:latin typeface="Arial"/>
                <a:ea typeface="Arial"/>
                <a:cs typeface="Arial"/>
              </a:defRPr>
            </a:lvl3pPr>
            <a:lvl4pPr algn="ctr">
              <a:defRPr sz="1425" b="1">
                <a:solidFill>
                  <a:srgbClr val="EDEDF2"/>
                </a:solidFill>
                <a:latin typeface="Arial"/>
                <a:ea typeface="Arial"/>
                <a:cs typeface="Arial"/>
              </a:defRPr>
            </a:lvl4pPr>
            <a:lvl5pPr algn="ctr">
              <a:defRPr sz="1425" b="1">
                <a:solidFill>
                  <a:srgbClr val="EDEDF2"/>
                </a:solidFill>
                <a:latin typeface="Arial"/>
                <a:ea typeface="Arial"/>
                <a:cs typeface="Arial"/>
              </a:defRPr>
            </a:lvl5pPr>
            <a:lvl6pPr algn="ctr">
              <a:defRPr sz="1425" b="1">
                <a:solidFill>
                  <a:srgbClr val="EDEDF2"/>
                </a:solidFill>
                <a:latin typeface="Arial"/>
                <a:ea typeface="Arial"/>
                <a:cs typeface="Arial"/>
              </a:defRPr>
            </a:lvl6pPr>
            <a:lvl7pPr algn="ctr">
              <a:defRPr sz="1425" b="1">
                <a:solidFill>
                  <a:srgbClr val="EDEDF2"/>
                </a:solidFill>
                <a:latin typeface="Arial"/>
                <a:ea typeface="Arial"/>
                <a:cs typeface="Arial"/>
              </a:defRPr>
            </a:lvl7pPr>
            <a:lvl8pPr algn="ctr">
              <a:defRPr sz="1425" b="1">
                <a:solidFill>
                  <a:srgbClr val="EDEDF2"/>
                </a:solidFill>
                <a:latin typeface="Arial"/>
                <a:ea typeface="Arial"/>
                <a:cs typeface="Arial"/>
              </a:defRPr>
            </a:lvl8pPr>
            <a:lvl9pPr algn="ctr">
              <a:defRPr sz="1425" b="1">
                <a:solidFill>
                  <a:srgbClr val="EDEDF2"/>
                </a:solidFill>
                <a:latin typeface="Arial"/>
                <a:ea typeface="Arial"/>
                <a:cs typeface="Arial"/>
              </a:defRPr>
            </a:lvl9pPr>
          </a:lstStyle>
          <a:p>
            <a:pPr algn="ctr">
              <a:lnSpc>
                <a:spcPct val="100000"/>
              </a:lnSpc>
              <a:buNone/>
              <a:defRPr sz="1425" b="1">
                <a:solidFill>
                  <a:srgbClr val="EDEDF2"/>
                </a:solidFill>
                <a:latin typeface="Arial"/>
                <a:ea typeface="Arial"/>
                <a:cs typeface="Arial"/>
              </a:defRPr>
            </a:pPr>
            <a:r>
              <a:rPr sz="1425" b="1">
                <a:solidFill>
                  <a:srgbClr val="EDEDF2"/>
                </a:solidFill>
                <a:latin typeface="Arial"/>
                <a:ea typeface="Arial"/>
                <a:cs typeface="Arial"/>
              </a:rPr>
              <a:t>Asset</a:t>
            </a:r>
          </a:p>
        </p:txBody>
      </p:sp>
      <p:sp>
        <p:nvSpPr>
          <p:cNvPr id="10" name="graph-asset-detail">
            <a:extLst>
              <a:ext uri="{FF2B5EF4-FFF2-40B4-BE49-F238E27FC236}">
                <a16:creationId xmlns:a16="http://schemas.microsoft.com/office/drawing/2014/main" id="{724BC727-5571-49FA-8D8A-14D914F9ABD9}"/>
              </a:ext>
            </a:extLst>
          </p:cNvPr>
          <p:cNvSpPr>
            <a:spLocks noGrp="1"/>
          </p:cNvSpPr>
          <p:nvPr/>
        </p:nvSpPr>
        <p:spPr>
          <a:xfrm>
            <a:off x="838200" y="3495675"/>
            <a:ext cx="1447800" cy="36195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Authorized inventory</a:t>
            </a:r>
          </a:p>
        </p:txBody>
      </p:sp>
      <p:sp>
        <p:nvSpPr>
          <p:cNvPr id="11" name="graph-investigation-surface">
            <a:extLst>
              <a:ext uri="{FF2B5EF4-FFF2-40B4-BE49-F238E27FC236}">
                <a16:creationId xmlns:a16="http://schemas.microsoft.com/office/drawing/2014/main" id="{CA111C08-CE16-4D32-8D75-91D107579B5E}"/>
              </a:ext>
            </a:extLst>
          </p:cNvPr>
          <p:cNvSpPr>
            <a:spLocks noGrp="1"/>
          </p:cNvSpPr>
          <p:nvPr/>
        </p:nvSpPr>
        <p:spPr>
          <a:xfrm>
            <a:off x="2952750" y="1943100"/>
            <a:ext cx="1866900" cy="819150"/>
          </a:xfrm>
          <a:prstGeom prst="roundRect">
            <a:avLst>
              <a:gd name="adj" fmla="val 13953"/>
            </a:avLst>
          </a:prstGeom>
          <a:solidFill>
            <a:srgbClr val="211E38"/>
          </a:solidFill>
          <a:ln w="19050">
            <a:solidFill>
              <a:srgbClr val="8B7CF6"/>
            </a:solidFill>
            <a:prstDash val="solid"/>
          </a:ln>
        </p:spPr>
        <p:txBody>
          <a:bodyPr/>
          <a:lstStyle/>
          <a:p>
            <a:endParaRPr lang="en-IN"/>
          </a:p>
        </p:txBody>
      </p:sp>
      <p:sp>
        <p:nvSpPr>
          <p:cNvPr id="12" name="graph-investigation-heading">
            <a:extLst>
              <a:ext uri="{FF2B5EF4-FFF2-40B4-BE49-F238E27FC236}">
                <a16:creationId xmlns:a16="http://schemas.microsoft.com/office/drawing/2014/main" id="{8098C574-8AC7-4692-B114-28928BD5798A}"/>
              </a:ext>
            </a:extLst>
          </p:cNvPr>
          <p:cNvSpPr>
            <a:spLocks noGrp="1"/>
          </p:cNvSpPr>
          <p:nvPr/>
        </p:nvSpPr>
        <p:spPr>
          <a:xfrm>
            <a:off x="3067050" y="2038350"/>
            <a:ext cx="16383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Investigation</a:t>
            </a:r>
          </a:p>
        </p:txBody>
      </p:sp>
      <p:sp>
        <p:nvSpPr>
          <p:cNvPr id="13" name="graph-investigation-detail">
            <a:extLst>
              <a:ext uri="{FF2B5EF4-FFF2-40B4-BE49-F238E27FC236}">
                <a16:creationId xmlns:a16="http://schemas.microsoft.com/office/drawing/2014/main" id="{3CC3751C-1693-4819-B82A-4220A9906CD2}"/>
              </a:ext>
            </a:extLst>
          </p:cNvPr>
          <p:cNvSpPr>
            <a:spLocks noGrp="1"/>
          </p:cNvSpPr>
          <p:nvPr/>
        </p:nvSpPr>
        <p:spPr>
          <a:xfrm>
            <a:off x="3067050" y="2352675"/>
            <a:ext cx="1638300" cy="36195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Attempts and history</a:t>
            </a:r>
          </a:p>
        </p:txBody>
      </p:sp>
      <p:sp>
        <p:nvSpPr>
          <p:cNvPr id="14" name="graph-software-surface">
            <a:extLst>
              <a:ext uri="{FF2B5EF4-FFF2-40B4-BE49-F238E27FC236}">
                <a16:creationId xmlns:a16="http://schemas.microsoft.com/office/drawing/2014/main" id="{D011182E-90FC-484D-9120-E6A62221A072}"/>
              </a:ext>
            </a:extLst>
          </p:cNvPr>
          <p:cNvSpPr>
            <a:spLocks noGrp="1"/>
          </p:cNvSpPr>
          <p:nvPr/>
        </p:nvSpPr>
        <p:spPr>
          <a:xfrm>
            <a:off x="2952750" y="4210050"/>
            <a:ext cx="1866900" cy="819150"/>
          </a:xfrm>
          <a:prstGeom prst="roundRect">
            <a:avLst>
              <a:gd name="adj" fmla="val 13953"/>
            </a:avLst>
          </a:prstGeom>
          <a:solidFill>
            <a:srgbClr val="13232C"/>
          </a:solidFill>
          <a:ln w="19050">
            <a:solidFill>
              <a:srgbClr val="3DE8FF"/>
            </a:solidFill>
            <a:prstDash val="solid"/>
          </a:ln>
        </p:spPr>
        <p:txBody>
          <a:bodyPr/>
          <a:lstStyle/>
          <a:p>
            <a:endParaRPr lang="en-IN"/>
          </a:p>
        </p:txBody>
      </p:sp>
      <p:sp>
        <p:nvSpPr>
          <p:cNvPr id="15" name="graph-software-heading">
            <a:extLst>
              <a:ext uri="{FF2B5EF4-FFF2-40B4-BE49-F238E27FC236}">
                <a16:creationId xmlns:a16="http://schemas.microsoft.com/office/drawing/2014/main" id="{1FAA5D44-A63F-4127-8788-559F9BF017E2}"/>
              </a:ext>
            </a:extLst>
          </p:cNvPr>
          <p:cNvSpPr>
            <a:spLocks noGrp="1"/>
          </p:cNvSpPr>
          <p:nvPr/>
        </p:nvSpPr>
        <p:spPr>
          <a:xfrm>
            <a:off x="3067050" y="4305300"/>
            <a:ext cx="16383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Software / CVE</a:t>
            </a:r>
          </a:p>
        </p:txBody>
      </p:sp>
      <p:sp>
        <p:nvSpPr>
          <p:cNvPr id="16" name="graph-software-detail">
            <a:extLst>
              <a:ext uri="{FF2B5EF4-FFF2-40B4-BE49-F238E27FC236}">
                <a16:creationId xmlns:a16="http://schemas.microsoft.com/office/drawing/2014/main" id="{8A0E621E-817F-4359-A54B-D4161862C6AB}"/>
              </a:ext>
            </a:extLst>
          </p:cNvPr>
          <p:cNvSpPr>
            <a:spLocks noGrp="1"/>
          </p:cNvSpPr>
          <p:nvPr/>
        </p:nvSpPr>
        <p:spPr>
          <a:xfrm>
            <a:off x="3067050" y="4619625"/>
            <a:ext cx="1638300" cy="36195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Versioned component data</a:t>
            </a:r>
          </a:p>
        </p:txBody>
      </p:sp>
      <p:sp>
        <p:nvSpPr>
          <p:cNvPr id="17" name="graph-evidence-surface">
            <a:extLst>
              <a:ext uri="{FF2B5EF4-FFF2-40B4-BE49-F238E27FC236}">
                <a16:creationId xmlns:a16="http://schemas.microsoft.com/office/drawing/2014/main" id="{F49F431B-78D1-46C4-9203-FE2F6C536ACE}"/>
              </a:ext>
            </a:extLst>
          </p:cNvPr>
          <p:cNvSpPr>
            <a:spLocks noGrp="1"/>
          </p:cNvSpPr>
          <p:nvPr/>
        </p:nvSpPr>
        <p:spPr>
          <a:xfrm>
            <a:off x="5334000" y="3086100"/>
            <a:ext cx="1952625" cy="819150"/>
          </a:xfrm>
          <a:prstGeom prst="roundRect">
            <a:avLst>
              <a:gd name="adj" fmla="val 13953"/>
            </a:avLst>
          </a:prstGeom>
          <a:solidFill>
            <a:srgbClr val="211E38"/>
          </a:solidFill>
          <a:ln w="19050">
            <a:solidFill>
              <a:srgbClr val="8B7CF6"/>
            </a:solidFill>
            <a:prstDash val="solid"/>
          </a:ln>
        </p:spPr>
        <p:txBody>
          <a:bodyPr/>
          <a:lstStyle/>
          <a:p>
            <a:endParaRPr lang="en-IN"/>
          </a:p>
        </p:txBody>
      </p:sp>
      <p:sp>
        <p:nvSpPr>
          <p:cNvPr id="18" name="graph-evidence-heading">
            <a:extLst>
              <a:ext uri="{FF2B5EF4-FFF2-40B4-BE49-F238E27FC236}">
                <a16:creationId xmlns:a16="http://schemas.microsoft.com/office/drawing/2014/main" id="{CC07D75D-B272-4472-85F1-CECE87F4E8C2}"/>
              </a:ext>
            </a:extLst>
          </p:cNvPr>
          <p:cNvSpPr>
            <a:spLocks noGrp="1"/>
          </p:cNvSpPr>
          <p:nvPr/>
        </p:nvSpPr>
        <p:spPr>
          <a:xfrm>
            <a:off x="5448300" y="3181350"/>
            <a:ext cx="1724025"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Evidence snapshot</a:t>
            </a:r>
          </a:p>
        </p:txBody>
      </p:sp>
      <p:sp>
        <p:nvSpPr>
          <p:cNvPr id="19" name="graph-evidence-detail">
            <a:extLst>
              <a:ext uri="{FF2B5EF4-FFF2-40B4-BE49-F238E27FC236}">
                <a16:creationId xmlns:a16="http://schemas.microsoft.com/office/drawing/2014/main" id="{44650986-791B-4D4B-AE01-583D21449665}"/>
              </a:ext>
            </a:extLst>
          </p:cNvPr>
          <p:cNvSpPr>
            <a:spLocks noGrp="1"/>
          </p:cNvSpPr>
          <p:nvPr/>
        </p:nvSpPr>
        <p:spPr>
          <a:xfrm>
            <a:off x="5448300" y="3495675"/>
            <a:ext cx="1724025" cy="36195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Source, time, and status</a:t>
            </a:r>
          </a:p>
        </p:txBody>
      </p:sp>
      <p:sp>
        <p:nvSpPr>
          <p:cNvPr id="20" name="graph-finding-surface">
            <a:extLst>
              <a:ext uri="{FF2B5EF4-FFF2-40B4-BE49-F238E27FC236}">
                <a16:creationId xmlns:a16="http://schemas.microsoft.com/office/drawing/2014/main" id="{52F423D7-D371-4AAA-A30A-D31073C88E8E}"/>
              </a:ext>
            </a:extLst>
          </p:cNvPr>
          <p:cNvSpPr>
            <a:spLocks noGrp="1"/>
          </p:cNvSpPr>
          <p:nvPr/>
        </p:nvSpPr>
        <p:spPr>
          <a:xfrm>
            <a:off x="7953375" y="1943100"/>
            <a:ext cx="1866900" cy="819150"/>
          </a:xfrm>
          <a:prstGeom prst="roundRect">
            <a:avLst>
              <a:gd name="adj" fmla="val 13953"/>
            </a:avLst>
          </a:prstGeom>
          <a:solidFill>
            <a:srgbClr val="13232C"/>
          </a:solidFill>
          <a:ln w="19050">
            <a:solidFill>
              <a:srgbClr val="3DE8FF"/>
            </a:solidFill>
            <a:prstDash val="solid"/>
          </a:ln>
        </p:spPr>
        <p:txBody>
          <a:bodyPr/>
          <a:lstStyle/>
          <a:p>
            <a:endParaRPr lang="en-IN"/>
          </a:p>
        </p:txBody>
      </p:sp>
      <p:sp>
        <p:nvSpPr>
          <p:cNvPr id="21" name="graph-finding-heading">
            <a:extLst>
              <a:ext uri="{FF2B5EF4-FFF2-40B4-BE49-F238E27FC236}">
                <a16:creationId xmlns:a16="http://schemas.microsoft.com/office/drawing/2014/main" id="{272CC5F6-65AC-4AE3-9A93-BCE88257BE2E}"/>
              </a:ext>
            </a:extLst>
          </p:cNvPr>
          <p:cNvSpPr>
            <a:spLocks noGrp="1"/>
          </p:cNvSpPr>
          <p:nvPr/>
        </p:nvSpPr>
        <p:spPr>
          <a:xfrm>
            <a:off x="8067675" y="2038350"/>
            <a:ext cx="16383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Finding review</a:t>
            </a:r>
          </a:p>
        </p:txBody>
      </p:sp>
      <p:sp>
        <p:nvSpPr>
          <p:cNvPr id="22" name="graph-finding-detail">
            <a:extLst>
              <a:ext uri="{FF2B5EF4-FFF2-40B4-BE49-F238E27FC236}">
                <a16:creationId xmlns:a16="http://schemas.microsoft.com/office/drawing/2014/main" id="{C8C0329E-B6B6-43D8-8612-13448D6FE9D8}"/>
              </a:ext>
            </a:extLst>
          </p:cNvPr>
          <p:cNvSpPr>
            <a:spLocks noGrp="1"/>
          </p:cNvSpPr>
          <p:nvPr/>
        </p:nvSpPr>
        <p:spPr>
          <a:xfrm>
            <a:off x="8067675" y="2352675"/>
            <a:ext cx="1638300" cy="36195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Candidate + applicability</a:t>
            </a:r>
          </a:p>
        </p:txBody>
      </p:sp>
      <p:sp>
        <p:nvSpPr>
          <p:cNvPr id="23" name="graph-incident-surface">
            <a:extLst>
              <a:ext uri="{FF2B5EF4-FFF2-40B4-BE49-F238E27FC236}">
                <a16:creationId xmlns:a16="http://schemas.microsoft.com/office/drawing/2014/main" id="{3A995744-A520-4EC5-88F9-5723B1AE50AE}"/>
              </a:ext>
            </a:extLst>
          </p:cNvPr>
          <p:cNvSpPr>
            <a:spLocks noGrp="1"/>
          </p:cNvSpPr>
          <p:nvPr/>
        </p:nvSpPr>
        <p:spPr>
          <a:xfrm>
            <a:off x="7953375" y="4210050"/>
            <a:ext cx="1866900" cy="819150"/>
          </a:xfrm>
          <a:prstGeom prst="roundRect">
            <a:avLst>
              <a:gd name="adj" fmla="val 13953"/>
            </a:avLst>
          </a:prstGeom>
          <a:solidFill>
            <a:srgbClr val="211E38"/>
          </a:solidFill>
          <a:ln w="19050">
            <a:solidFill>
              <a:srgbClr val="8B7CF6"/>
            </a:solidFill>
            <a:prstDash val="solid"/>
          </a:ln>
        </p:spPr>
        <p:txBody>
          <a:bodyPr/>
          <a:lstStyle/>
          <a:p>
            <a:endParaRPr lang="en-IN"/>
          </a:p>
        </p:txBody>
      </p:sp>
      <p:sp>
        <p:nvSpPr>
          <p:cNvPr id="24" name="graph-incident-heading">
            <a:extLst>
              <a:ext uri="{FF2B5EF4-FFF2-40B4-BE49-F238E27FC236}">
                <a16:creationId xmlns:a16="http://schemas.microsoft.com/office/drawing/2014/main" id="{FADA0A15-3B0A-4D81-B611-6627F4362C2E}"/>
              </a:ext>
            </a:extLst>
          </p:cNvPr>
          <p:cNvSpPr>
            <a:spLocks noGrp="1"/>
          </p:cNvSpPr>
          <p:nvPr/>
        </p:nvSpPr>
        <p:spPr>
          <a:xfrm>
            <a:off x="8067675" y="4305300"/>
            <a:ext cx="16383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Incident / task</a:t>
            </a:r>
          </a:p>
        </p:txBody>
      </p:sp>
      <p:sp>
        <p:nvSpPr>
          <p:cNvPr id="25" name="graph-incident-detail">
            <a:extLst>
              <a:ext uri="{FF2B5EF4-FFF2-40B4-BE49-F238E27FC236}">
                <a16:creationId xmlns:a16="http://schemas.microsoft.com/office/drawing/2014/main" id="{F6EB01C1-2AE7-4BE7-8D2D-50D612F4A953}"/>
              </a:ext>
            </a:extLst>
          </p:cNvPr>
          <p:cNvSpPr>
            <a:spLocks noGrp="1"/>
          </p:cNvSpPr>
          <p:nvPr/>
        </p:nvSpPr>
        <p:spPr>
          <a:xfrm>
            <a:off x="8067675" y="4619625"/>
            <a:ext cx="1638300" cy="36195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Response work</a:t>
            </a:r>
          </a:p>
        </p:txBody>
      </p:sp>
      <p:sp>
        <p:nvSpPr>
          <p:cNvPr id="26" name="graph-report-surface">
            <a:extLst>
              <a:ext uri="{FF2B5EF4-FFF2-40B4-BE49-F238E27FC236}">
                <a16:creationId xmlns:a16="http://schemas.microsoft.com/office/drawing/2014/main" id="{88217615-4E6E-41BE-BF57-A67B152EAC77}"/>
              </a:ext>
            </a:extLst>
          </p:cNvPr>
          <p:cNvSpPr>
            <a:spLocks noGrp="1"/>
          </p:cNvSpPr>
          <p:nvPr/>
        </p:nvSpPr>
        <p:spPr>
          <a:xfrm>
            <a:off x="5334000" y="4810125"/>
            <a:ext cx="1952625" cy="685800"/>
          </a:xfrm>
          <a:prstGeom prst="roundRect">
            <a:avLst>
              <a:gd name="adj" fmla="val 16667"/>
            </a:avLst>
          </a:prstGeom>
          <a:solidFill>
            <a:srgbClr val="13232C"/>
          </a:solidFill>
          <a:ln w="19050">
            <a:solidFill>
              <a:srgbClr val="3DE8FF"/>
            </a:solidFill>
            <a:prstDash val="solid"/>
          </a:ln>
        </p:spPr>
        <p:txBody>
          <a:bodyPr/>
          <a:lstStyle/>
          <a:p>
            <a:endParaRPr lang="en-IN"/>
          </a:p>
        </p:txBody>
      </p:sp>
      <p:sp>
        <p:nvSpPr>
          <p:cNvPr id="27" name="graph-report-heading">
            <a:extLst>
              <a:ext uri="{FF2B5EF4-FFF2-40B4-BE49-F238E27FC236}">
                <a16:creationId xmlns:a16="http://schemas.microsoft.com/office/drawing/2014/main" id="{33A81EA4-2B46-4C73-BC93-E1B9E74756F0}"/>
              </a:ext>
            </a:extLst>
          </p:cNvPr>
          <p:cNvSpPr>
            <a:spLocks noGrp="1"/>
          </p:cNvSpPr>
          <p:nvPr/>
        </p:nvSpPr>
        <p:spPr>
          <a:xfrm>
            <a:off x="5448300" y="4905375"/>
            <a:ext cx="1724025"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Saved report</a:t>
            </a:r>
          </a:p>
        </p:txBody>
      </p:sp>
      <p:sp>
        <p:nvSpPr>
          <p:cNvPr id="28" name="graph-report-detail">
            <a:extLst>
              <a:ext uri="{FF2B5EF4-FFF2-40B4-BE49-F238E27FC236}">
                <a16:creationId xmlns:a16="http://schemas.microsoft.com/office/drawing/2014/main" id="{B806A37D-31C9-457E-B725-B9828B839615}"/>
              </a:ext>
            </a:extLst>
          </p:cNvPr>
          <p:cNvSpPr>
            <a:spLocks noGrp="1"/>
          </p:cNvSpPr>
          <p:nvPr/>
        </p:nvSpPr>
        <p:spPr>
          <a:xfrm>
            <a:off x="5448300" y="5219700"/>
            <a:ext cx="1724025" cy="2286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Point-in-time snapshot</a:t>
            </a:r>
          </a:p>
        </p:txBody>
      </p:sp>
      <p:sp>
        <p:nvSpPr>
          <p:cNvPr id="37" name="graph-note-bg">
            <a:extLst>
              <a:ext uri="{FF2B5EF4-FFF2-40B4-BE49-F238E27FC236}">
                <a16:creationId xmlns:a16="http://schemas.microsoft.com/office/drawing/2014/main" id="{134FAFE9-C1EE-4081-B78B-54DFDB4C757C}"/>
              </a:ext>
            </a:extLst>
          </p:cNvPr>
          <p:cNvSpPr>
            <a:spLocks noGrp="1"/>
          </p:cNvSpPr>
          <p:nvPr/>
        </p:nvSpPr>
        <p:spPr>
          <a:xfrm>
            <a:off x="723900" y="5648325"/>
            <a:ext cx="10744200" cy="381000"/>
          </a:xfrm>
          <a:prstGeom prst="roundRect">
            <a:avLst>
              <a:gd name="adj" fmla="val 25000"/>
            </a:avLst>
          </a:prstGeom>
          <a:solidFill>
            <a:srgbClr val="14141C"/>
          </a:solidFill>
          <a:ln w="9525">
            <a:solidFill>
              <a:srgbClr val="2A2A38"/>
            </a:solidFill>
            <a:prstDash val="solid"/>
          </a:ln>
        </p:spPr>
        <p:txBody>
          <a:bodyPr/>
          <a:lstStyle/>
          <a:p>
            <a:endParaRPr lang="en-IN"/>
          </a:p>
        </p:txBody>
      </p:sp>
      <p:sp>
        <p:nvSpPr>
          <p:cNvPr id="38" name="graph-note">
            <a:extLst>
              <a:ext uri="{FF2B5EF4-FFF2-40B4-BE49-F238E27FC236}">
                <a16:creationId xmlns:a16="http://schemas.microsoft.com/office/drawing/2014/main" id="{A8DDCDB4-59B2-44CE-BEFE-09C31CC2ED12}"/>
              </a:ext>
            </a:extLst>
          </p:cNvPr>
          <p:cNvSpPr>
            <a:spLocks noGrp="1"/>
          </p:cNvSpPr>
          <p:nvPr/>
        </p:nvSpPr>
        <p:spPr>
          <a:xfrm>
            <a:off x="876300" y="5695950"/>
            <a:ext cx="10439400" cy="285750"/>
          </a:xfrm>
          <a:prstGeom prst="rect">
            <a:avLst/>
          </a:prstGeom>
          <a:noFill/>
          <a:ln w="0">
            <a:noFill/>
            <a:prstDash val="solid"/>
          </a:ln>
        </p:spPr>
        <p:txBody>
          <a:bodyPr wrap="square" lIns="0" tIns="0" rIns="0" bIns="0" anchor="ctr">
            <a:normAutofit/>
          </a:bodyPr>
          <a:lstStyle>
            <a:defPPr algn="ctr">
              <a:defRPr sz="1275" b="1">
                <a:solidFill>
                  <a:srgbClr val="3DE8FF"/>
                </a:solidFill>
                <a:latin typeface="Arial"/>
                <a:ea typeface="Arial"/>
                <a:cs typeface="Arial"/>
              </a:defRPr>
            </a:defPPr>
            <a:lvl1pPr algn="ctr">
              <a:defRPr sz="1275" b="1">
                <a:solidFill>
                  <a:srgbClr val="3DE8FF"/>
                </a:solidFill>
                <a:latin typeface="Arial"/>
                <a:ea typeface="Arial"/>
                <a:cs typeface="Arial"/>
              </a:defRPr>
            </a:lvl1pPr>
            <a:lvl2pPr algn="ctr">
              <a:defRPr sz="1275" b="1">
                <a:solidFill>
                  <a:srgbClr val="3DE8FF"/>
                </a:solidFill>
                <a:latin typeface="Arial"/>
                <a:ea typeface="Arial"/>
                <a:cs typeface="Arial"/>
              </a:defRPr>
            </a:lvl2pPr>
            <a:lvl3pPr algn="ctr">
              <a:defRPr sz="1275" b="1">
                <a:solidFill>
                  <a:srgbClr val="3DE8FF"/>
                </a:solidFill>
                <a:latin typeface="Arial"/>
                <a:ea typeface="Arial"/>
                <a:cs typeface="Arial"/>
              </a:defRPr>
            </a:lvl3pPr>
            <a:lvl4pPr algn="ctr">
              <a:defRPr sz="1275" b="1">
                <a:solidFill>
                  <a:srgbClr val="3DE8FF"/>
                </a:solidFill>
                <a:latin typeface="Arial"/>
                <a:ea typeface="Arial"/>
                <a:cs typeface="Arial"/>
              </a:defRPr>
            </a:lvl4pPr>
            <a:lvl5pPr algn="ctr">
              <a:defRPr sz="1275" b="1">
                <a:solidFill>
                  <a:srgbClr val="3DE8FF"/>
                </a:solidFill>
                <a:latin typeface="Arial"/>
                <a:ea typeface="Arial"/>
                <a:cs typeface="Arial"/>
              </a:defRPr>
            </a:lvl5pPr>
            <a:lvl6pPr algn="ctr">
              <a:defRPr sz="1275" b="1">
                <a:solidFill>
                  <a:srgbClr val="3DE8FF"/>
                </a:solidFill>
                <a:latin typeface="Arial"/>
                <a:ea typeface="Arial"/>
                <a:cs typeface="Arial"/>
              </a:defRPr>
            </a:lvl6pPr>
            <a:lvl7pPr algn="ctr">
              <a:defRPr sz="1275" b="1">
                <a:solidFill>
                  <a:srgbClr val="3DE8FF"/>
                </a:solidFill>
                <a:latin typeface="Arial"/>
                <a:ea typeface="Arial"/>
                <a:cs typeface="Arial"/>
              </a:defRPr>
            </a:lvl7pPr>
            <a:lvl8pPr algn="ctr">
              <a:defRPr sz="1275" b="1">
                <a:solidFill>
                  <a:srgbClr val="3DE8FF"/>
                </a:solidFill>
                <a:latin typeface="Arial"/>
                <a:ea typeface="Arial"/>
                <a:cs typeface="Arial"/>
              </a:defRPr>
            </a:lvl8pPr>
            <a:lvl9pPr algn="ctr">
              <a:defRPr sz="1275" b="1">
                <a:solidFill>
                  <a:srgbClr val="3DE8FF"/>
                </a:solidFill>
                <a:latin typeface="Arial"/>
                <a:ea typeface="Arial"/>
                <a:cs typeface="Arial"/>
              </a:defRPr>
            </a:lvl9pPr>
          </a:lstStyle>
          <a:p>
            <a:pPr algn="ctr">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Every relationship points to evidence; this is a PostgreSQL projection, not a separate graph database.</a:t>
            </a:r>
          </a:p>
        </p:txBody>
      </p:sp>
    </p:spTree>
    <p:extLst>
      <p:ext uri="{BB962C8B-B14F-4D97-AF65-F5344CB8AC3E}">
        <p14:creationId xmlns:p14="http://schemas.microsoft.com/office/powerpoint/2010/main" val="439522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9" name="slide-9-title">
            <a:extLst>
              <a:ext uri="{FF2B5EF4-FFF2-40B4-BE49-F238E27FC236}">
                <a16:creationId xmlns:a16="http://schemas.microsoft.com/office/drawing/2014/main" id="{FEF4919E-46E3-4CAC-8786-D9E8C598D50C}"/>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Technology stack</a:t>
            </a:r>
          </a:p>
        </p:txBody>
      </p:sp>
      <p:sp>
        <p:nvSpPr>
          <p:cNvPr id="2" name="slide-9-accent-blue">
            <a:extLst>
              <a:ext uri="{FF2B5EF4-FFF2-40B4-BE49-F238E27FC236}">
                <a16:creationId xmlns:a16="http://schemas.microsoft.com/office/drawing/2014/main" id="{5D46A506-2A59-4D30-A985-7EBE3098E9A1}"/>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9-accent-iris">
            <a:extLst>
              <a:ext uri="{FF2B5EF4-FFF2-40B4-BE49-F238E27FC236}">
                <a16:creationId xmlns:a16="http://schemas.microsoft.com/office/drawing/2014/main" id="{FE52196C-9AD6-4641-98F1-FF23919B36C7}"/>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9-subtitle">
            <a:extLst>
              <a:ext uri="{FF2B5EF4-FFF2-40B4-BE49-F238E27FC236}">
                <a16:creationId xmlns:a16="http://schemas.microsoft.com/office/drawing/2014/main" id="{51C1DD3C-504D-45B4-A47B-EC2C04FCAF5C}"/>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Containerized local services keep the interface, API, storage, and workers separate.</a:t>
            </a:r>
          </a:p>
        </p:txBody>
      </p:sp>
      <p:sp>
        <p:nvSpPr>
          <p:cNvPr id="5" name="slide-9-footer-rule">
            <a:extLst>
              <a:ext uri="{FF2B5EF4-FFF2-40B4-BE49-F238E27FC236}">
                <a16:creationId xmlns:a16="http://schemas.microsoft.com/office/drawing/2014/main" id="{80D2EE09-F087-4F51-80DA-7136BD1A71FE}"/>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9-footer">
            <a:extLst>
              <a:ext uri="{FF2B5EF4-FFF2-40B4-BE49-F238E27FC236}">
                <a16:creationId xmlns:a16="http://schemas.microsoft.com/office/drawing/2014/main" id="{33E4854B-FFA8-4DA4-9AC7-DDACBE7CE2EF}"/>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9-page">
            <a:extLst>
              <a:ext uri="{FF2B5EF4-FFF2-40B4-BE49-F238E27FC236}">
                <a16:creationId xmlns:a16="http://schemas.microsoft.com/office/drawing/2014/main" id="{A91B9C3A-EA70-4A90-BE27-CD10B7FBF158}"/>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09</a:t>
            </a:r>
          </a:p>
        </p:txBody>
      </p:sp>
      <p:sp>
        <p:nvSpPr>
          <p:cNvPr id="8" name="stack-label-0">
            <a:extLst>
              <a:ext uri="{FF2B5EF4-FFF2-40B4-BE49-F238E27FC236}">
                <a16:creationId xmlns:a16="http://schemas.microsoft.com/office/drawing/2014/main" id="{0BBDE462-51F8-47D5-A1CD-85806BAC1258}"/>
              </a:ext>
            </a:extLst>
          </p:cNvPr>
          <p:cNvSpPr>
            <a:spLocks noGrp="1"/>
          </p:cNvSpPr>
          <p:nvPr/>
        </p:nvSpPr>
        <p:spPr>
          <a:xfrm>
            <a:off x="723900" y="1724025"/>
            <a:ext cx="2000250" cy="333375"/>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Frontend</a:t>
            </a:r>
          </a:p>
        </p:txBody>
      </p:sp>
      <p:sp>
        <p:nvSpPr>
          <p:cNvPr id="9" name="stack-tech-0">
            <a:extLst>
              <a:ext uri="{FF2B5EF4-FFF2-40B4-BE49-F238E27FC236}">
                <a16:creationId xmlns:a16="http://schemas.microsoft.com/office/drawing/2014/main" id="{583C4C1A-21C4-43E4-A481-76F4C9B9B887}"/>
              </a:ext>
            </a:extLst>
          </p:cNvPr>
          <p:cNvSpPr>
            <a:spLocks noGrp="1"/>
          </p:cNvSpPr>
          <p:nvPr/>
        </p:nvSpPr>
        <p:spPr>
          <a:xfrm>
            <a:off x="2857500" y="1724025"/>
            <a:ext cx="5619750" cy="333375"/>
          </a:xfrm>
          <a:prstGeom prst="rect">
            <a:avLst/>
          </a:prstGeom>
          <a:noFill/>
          <a:ln w="0">
            <a:noFill/>
            <a:prstDash val="solid"/>
          </a:ln>
        </p:spPr>
        <p:txBody>
          <a:bodyPr wrap="square" lIns="0" tIns="0" rIns="0" bIns="0" anchor="ctr">
            <a:normAutofit/>
          </a:bodyPr>
          <a:lstStyle>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React 18 · TypeScript · Vite · Nginx</a:t>
            </a:r>
          </a:p>
        </p:txBody>
      </p:sp>
      <p:sp>
        <p:nvSpPr>
          <p:cNvPr id="10" name="stack-role-0">
            <a:extLst>
              <a:ext uri="{FF2B5EF4-FFF2-40B4-BE49-F238E27FC236}">
                <a16:creationId xmlns:a16="http://schemas.microsoft.com/office/drawing/2014/main" id="{8D6CC932-D39A-4A07-B879-7D8D885C5C77}"/>
              </a:ext>
            </a:extLst>
          </p:cNvPr>
          <p:cNvSpPr>
            <a:spLocks noGrp="1"/>
          </p:cNvSpPr>
          <p:nvPr/>
        </p:nvSpPr>
        <p:spPr>
          <a:xfrm>
            <a:off x="2857500" y="2095500"/>
            <a:ext cx="7429500" cy="276225"/>
          </a:xfrm>
          <a:prstGeom prst="rect">
            <a:avLst/>
          </a:prstGeom>
          <a:noFill/>
          <a:ln w="0">
            <a:noFill/>
            <a:prstDash val="solid"/>
          </a:ln>
        </p:spPr>
        <p:txBody>
          <a:bodyPr wrap="square" lIns="0" tIns="0" rIns="0" bIns="0" anchor="ctr">
            <a:normAutofit/>
          </a:bodyPr>
          <a:lstStyle>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Analyst interface and static delivery</a:t>
            </a:r>
          </a:p>
        </p:txBody>
      </p:sp>
      <p:sp>
        <p:nvSpPr>
          <p:cNvPr id="11" name="stack-rule-0">
            <a:extLst>
              <a:ext uri="{FF2B5EF4-FFF2-40B4-BE49-F238E27FC236}">
                <a16:creationId xmlns:a16="http://schemas.microsoft.com/office/drawing/2014/main" id="{84712F02-457D-41DD-8AC2-F4EEE2E32973}"/>
              </a:ext>
            </a:extLst>
          </p:cNvPr>
          <p:cNvSpPr>
            <a:spLocks noGrp="1"/>
          </p:cNvSpPr>
          <p:nvPr/>
        </p:nvSpPr>
        <p:spPr>
          <a:xfrm>
            <a:off x="723900" y="2466975"/>
            <a:ext cx="10668000" cy="9525"/>
          </a:xfrm>
          <a:prstGeom prst="rect">
            <a:avLst/>
          </a:prstGeom>
          <a:solidFill>
            <a:srgbClr val="2A2A38"/>
          </a:solidFill>
          <a:ln w="0">
            <a:noFill/>
            <a:prstDash val="solid"/>
          </a:ln>
        </p:spPr>
        <p:txBody>
          <a:bodyPr/>
          <a:lstStyle/>
          <a:p>
            <a:endParaRPr lang="en-IN"/>
          </a:p>
        </p:txBody>
      </p:sp>
      <p:sp>
        <p:nvSpPr>
          <p:cNvPr id="12" name="stack-label-1">
            <a:extLst>
              <a:ext uri="{FF2B5EF4-FFF2-40B4-BE49-F238E27FC236}">
                <a16:creationId xmlns:a16="http://schemas.microsoft.com/office/drawing/2014/main" id="{5EEBB4C9-FC36-49C8-9F10-066E456C96EF}"/>
              </a:ext>
            </a:extLst>
          </p:cNvPr>
          <p:cNvSpPr>
            <a:spLocks noGrp="1"/>
          </p:cNvSpPr>
          <p:nvPr/>
        </p:nvSpPr>
        <p:spPr>
          <a:xfrm>
            <a:off x="723900" y="2581275"/>
            <a:ext cx="2000250" cy="333375"/>
          </a:xfrm>
          <a:prstGeom prst="rect">
            <a:avLst/>
          </a:prstGeom>
          <a:noFill/>
          <a:ln w="0">
            <a:noFill/>
            <a:prstDash val="solid"/>
          </a:ln>
        </p:spPr>
        <p:txBody>
          <a:bodyPr wrap="square" lIns="0" tIns="0" rIns="0" bIns="0" anchor="ctr">
            <a:normAutofit/>
          </a:bodyPr>
          <a:lstStyle>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API</a:t>
            </a:r>
          </a:p>
        </p:txBody>
      </p:sp>
      <p:sp>
        <p:nvSpPr>
          <p:cNvPr id="13" name="stack-tech-1">
            <a:extLst>
              <a:ext uri="{FF2B5EF4-FFF2-40B4-BE49-F238E27FC236}">
                <a16:creationId xmlns:a16="http://schemas.microsoft.com/office/drawing/2014/main" id="{C2D30CA1-A460-47EC-8AA6-CBFF536670AB}"/>
              </a:ext>
            </a:extLst>
          </p:cNvPr>
          <p:cNvSpPr>
            <a:spLocks noGrp="1"/>
          </p:cNvSpPr>
          <p:nvPr/>
        </p:nvSpPr>
        <p:spPr>
          <a:xfrm>
            <a:off x="2857500" y="2581275"/>
            <a:ext cx="5619750" cy="333375"/>
          </a:xfrm>
          <a:prstGeom prst="rect">
            <a:avLst/>
          </a:prstGeom>
          <a:noFill/>
          <a:ln w="0">
            <a:noFill/>
            <a:prstDash val="solid"/>
          </a:ln>
        </p:spPr>
        <p:txBody>
          <a:bodyPr wrap="square" lIns="0" tIns="0" rIns="0" bIns="0" anchor="ctr">
            <a:normAutofit/>
          </a:bodyPr>
          <a:lstStyle>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Python 3.12 · FastAPI · Uvicorn</a:t>
            </a:r>
          </a:p>
        </p:txBody>
      </p:sp>
      <p:sp>
        <p:nvSpPr>
          <p:cNvPr id="14" name="stack-role-1">
            <a:extLst>
              <a:ext uri="{FF2B5EF4-FFF2-40B4-BE49-F238E27FC236}">
                <a16:creationId xmlns:a16="http://schemas.microsoft.com/office/drawing/2014/main" id="{C0F019E3-71A4-4D5A-92B3-5A22C838ED86}"/>
              </a:ext>
            </a:extLst>
          </p:cNvPr>
          <p:cNvSpPr>
            <a:spLocks noGrp="1"/>
          </p:cNvSpPr>
          <p:nvPr/>
        </p:nvSpPr>
        <p:spPr>
          <a:xfrm>
            <a:off x="2857500" y="2952750"/>
            <a:ext cx="7429500" cy="276225"/>
          </a:xfrm>
          <a:prstGeom prst="rect">
            <a:avLst/>
          </a:prstGeom>
          <a:noFill/>
          <a:ln w="0">
            <a:noFill/>
            <a:prstDash val="solid"/>
          </a:ln>
        </p:spPr>
        <p:txBody>
          <a:bodyPr wrap="square" lIns="0" tIns="0" rIns="0" bIns="0" anchor="ctr">
            <a:normAutofit/>
          </a:bodyPr>
          <a:lstStyle>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Authenticated endpoints, validation, health, reports</a:t>
            </a:r>
          </a:p>
        </p:txBody>
      </p:sp>
      <p:sp>
        <p:nvSpPr>
          <p:cNvPr id="15" name="stack-rule-1">
            <a:extLst>
              <a:ext uri="{FF2B5EF4-FFF2-40B4-BE49-F238E27FC236}">
                <a16:creationId xmlns:a16="http://schemas.microsoft.com/office/drawing/2014/main" id="{1E400BA7-383C-4728-A47B-DF1A133C09DB}"/>
              </a:ext>
            </a:extLst>
          </p:cNvPr>
          <p:cNvSpPr>
            <a:spLocks noGrp="1"/>
          </p:cNvSpPr>
          <p:nvPr/>
        </p:nvSpPr>
        <p:spPr>
          <a:xfrm>
            <a:off x="723900" y="3324225"/>
            <a:ext cx="10668000" cy="9525"/>
          </a:xfrm>
          <a:prstGeom prst="rect">
            <a:avLst/>
          </a:prstGeom>
          <a:solidFill>
            <a:srgbClr val="2A2A38"/>
          </a:solidFill>
          <a:ln w="0">
            <a:noFill/>
            <a:prstDash val="solid"/>
          </a:ln>
        </p:spPr>
        <p:txBody>
          <a:bodyPr/>
          <a:lstStyle/>
          <a:p>
            <a:endParaRPr lang="en-IN"/>
          </a:p>
        </p:txBody>
      </p:sp>
      <p:sp>
        <p:nvSpPr>
          <p:cNvPr id="16" name="stack-label-2">
            <a:extLst>
              <a:ext uri="{FF2B5EF4-FFF2-40B4-BE49-F238E27FC236}">
                <a16:creationId xmlns:a16="http://schemas.microsoft.com/office/drawing/2014/main" id="{C556D049-7A62-4BC6-A5D0-7296FF78F3E0}"/>
              </a:ext>
            </a:extLst>
          </p:cNvPr>
          <p:cNvSpPr>
            <a:spLocks noGrp="1"/>
          </p:cNvSpPr>
          <p:nvPr/>
        </p:nvSpPr>
        <p:spPr>
          <a:xfrm>
            <a:off x="723900" y="3438525"/>
            <a:ext cx="2000250" cy="333375"/>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Persistence</a:t>
            </a:r>
          </a:p>
        </p:txBody>
      </p:sp>
      <p:sp>
        <p:nvSpPr>
          <p:cNvPr id="17" name="stack-tech-2">
            <a:extLst>
              <a:ext uri="{FF2B5EF4-FFF2-40B4-BE49-F238E27FC236}">
                <a16:creationId xmlns:a16="http://schemas.microsoft.com/office/drawing/2014/main" id="{7AA68972-2946-40B3-8744-1DC4FBAA23E8}"/>
              </a:ext>
            </a:extLst>
          </p:cNvPr>
          <p:cNvSpPr>
            <a:spLocks noGrp="1"/>
          </p:cNvSpPr>
          <p:nvPr/>
        </p:nvSpPr>
        <p:spPr>
          <a:xfrm>
            <a:off x="2857500" y="3438525"/>
            <a:ext cx="5619750" cy="333375"/>
          </a:xfrm>
          <a:prstGeom prst="rect">
            <a:avLst/>
          </a:prstGeom>
          <a:noFill/>
          <a:ln w="0">
            <a:noFill/>
            <a:prstDash val="solid"/>
          </a:ln>
        </p:spPr>
        <p:txBody>
          <a:bodyPr wrap="square" lIns="0" tIns="0" rIns="0" bIns="0" anchor="ctr">
            <a:normAutofit/>
          </a:bodyPr>
          <a:lstStyle>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PostgreSQL 16 · SQLAlchemy · Alembic</a:t>
            </a:r>
          </a:p>
        </p:txBody>
      </p:sp>
      <p:sp>
        <p:nvSpPr>
          <p:cNvPr id="18" name="stack-role-2">
            <a:extLst>
              <a:ext uri="{FF2B5EF4-FFF2-40B4-BE49-F238E27FC236}">
                <a16:creationId xmlns:a16="http://schemas.microsoft.com/office/drawing/2014/main" id="{E6D3844A-001D-42D5-9E12-87A333AAFE97}"/>
              </a:ext>
            </a:extLst>
          </p:cNvPr>
          <p:cNvSpPr>
            <a:spLocks noGrp="1"/>
          </p:cNvSpPr>
          <p:nvPr/>
        </p:nvSpPr>
        <p:spPr>
          <a:xfrm>
            <a:off x="2857500" y="3810000"/>
            <a:ext cx="7429500" cy="276225"/>
          </a:xfrm>
          <a:prstGeom prst="rect">
            <a:avLst/>
          </a:prstGeom>
          <a:noFill/>
          <a:ln w="0">
            <a:noFill/>
            <a:prstDash val="solid"/>
          </a:ln>
        </p:spPr>
        <p:txBody>
          <a:bodyPr wrap="square" lIns="0" tIns="0" rIns="0" bIns="0" anchor="ctr">
            <a:normAutofit/>
          </a:bodyPr>
          <a:lstStyle>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Durable records and schema migrations</a:t>
            </a:r>
          </a:p>
        </p:txBody>
      </p:sp>
      <p:sp>
        <p:nvSpPr>
          <p:cNvPr id="19" name="stack-rule-2">
            <a:extLst>
              <a:ext uri="{FF2B5EF4-FFF2-40B4-BE49-F238E27FC236}">
                <a16:creationId xmlns:a16="http://schemas.microsoft.com/office/drawing/2014/main" id="{E1AF0A23-C496-457D-B351-7A87A1E3AD72}"/>
              </a:ext>
            </a:extLst>
          </p:cNvPr>
          <p:cNvSpPr>
            <a:spLocks noGrp="1"/>
          </p:cNvSpPr>
          <p:nvPr/>
        </p:nvSpPr>
        <p:spPr>
          <a:xfrm>
            <a:off x="723900" y="4181475"/>
            <a:ext cx="10668000" cy="9525"/>
          </a:xfrm>
          <a:prstGeom prst="rect">
            <a:avLst/>
          </a:prstGeom>
          <a:solidFill>
            <a:srgbClr val="2A2A38"/>
          </a:solidFill>
          <a:ln w="0">
            <a:noFill/>
            <a:prstDash val="solid"/>
          </a:ln>
        </p:spPr>
        <p:txBody>
          <a:bodyPr/>
          <a:lstStyle/>
          <a:p>
            <a:endParaRPr lang="en-IN"/>
          </a:p>
        </p:txBody>
      </p:sp>
      <p:sp>
        <p:nvSpPr>
          <p:cNvPr id="20" name="stack-label-3">
            <a:extLst>
              <a:ext uri="{FF2B5EF4-FFF2-40B4-BE49-F238E27FC236}">
                <a16:creationId xmlns:a16="http://schemas.microsoft.com/office/drawing/2014/main" id="{DD2A9647-A9D3-4FD9-BC4D-9D2D01A60A6D}"/>
              </a:ext>
            </a:extLst>
          </p:cNvPr>
          <p:cNvSpPr>
            <a:spLocks noGrp="1"/>
          </p:cNvSpPr>
          <p:nvPr/>
        </p:nvSpPr>
        <p:spPr>
          <a:xfrm>
            <a:off x="723900" y="4295775"/>
            <a:ext cx="2000250" cy="333375"/>
          </a:xfrm>
          <a:prstGeom prst="rect">
            <a:avLst/>
          </a:prstGeom>
          <a:noFill/>
          <a:ln w="0">
            <a:noFill/>
            <a:prstDash val="solid"/>
          </a:ln>
        </p:spPr>
        <p:txBody>
          <a:bodyPr wrap="square" lIns="0" tIns="0" rIns="0" bIns="0" anchor="ctr">
            <a:normAutofit/>
          </a:bodyPr>
          <a:lstStyle>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Background jobs</a:t>
            </a:r>
          </a:p>
        </p:txBody>
      </p:sp>
      <p:sp>
        <p:nvSpPr>
          <p:cNvPr id="21" name="stack-tech-3">
            <a:extLst>
              <a:ext uri="{FF2B5EF4-FFF2-40B4-BE49-F238E27FC236}">
                <a16:creationId xmlns:a16="http://schemas.microsoft.com/office/drawing/2014/main" id="{39A0E861-BEFB-4CB5-8E62-2BD4F4842F0E}"/>
              </a:ext>
            </a:extLst>
          </p:cNvPr>
          <p:cNvSpPr>
            <a:spLocks noGrp="1"/>
          </p:cNvSpPr>
          <p:nvPr/>
        </p:nvSpPr>
        <p:spPr>
          <a:xfrm>
            <a:off x="2857500" y="4295775"/>
            <a:ext cx="5619750" cy="333375"/>
          </a:xfrm>
          <a:prstGeom prst="rect">
            <a:avLst/>
          </a:prstGeom>
          <a:noFill/>
          <a:ln w="0">
            <a:noFill/>
            <a:prstDash val="solid"/>
          </a:ln>
        </p:spPr>
        <p:txBody>
          <a:bodyPr wrap="square" lIns="0" tIns="0" rIns="0" bIns="0" anchor="ctr">
            <a:normAutofit/>
          </a:bodyPr>
          <a:lstStyle>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Redis 7 · RQ · dispatcher · worker</a:t>
            </a:r>
          </a:p>
        </p:txBody>
      </p:sp>
      <p:sp>
        <p:nvSpPr>
          <p:cNvPr id="22" name="stack-role-3">
            <a:extLst>
              <a:ext uri="{FF2B5EF4-FFF2-40B4-BE49-F238E27FC236}">
                <a16:creationId xmlns:a16="http://schemas.microsoft.com/office/drawing/2014/main" id="{1F741224-B274-43B7-AA85-C60083A4FAE0}"/>
              </a:ext>
            </a:extLst>
          </p:cNvPr>
          <p:cNvSpPr>
            <a:spLocks noGrp="1"/>
          </p:cNvSpPr>
          <p:nvPr/>
        </p:nvSpPr>
        <p:spPr>
          <a:xfrm>
            <a:off x="2857500" y="4667250"/>
            <a:ext cx="7429500" cy="276225"/>
          </a:xfrm>
          <a:prstGeom prst="rect">
            <a:avLst/>
          </a:prstGeom>
          <a:noFill/>
          <a:ln w="0">
            <a:noFill/>
            <a:prstDash val="solid"/>
          </a:ln>
        </p:spPr>
        <p:txBody>
          <a:bodyPr wrap="square" lIns="0" tIns="0" rIns="0" bIns="0" anchor="ctr">
            <a:normAutofit/>
          </a:bodyPr>
          <a:lstStyle>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Queue delivery and asynchronous collectors</a:t>
            </a:r>
          </a:p>
        </p:txBody>
      </p:sp>
      <p:sp>
        <p:nvSpPr>
          <p:cNvPr id="23" name="stack-rule-3">
            <a:extLst>
              <a:ext uri="{FF2B5EF4-FFF2-40B4-BE49-F238E27FC236}">
                <a16:creationId xmlns:a16="http://schemas.microsoft.com/office/drawing/2014/main" id="{37601AD8-7C70-448D-842F-FA632F90D709}"/>
              </a:ext>
            </a:extLst>
          </p:cNvPr>
          <p:cNvSpPr>
            <a:spLocks noGrp="1"/>
          </p:cNvSpPr>
          <p:nvPr/>
        </p:nvSpPr>
        <p:spPr>
          <a:xfrm>
            <a:off x="723900" y="5038725"/>
            <a:ext cx="10668000" cy="9525"/>
          </a:xfrm>
          <a:prstGeom prst="rect">
            <a:avLst/>
          </a:prstGeom>
          <a:solidFill>
            <a:srgbClr val="2A2A38"/>
          </a:solidFill>
          <a:ln w="0">
            <a:noFill/>
            <a:prstDash val="solid"/>
          </a:ln>
        </p:spPr>
        <p:txBody>
          <a:bodyPr/>
          <a:lstStyle/>
          <a:p>
            <a:endParaRPr lang="en-IN"/>
          </a:p>
        </p:txBody>
      </p:sp>
      <p:sp>
        <p:nvSpPr>
          <p:cNvPr id="24" name="stack-label-4">
            <a:extLst>
              <a:ext uri="{FF2B5EF4-FFF2-40B4-BE49-F238E27FC236}">
                <a16:creationId xmlns:a16="http://schemas.microsoft.com/office/drawing/2014/main" id="{F2DA199E-CF32-47BF-BE1A-BF2487333C6F}"/>
              </a:ext>
            </a:extLst>
          </p:cNvPr>
          <p:cNvSpPr>
            <a:spLocks noGrp="1"/>
          </p:cNvSpPr>
          <p:nvPr/>
        </p:nvSpPr>
        <p:spPr>
          <a:xfrm>
            <a:off x="723900" y="5153025"/>
            <a:ext cx="2000250" cy="333375"/>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Local runtime</a:t>
            </a:r>
          </a:p>
        </p:txBody>
      </p:sp>
      <p:sp>
        <p:nvSpPr>
          <p:cNvPr id="25" name="stack-tech-4">
            <a:extLst>
              <a:ext uri="{FF2B5EF4-FFF2-40B4-BE49-F238E27FC236}">
                <a16:creationId xmlns:a16="http://schemas.microsoft.com/office/drawing/2014/main" id="{9A154CA9-7B9C-44CB-858E-05CEDA7F2DFB}"/>
              </a:ext>
            </a:extLst>
          </p:cNvPr>
          <p:cNvSpPr>
            <a:spLocks noGrp="1"/>
          </p:cNvSpPr>
          <p:nvPr/>
        </p:nvSpPr>
        <p:spPr>
          <a:xfrm>
            <a:off x="2857500" y="5153025"/>
            <a:ext cx="5619750" cy="333375"/>
          </a:xfrm>
          <a:prstGeom prst="rect">
            <a:avLst/>
          </a:prstGeom>
          <a:noFill/>
          <a:ln w="0">
            <a:noFill/>
            <a:prstDash val="solid"/>
          </a:ln>
        </p:spPr>
        <p:txBody>
          <a:bodyPr wrap="square" lIns="0" tIns="0" rIns="0" bIns="0" anchor="ctr">
            <a:normAutofit/>
          </a:bodyPr>
          <a:lstStyle>
            <a:defPPr algn="l">
              <a:defRPr sz="1725" b="1">
                <a:solidFill>
                  <a:srgbClr val="EDEDF2"/>
                </a:solidFill>
                <a:latin typeface="Arial"/>
                <a:ea typeface="Arial"/>
                <a:cs typeface="Arial"/>
              </a:defRPr>
            </a:defPPr>
            <a:lvl1pPr algn="l">
              <a:defRPr sz="1725" b="1">
                <a:solidFill>
                  <a:srgbClr val="EDEDF2"/>
                </a:solidFill>
                <a:latin typeface="Arial"/>
                <a:ea typeface="Arial"/>
                <a:cs typeface="Arial"/>
              </a:defRPr>
            </a:lvl1pPr>
            <a:lvl2pPr algn="l">
              <a:defRPr sz="1725" b="1">
                <a:solidFill>
                  <a:srgbClr val="EDEDF2"/>
                </a:solidFill>
                <a:latin typeface="Arial"/>
                <a:ea typeface="Arial"/>
                <a:cs typeface="Arial"/>
              </a:defRPr>
            </a:lvl2pPr>
            <a:lvl3pPr algn="l">
              <a:defRPr sz="1725" b="1">
                <a:solidFill>
                  <a:srgbClr val="EDEDF2"/>
                </a:solidFill>
                <a:latin typeface="Arial"/>
                <a:ea typeface="Arial"/>
                <a:cs typeface="Arial"/>
              </a:defRPr>
            </a:lvl3pPr>
            <a:lvl4pPr algn="l">
              <a:defRPr sz="1725" b="1">
                <a:solidFill>
                  <a:srgbClr val="EDEDF2"/>
                </a:solidFill>
                <a:latin typeface="Arial"/>
                <a:ea typeface="Arial"/>
                <a:cs typeface="Arial"/>
              </a:defRPr>
            </a:lvl4pPr>
            <a:lvl5pPr algn="l">
              <a:defRPr sz="1725" b="1">
                <a:solidFill>
                  <a:srgbClr val="EDEDF2"/>
                </a:solidFill>
                <a:latin typeface="Arial"/>
                <a:ea typeface="Arial"/>
                <a:cs typeface="Arial"/>
              </a:defRPr>
            </a:lvl5pPr>
            <a:lvl6pPr algn="l">
              <a:defRPr sz="1725" b="1">
                <a:solidFill>
                  <a:srgbClr val="EDEDF2"/>
                </a:solidFill>
                <a:latin typeface="Arial"/>
                <a:ea typeface="Arial"/>
                <a:cs typeface="Arial"/>
              </a:defRPr>
            </a:lvl6pPr>
            <a:lvl7pPr algn="l">
              <a:defRPr sz="1725" b="1">
                <a:solidFill>
                  <a:srgbClr val="EDEDF2"/>
                </a:solidFill>
                <a:latin typeface="Arial"/>
                <a:ea typeface="Arial"/>
                <a:cs typeface="Arial"/>
              </a:defRPr>
            </a:lvl7pPr>
            <a:lvl8pPr algn="l">
              <a:defRPr sz="1725" b="1">
                <a:solidFill>
                  <a:srgbClr val="EDEDF2"/>
                </a:solidFill>
                <a:latin typeface="Arial"/>
                <a:ea typeface="Arial"/>
                <a:cs typeface="Arial"/>
              </a:defRPr>
            </a:lvl8pPr>
            <a:lvl9pPr algn="l">
              <a:defRPr sz="1725" b="1">
                <a:solidFill>
                  <a:srgbClr val="EDEDF2"/>
                </a:solidFill>
                <a:latin typeface="Arial"/>
                <a:ea typeface="Arial"/>
                <a:cs typeface="Arial"/>
              </a:defRPr>
            </a:lvl9pPr>
          </a:lstStyle>
          <a:p>
            <a:pPr algn="l">
              <a:lnSpc>
                <a:spcPct val="100000"/>
              </a:lnSpc>
              <a:buNone/>
              <a:defRPr sz="1725" b="1">
                <a:solidFill>
                  <a:srgbClr val="EDEDF2"/>
                </a:solidFill>
                <a:latin typeface="Arial"/>
                <a:ea typeface="Arial"/>
                <a:cs typeface="Arial"/>
              </a:defRPr>
            </a:pPr>
            <a:r>
              <a:rPr sz="1725" b="1">
                <a:solidFill>
                  <a:srgbClr val="EDEDF2"/>
                </a:solidFill>
                <a:latin typeface="Arial"/>
                <a:ea typeface="Arial"/>
                <a:cs typeface="Arial"/>
              </a:rPr>
              <a:t>Docker Compose · Caddy</a:t>
            </a:r>
          </a:p>
        </p:txBody>
      </p:sp>
      <p:sp>
        <p:nvSpPr>
          <p:cNvPr id="26" name="stack-role-4">
            <a:extLst>
              <a:ext uri="{FF2B5EF4-FFF2-40B4-BE49-F238E27FC236}">
                <a16:creationId xmlns:a16="http://schemas.microsoft.com/office/drawing/2014/main" id="{C9045F7E-3471-46E5-B64F-CC388DBB6291}"/>
              </a:ext>
            </a:extLst>
          </p:cNvPr>
          <p:cNvSpPr>
            <a:spLocks noGrp="1"/>
          </p:cNvSpPr>
          <p:nvPr/>
        </p:nvSpPr>
        <p:spPr>
          <a:xfrm>
            <a:off x="2857500" y="5524500"/>
            <a:ext cx="7429500" cy="276225"/>
          </a:xfrm>
          <a:prstGeom prst="rect">
            <a:avLst/>
          </a:prstGeom>
          <a:noFill/>
          <a:ln w="0">
            <a:noFill/>
            <a:prstDash val="solid"/>
          </a:ln>
        </p:spPr>
        <p:txBody>
          <a:bodyPr wrap="square" lIns="0" tIns="0" rIns="0" bIns="0" anchor="ctr">
            <a:normAutofit/>
          </a:bodyPr>
          <a:lstStyle>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Service orchestration and loopback HTTPS gateway</a:t>
            </a:r>
          </a:p>
        </p:txBody>
      </p:sp>
      <p:sp>
        <p:nvSpPr>
          <p:cNvPr id="27" name="stack-rule-4">
            <a:extLst>
              <a:ext uri="{FF2B5EF4-FFF2-40B4-BE49-F238E27FC236}">
                <a16:creationId xmlns:a16="http://schemas.microsoft.com/office/drawing/2014/main" id="{5B982A75-A8EF-449E-90AC-D98C2BAF8666}"/>
              </a:ext>
            </a:extLst>
          </p:cNvPr>
          <p:cNvSpPr>
            <a:spLocks noGrp="1"/>
          </p:cNvSpPr>
          <p:nvPr/>
        </p:nvSpPr>
        <p:spPr>
          <a:xfrm>
            <a:off x="723900" y="5895975"/>
            <a:ext cx="10668000" cy="9525"/>
          </a:xfrm>
          <a:prstGeom prst="rect">
            <a:avLst/>
          </a:prstGeom>
          <a:solidFill>
            <a:srgbClr val="2A2A38"/>
          </a:solidFill>
          <a:ln w="0">
            <a:noFill/>
            <a:prstDash val="solid"/>
          </a:ln>
        </p:spPr>
        <p:txBody>
          <a:bodyPr/>
          <a:lstStyle/>
          <a:p>
            <a:endParaRPr lang="en-IN"/>
          </a:p>
        </p:txBody>
      </p:sp>
      <p:sp>
        <p:nvSpPr>
          <p:cNvPr id="28" name="stack-boundary">
            <a:extLst>
              <a:ext uri="{FF2B5EF4-FFF2-40B4-BE49-F238E27FC236}">
                <a16:creationId xmlns:a16="http://schemas.microsoft.com/office/drawing/2014/main" id="{A1A42F98-5D84-4D91-BA88-E7FCEF07299D}"/>
              </a:ext>
            </a:extLst>
          </p:cNvPr>
          <p:cNvSpPr>
            <a:spLocks noGrp="1"/>
          </p:cNvSpPr>
          <p:nvPr/>
        </p:nvSpPr>
        <p:spPr>
          <a:xfrm>
            <a:off x="723900" y="6038850"/>
            <a:ext cx="10668000" cy="228600"/>
          </a:xfrm>
          <a:prstGeom prst="rect">
            <a:avLst/>
          </a:prstGeom>
          <a:noFill/>
          <a:ln w="0">
            <a:noFill/>
            <a:prstDash val="solid"/>
          </a:ln>
        </p:spPr>
        <p:txBody>
          <a:bodyPr wrap="square" lIns="0" tIns="0" rIns="0" bIns="0" anchor="ctr">
            <a:normAutofit/>
          </a:bodyPr>
          <a:lstStyle>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a:pPr algn="l">
              <a:lnSpc>
                <a:spcPct val="100000"/>
              </a:lnSpc>
              <a:buNone/>
              <a:defRPr sz="1275" b="0">
                <a:solidFill>
                  <a:srgbClr val="C9C9D4"/>
                </a:solidFill>
                <a:latin typeface="Arial"/>
                <a:ea typeface="Arial"/>
                <a:cs typeface="Arial"/>
              </a:defRPr>
            </a:pPr>
            <a:r>
              <a:rPr sz="1275" b="0">
                <a:solidFill>
                  <a:srgbClr val="C9C9D4"/>
                </a:solidFill>
                <a:latin typeface="Arial"/>
                <a:ea typeface="Arial"/>
                <a:cs typeface="Arial"/>
              </a:rPr>
              <a:t>Provider API keys remain in backend configuration; they are not placed in the browser bundle.</a:t>
            </a:r>
          </a:p>
        </p:txBody>
      </p:sp>
    </p:spTree>
    <p:extLst>
      <p:ext uri="{BB962C8B-B14F-4D97-AF65-F5344CB8AC3E}">
        <p14:creationId xmlns:p14="http://schemas.microsoft.com/office/powerpoint/2010/main" val="262272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cxnSp>
        <p:nvCxnSpPr>
          <p:cNvPr id="34" name="Straight Arrow Connector 33">
            <a:extLst>
              <a:ext uri="{FF2B5EF4-FFF2-40B4-BE49-F238E27FC236}">
                <a16:creationId xmlns:a16="http://schemas.microsoft.com/office/drawing/2014/main" id="{7A998F0D-38A5-4201-A959-7CE1E7A64181}"/>
              </a:ext>
            </a:extLst>
          </p:cNvPr>
          <p:cNvCxnSpPr>
            <a:stCxn id="24" idx="2"/>
            <a:endCxn id="27" idx="0"/>
          </p:cNvCxnSpPr>
          <p:nvPr/>
        </p:nvCxnSpPr>
        <p:spPr>
          <a:xfrm>
            <a:off x="6096000" y="3829050"/>
            <a:ext cx="0" cy="457200"/>
          </a:xfrm>
          <a:prstGeom prst="straightConnector1">
            <a:avLst/>
          </a:prstGeom>
          <a:ln w="23813">
            <a:solidFill>
              <a:srgbClr val="3DE8FF"/>
            </a:solidFill>
            <a:prstDash val="solid"/>
            <a:tailEnd type="triangle" w="sm" len="sm"/>
          </a:ln>
        </p:spPr>
      </p:cxnSp>
      <p:cxnSp>
        <p:nvCxnSpPr>
          <p:cNvPr id="33" name="Connector: Elbow 32">
            <a:extLst>
              <a:ext uri="{FF2B5EF4-FFF2-40B4-BE49-F238E27FC236}">
                <a16:creationId xmlns:a16="http://schemas.microsoft.com/office/drawing/2014/main" id="{921C03FC-2D11-4758-8E61-3044B9D0015B}"/>
              </a:ext>
            </a:extLst>
          </p:cNvPr>
          <p:cNvCxnSpPr>
            <a:stCxn id="20" idx="1"/>
            <a:endCxn id="24" idx="3"/>
          </p:cNvCxnSpPr>
          <p:nvPr/>
        </p:nvCxnSpPr>
        <p:spPr>
          <a:xfrm flipH="1" flipV="1">
            <a:off x="7524750" y="3305175"/>
            <a:ext cx="609600" cy="1009650"/>
          </a:xfrm>
          <a:prstGeom prst="bentConnector3">
            <a:avLst>
              <a:gd name="adj1" fmla="val 50000"/>
            </a:avLst>
          </a:prstGeom>
          <a:ln w="23813">
            <a:solidFill>
              <a:srgbClr val="8B7CF6"/>
            </a:solidFill>
            <a:prstDash val="solid"/>
            <a:tailEnd type="triangle" w="sm" len="sm"/>
          </a:ln>
        </p:spPr>
      </p:cxnSp>
      <p:cxnSp>
        <p:nvCxnSpPr>
          <p:cNvPr id="32" name="Connector: Elbow 31">
            <a:extLst>
              <a:ext uri="{FF2B5EF4-FFF2-40B4-BE49-F238E27FC236}">
                <a16:creationId xmlns:a16="http://schemas.microsoft.com/office/drawing/2014/main" id="{3730AE15-93E8-4A7D-A4AF-A6EEF55C0E20}"/>
              </a:ext>
            </a:extLst>
          </p:cNvPr>
          <p:cNvCxnSpPr>
            <a:stCxn id="16" idx="1"/>
            <a:endCxn id="24" idx="3"/>
          </p:cNvCxnSpPr>
          <p:nvPr/>
        </p:nvCxnSpPr>
        <p:spPr>
          <a:xfrm flipH="1">
            <a:off x="7524750" y="2619375"/>
            <a:ext cx="609600" cy="685800"/>
          </a:xfrm>
          <a:prstGeom prst="bentConnector3">
            <a:avLst>
              <a:gd name="adj1" fmla="val 50000"/>
            </a:avLst>
          </a:prstGeom>
          <a:ln w="23813">
            <a:solidFill>
              <a:srgbClr val="3DE8FF"/>
            </a:solidFill>
            <a:prstDash val="solid"/>
            <a:tailEnd type="triangle" w="sm" len="sm"/>
          </a:ln>
        </p:spPr>
      </p:cxnSp>
      <p:cxnSp>
        <p:nvCxnSpPr>
          <p:cNvPr id="31" name="Connector: Elbow 30">
            <a:extLst>
              <a:ext uri="{FF2B5EF4-FFF2-40B4-BE49-F238E27FC236}">
                <a16:creationId xmlns:a16="http://schemas.microsoft.com/office/drawing/2014/main" id="{9B8F8CD1-6138-4089-9A57-9D6F3F00E791}"/>
              </a:ext>
            </a:extLst>
          </p:cNvPr>
          <p:cNvCxnSpPr>
            <a:stCxn id="12" idx="3"/>
            <a:endCxn id="24" idx="1"/>
          </p:cNvCxnSpPr>
          <p:nvPr/>
        </p:nvCxnSpPr>
        <p:spPr>
          <a:xfrm flipV="1">
            <a:off x="4057650" y="3305175"/>
            <a:ext cx="609600" cy="1009650"/>
          </a:xfrm>
          <a:prstGeom prst="bentConnector3">
            <a:avLst>
              <a:gd name="adj1" fmla="val 50000"/>
            </a:avLst>
          </a:prstGeom>
          <a:ln w="23813">
            <a:solidFill>
              <a:srgbClr val="8B7CF6"/>
            </a:solidFill>
            <a:prstDash val="solid"/>
            <a:tailEnd type="triangle" w="sm" len="sm"/>
          </a:ln>
        </p:spPr>
      </p:cxnSp>
      <p:cxnSp>
        <p:nvCxnSpPr>
          <p:cNvPr id="30" name="Connector: Elbow 29">
            <a:extLst>
              <a:ext uri="{FF2B5EF4-FFF2-40B4-BE49-F238E27FC236}">
                <a16:creationId xmlns:a16="http://schemas.microsoft.com/office/drawing/2014/main" id="{C1B79645-2338-4A55-9901-FB84D7B02172}"/>
              </a:ext>
            </a:extLst>
          </p:cNvPr>
          <p:cNvCxnSpPr>
            <a:stCxn id="8" idx="3"/>
            <a:endCxn id="24" idx="1"/>
          </p:cNvCxnSpPr>
          <p:nvPr/>
        </p:nvCxnSpPr>
        <p:spPr>
          <a:xfrm>
            <a:off x="4057650" y="2619375"/>
            <a:ext cx="609600" cy="685800"/>
          </a:xfrm>
          <a:prstGeom prst="bentConnector3">
            <a:avLst>
              <a:gd name="adj1" fmla="val 50000"/>
            </a:avLst>
          </a:prstGeom>
          <a:ln w="23813">
            <a:solidFill>
              <a:srgbClr val="3DE8FF"/>
            </a:solidFill>
            <a:prstDash val="solid"/>
            <a:tailEnd type="triangle" w="sm" len="sm"/>
          </a:ln>
        </p:spPr>
      </p:cxnSp>
      <p:sp>
        <p:nvSpPr>
          <p:cNvPr id="37" name="slide-10-title">
            <a:extLst>
              <a:ext uri="{FF2B5EF4-FFF2-40B4-BE49-F238E27FC236}">
                <a16:creationId xmlns:a16="http://schemas.microsoft.com/office/drawing/2014/main" id="{6DF815B3-7EFB-423D-AB2D-17DAF9851903}"/>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External APIs &amp; data sources</a:t>
            </a:r>
          </a:p>
        </p:txBody>
      </p:sp>
      <p:sp>
        <p:nvSpPr>
          <p:cNvPr id="2" name="slide-10-accent-blue">
            <a:extLst>
              <a:ext uri="{FF2B5EF4-FFF2-40B4-BE49-F238E27FC236}">
                <a16:creationId xmlns:a16="http://schemas.microsoft.com/office/drawing/2014/main" id="{CAE754B0-4102-4D53-8C8F-1F85A8A9E032}"/>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10-accent-iris">
            <a:extLst>
              <a:ext uri="{FF2B5EF4-FFF2-40B4-BE49-F238E27FC236}">
                <a16:creationId xmlns:a16="http://schemas.microsoft.com/office/drawing/2014/main" id="{55D18E1A-079B-4843-822A-B572D714F712}"/>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10-subtitle">
            <a:extLst>
              <a:ext uri="{FF2B5EF4-FFF2-40B4-BE49-F238E27FC236}">
                <a16:creationId xmlns:a16="http://schemas.microsoft.com/office/drawing/2014/main" id="{ECE3D4B2-9351-4992-A19B-05EC0558D5B2}"/>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Live collectors query selected providers through the backend and save attributable evidence.</a:t>
            </a:r>
          </a:p>
        </p:txBody>
      </p:sp>
      <p:sp>
        <p:nvSpPr>
          <p:cNvPr id="5" name="slide-10-footer-rule">
            <a:extLst>
              <a:ext uri="{FF2B5EF4-FFF2-40B4-BE49-F238E27FC236}">
                <a16:creationId xmlns:a16="http://schemas.microsoft.com/office/drawing/2014/main" id="{0E1C66F7-6497-44AF-931B-955A92CA1863}"/>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10-footer">
            <a:extLst>
              <a:ext uri="{FF2B5EF4-FFF2-40B4-BE49-F238E27FC236}">
                <a16:creationId xmlns:a16="http://schemas.microsoft.com/office/drawing/2014/main" id="{2F2456A0-F256-4355-8E1A-E0E4997C352B}"/>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0-page">
            <a:extLst>
              <a:ext uri="{FF2B5EF4-FFF2-40B4-BE49-F238E27FC236}">
                <a16:creationId xmlns:a16="http://schemas.microsoft.com/office/drawing/2014/main" id="{814D29C1-CA06-4C1F-B7B8-C86D6C30E5B9}"/>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10</a:t>
            </a:r>
          </a:p>
        </p:txBody>
      </p:sp>
      <p:sp>
        <p:nvSpPr>
          <p:cNvPr id="8" name="provider-domain-panel">
            <a:extLst>
              <a:ext uri="{FF2B5EF4-FFF2-40B4-BE49-F238E27FC236}">
                <a16:creationId xmlns:a16="http://schemas.microsoft.com/office/drawing/2014/main" id="{074272BD-4141-4FDE-A5AA-56B5C288B68B}"/>
              </a:ext>
            </a:extLst>
          </p:cNvPr>
          <p:cNvSpPr>
            <a:spLocks noGrp="1"/>
          </p:cNvSpPr>
          <p:nvPr/>
        </p:nvSpPr>
        <p:spPr>
          <a:xfrm>
            <a:off x="723900" y="1962150"/>
            <a:ext cx="3333750" cy="1314450"/>
          </a:xfrm>
          <a:prstGeom prst="roundRect">
            <a:avLst>
              <a:gd name="adj" fmla="val 8696"/>
            </a:avLst>
          </a:prstGeom>
          <a:solidFill>
            <a:srgbClr val="14141C"/>
          </a:solidFill>
          <a:ln w="9525">
            <a:solidFill>
              <a:srgbClr val="2A2A38"/>
            </a:solidFill>
            <a:prstDash val="solid"/>
          </a:ln>
        </p:spPr>
        <p:txBody>
          <a:bodyPr/>
          <a:lstStyle/>
          <a:p>
            <a:endParaRPr lang="en-IN"/>
          </a:p>
        </p:txBody>
      </p:sp>
      <p:sp>
        <p:nvSpPr>
          <p:cNvPr id="9" name="provider-domain-stripe">
            <a:extLst>
              <a:ext uri="{FF2B5EF4-FFF2-40B4-BE49-F238E27FC236}">
                <a16:creationId xmlns:a16="http://schemas.microsoft.com/office/drawing/2014/main" id="{C987A0B0-17A0-43A4-BB1A-E87D0075093F}"/>
              </a:ext>
            </a:extLst>
          </p:cNvPr>
          <p:cNvSpPr>
            <a:spLocks noGrp="1"/>
          </p:cNvSpPr>
          <p:nvPr/>
        </p:nvSpPr>
        <p:spPr>
          <a:xfrm>
            <a:off x="723900" y="1962150"/>
            <a:ext cx="47625" cy="1314450"/>
          </a:xfrm>
          <a:prstGeom prst="rect">
            <a:avLst/>
          </a:prstGeom>
          <a:solidFill>
            <a:srgbClr val="3DE8FF"/>
          </a:solidFill>
          <a:ln w="0">
            <a:noFill/>
            <a:prstDash val="solid"/>
          </a:ln>
        </p:spPr>
        <p:txBody>
          <a:bodyPr/>
          <a:lstStyle/>
          <a:p>
            <a:endParaRPr lang="en-IN"/>
          </a:p>
        </p:txBody>
      </p:sp>
      <p:sp>
        <p:nvSpPr>
          <p:cNvPr id="10" name="provider-domain-title">
            <a:extLst>
              <a:ext uri="{FF2B5EF4-FFF2-40B4-BE49-F238E27FC236}">
                <a16:creationId xmlns:a16="http://schemas.microsoft.com/office/drawing/2014/main" id="{55ACF782-C72E-42CC-B9CC-A9AAF06DF90C}"/>
              </a:ext>
            </a:extLst>
          </p:cNvPr>
          <p:cNvSpPr>
            <a:spLocks noGrp="1"/>
          </p:cNvSpPr>
          <p:nvPr/>
        </p:nvSpPr>
        <p:spPr>
          <a:xfrm>
            <a:off x="895350" y="2076450"/>
            <a:ext cx="3000375" cy="266700"/>
          </a:xfrm>
          <a:prstGeom prst="rect">
            <a:avLst/>
          </a:prstGeom>
          <a:noFill/>
          <a:ln w="0">
            <a:noFill/>
            <a:prstDash val="solid"/>
          </a:ln>
        </p:spPr>
        <p:txBody>
          <a:bodyPr wrap="square" lIns="0" tIns="0" rIns="0" bIns="0" anchor="ctr">
            <a:normAutofit/>
          </a:bodyPr>
          <a:lstStyle>
            <a:defPPr algn="l">
              <a:defRPr sz="1275" b="1">
                <a:solidFill>
                  <a:srgbClr val="3DE8FF"/>
                </a:solidFill>
                <a:latin typeface="Arial"/>
                <a:ea typeface="Arial"/>
                <a:cs typeface="Arial"/>
              </a:defRPr>
            </a:defPPr>
            <a:lvl1pPr algn="l">
              <a:defRPr sz="1275" b="1">
                <a:solidFill>
                  <a:srgbClr val="3DE8FF"/>
                </a:solidFill>
                <a:latin typeface="Arial"/>
                <a:ea typeface="Arial"/>
                <a:cs typeface="Arial"/>
              </a:defRPr>
            </a:lvl1pPr>
            <a:lvl2pPr algn="l">
              <a:defRPr sz="1275" b="1">
                <a:solidFill>
                  <a:srgbClr val="3DE8FF"/>
                </a:solidFill>
                <a:latin typeface="Arial"/>
                <a:ea typeface="Arial"/>
                <a:cs typeface="Arial"/>
              </a:defRPr>
            </a:lvl2pPr>
            <a:lvl3pPr algn="l">
              <a:defRPr sz="1275" b="1">
                <a:solidFill>
                  <a:srgbClr val="3DE8FF"/>
                </a:solidFill>
                <a:latin typeface="Arial"/>
                <a:ea typeface="Arial"/>
                <a:cs typeface="Arial"/>
              </a:defRPr>
            </a:lvl3pPr>
            <a:lvl4pPr algn="l">
              <a:defRPr sz="1275" b="1">
                <a:solidFill>
                  <a:srgbClr val="3DE8FF"/>
                </a:solidFill>
                <a:latin typeface="Arial"/>
                <a:ea typeface="Arial"/>
                <a:cs typeface="Arial"/>
              </a:defRPr>
            </a:lvl4pPr>
            <a:lvl5pPr algn="l">
              <a:defRPr sz="1275" b="1">
                <a:solidFill>
                  <a:srgbClr val="3DE8FF"/>
                </a:solidFill>
                <a:latin typeface="Arial"/>
                <a:ea typeface="Arial"/>
                <a:cs typeface="Arial"/>
              </a:defRPr>
            </a:lvl5pPr>
            <a:lvl6pPr algn="l">
              <a:defRPr sz="1275" b="1">
                <a:solidFill>
                  <a:srgbClr val="3DE8FF"/>
                </a:solidFill>
                <a:latin typeface="Arial"/>
                <a:ea typeface="Arial"/>
                <a:cs typeface="Arial"/>
              </a:defRPr>
            </a:lvl6pPr>
            <a:lvl7pPr algn="l">
              <a:defRPr sz="1275" b="1">
                <a:solidFill>
                  <a:srgbClr val="3DE8FF"/>
                </a:solidFill>
                <a:latin typeface="Arial"/>
                <a:ea typeface="Arial"/>
                <a:cs typeface="Arial"/>
              </a:defRPr>
            </a:lvl7pPr>
            <a:lvl8pPr algn="l">
              <a:defRPr sz="1275" b="1">
                <a:solidFill>
                  <a:srgbClr val="3DE8FF"/>
                </a:solidFill>
                <a:latin typeface="Arial"/>
                <a:ea typeface="Arial"/>
                <a:cs typeface="Arial"/>
              </a:defRPr>
            </a:lvl8pPr>
            <a:lvl9pPr algn="l">
              <a:defRPr sz="1275" b="1">
                <a:solidFill>
                  <a:srgbClr val="3DE8FF"/>
                </a:solidFill>
                <a:latin typeface="Arial"/>
                <a:ea typeface="Arial"/>
                <a:cs typeface="Arial"/>
              </a:defRPr>
            </a:lvl9pPr>
          </a:lstStyle>
          <a:p>
            <a:pPr algn="l">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DOMAIN &amp; WEB OBSERVATIONS</a:t>
            </a:r>
          </a:p>
        </p:txBody>
      </p:sp>
      <p:sp>
        <p:nvSpPr>
          <p:cNvPr id="11" name="provider-domain-body">
            <a:extLst>
              <a:ext uri="{FF2B5EF4-FFF2-40B4-BE49-F238E27FC236}">
                <a16:creationId xmlns:a16="http://schemas.microsoft.com/office/drawing/2014/main" id="{6265919C-65B6-4440-9971-67E97F4F832B}"/>
              </a:ext>
            </a:extLst>
          </p:cNvPr>
          <p:cNvSpPr>
            <a:spLocks noGrp="1"/>
          </p:cNvSpPr>
          <p:nvPr/>
        </p:nvSpPr>
        <p:spPr>
          <a:xfrm>
            <a:off x="895350" y="2409825"/>
            <a:ext cx="3000375" cy="762000"/>
          </a:xfrm>
          <a:prstGeom prst="rect">
            <a:avLst/>
          </a:prstGeom>
          <a:noFill/>
          <a:ln w="0">
            <a:noFill/>
            <a:prstDash val="solid"/>
          </a:ln>
        </p:spPr>
        <p:txBody>
          <a:bodyPr wrap="square" lIns="0" tIns="0" rIns="0" bIns="0" anchor="t">
            <a:normAutofit/>
          </a:bodyPr>
          <a:lstStyle>
            <a:defPPr algn="l">
              <a:defRPr sz="1200" b="0">
                <a:solidFill>
                  <a:srgbClr val="EDEDF2"/>
                </a:solidFill>
                <a:latin typeface="Arial"/>
                <a:ea typeface="Arial"/>
                <a:cs typeface="Arial"/>
              </a:defRPr>
            </a:defPPr>
            <a:lvl1pPr algn="l">
              <a:defRPr sz="1200" b="0">
                <a:solidFill>
                  <a:srgbClr val="EDEDF2"/>
                </a:solidFill>
                <a:latin typeface="Arial"/>
                <a:ea typeface="Arial"/>
                <a:cs typeface="Arial"/>
              </a:defRPr>
            </a:lvl1pPr>
            <a:lvl2pPr algn="l">
              <a:defRPr sz="1200" b="0">
                <a:solidFill>
                  <a:srgbClr val="EDEDF2"/>
                </a:solidFill>
                <a:latin typeface="Arial"/>
                <a:ea typeface="Arial"/>
                <a:cs typeface="Arial"/>
              </a:defRPr>
            </a:lvl2pPr>
            <a:lvl3pPr algn="l">
              <a:defRPr sz="1200" b="0">
                <a:solidFill>
                  <a:srgbClr val="EDEDF2"/>
                </a:solidFill>
                <a:latin typeface="Arial"/>
                <a:ea typeface="Arial"/>
                <a:cs typeface="Arial"/>
              </a:defRPr>
            </a:lvl3pPr>
            <a:lvl4pPr algn="l">
              <a:defRPr sz="1200" b="0">
                <a:solidFill>
                  <a:srgbClr val="EDEDF2"/>
                </a:solidFill>
                <a:latin typeface="Arial"/>
                <a:ea typeface="Arial"/>
                <a:cs typeface="Arial"/>
              </a:defRPr>
            </a:lvl4pPr>
            <a:lvl5pPr algn="l">
              <a:defRPr sz="1200" b="0">
                <a:solidFill>
                  <a:srgbClr val="EDEDF2"/>
                </a:solidFill>
                <a:latin typeface="Arial"/>
                <a:ea typeface="Arial"/>
                <a:cs typeface="Arial"/>
              </a:defRPr>
            </a:lvl5pPr>
            <a:lvl6pPr algn="l">
              <a:defRPr sz="1200" b="0">
                <a:solidFill>
                  <a:srgbClr val="EDEDF2"/>
                </a:solidFill>
                <a:latin typeface="Arial"/>
                <a:ea typeface="Arial"/>
                <a:cs typeface="Arial"/>
              </a:defRPr>
            </a:lvl6pPr>
            <a:lvl7pPr algn="l">
              <a:defRPr sz="1200" b="0">
                <a:solidFill>
                  <a:srgbClr val="EDEDF2"/>
                </a:solidFill>
                <a:latin typeface="Arial"/>
                <a:ea typeface="Arial"/>
                <a:cs typeface="Arial"/>
              </a:defRPr>
            </a:lvl7pPr>
            <a:lvl8pPr algn="l">
              <a:defRPr sz="1200" b="0">
                <a:solidFill>
                  <a:srgbClr val="EDEDF2"/>
                </a:solidFill>
                <a:latin typeface="Arial"/>
                <a:ea typeface="Arial"/>
                <a:cs typeface="Arial"/>
              </a:defRPr>
            </a:lvl8pPr>
            <a:lvl9pPr algn="l">
              <a:defRPr sz="1200" b="0">
                <a:solidFill>
                  <a:srgbClr val="EDEDF2"/>
                </a:solidFill>
                <a:latin typeface="Arial"/>
                <a:ea typeface="Arial"/>
                <a:cs typeface="Arial"/>
              </a:defRPr>
            </a:lvl9pPr>
          </a:lstStyle>
          <a:p>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DNS + IANA RDAP</a:t>
            </a:r>
          </a:p>
          <a:p>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Bounded website / TLS observations</a:t>
            </a:r>
          </a:p>
          <a:p>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No key; website checks need authorization.</a:t>
            </a:r>
          </a:p>
        </p:txBody>
      </p:sp>
      <p:sp>
        <p:nvSpPr>
          <p:cNvPr id="12" name="provider-vuln-panel">
            <a:extLst>
              <a:ext uri="{FF2B5EF4-FFF2-40B4-BE49-F238E27FC236}">
                <a16:creationId xmlns:a16="http://schemas.microsoft.com/office/drawing/2014/main" id="{CF49D2D3-C81A-473A-B163-414456B42528}"/>
              </a:ext>
            </a:extLst>
          </p:cNvPr>
          <p:cNvSpPr>
            <a:spLocks noGrp="1"/>
          </p:cNvSpPr>
          <p:nvPr/>
        </p:nvSpPr>
        <p:spPr>
          <a:xfrm>
            <a:off x="723900" y="3657600"/>
            <a:ext cx="3333750" cy="1314450"/>
          </a:xfrm>
          <a:prstGeom prst="roundRect">
            <a:avLst>
              <a:gd name="adj" fmla="val 8696"/>
            </a:avLst>
          </a:prstGeom>
          <a:solidFill>
            <a:srgbClr val="14141C"/>
          </a:solidFill>
          <a:ln w="9525">
            <a:solidFill>
              <a:srgbClr val="2A2A38"/>
            </a:solidFill>
            <a:prstDash val="solid"/>
          </a:ln>
        </p:spPr>
        <p:txBody>
          <a:bodyPr/>
          <a:lstStyle/>
          <a:p>
            <a:endParaRPr lang="en-IN"/>
          </a:p>
        </p:txBody>
      </p:sp>
      <p:sp>
        <p:nvSpPr>
          <p:cNvPr id="13" name="provider-vuln-stripe">
            <a:extLst>
              <a:ext uri="{FF2B5EF4-FFF2-40B4-BE49-F238E27FC236}">
                <a16:creationId xmlns:a16="http://schemas.microsoft.com/office/drawing/2014/main" id="{931E9AD4-7F5A-4409-B467-DEAFF8EAF717}"/>
              </a:ext>
            </a:extLst>
          </p:cNvPr>
          <p:cNvSpPr>
            <a:spLocks noGrp="1"/>
          </p:cNvSpPr>
          <p:nvPr/>
        </p:nvSpPr>
        <p:spPr>
          <a:xfrm>
            <a:off x="723900" y="3657600"/>
            <a:ext cx="47625" cy="1314450"/>
          </a:xfrm>
          <a:prstGeom prst="rect">
            <a:avLst/>
          </a:prstGeom>
          <a:solidFill>
            <a:srgbClr val="8B7CF6"/>
          </a:solidFill>
          <a:ln w="0">
            <a:noFill/>
            <a:prstDash val="solid"/>
          </a:ln>
        </p:spPr>
        <p:txBody>
          <a:bodyPr/>
          <a:lstStyle/>
          <a:p>
            <a:endParaRPr lang="en-IN"/>
          </a:p>
        </p:txBody>
      </p:sp>
      <p:sp>
        <p:nvSpPr>
          <p:cNvPr id="14" name="provider-vuln-title">
            <a:extLst>
              <a:ext uri="{FF2B5EF4-FFF2-40B4-BE49-F238E27FC236}">
                <a16:creationId xmlns:a16="http://schemas.microsoft.com/office/drawing/2014/main" id="{FF1F2EB1-9D6D-449D-913E-138D32DC6DAF}"/>
              </a:ext>
            </a:extLst>
          </p:cNvPr>
          <p:cNvSpPr>
            <a:spLocks noGrp="1"/>
          </p:cNvSpPr>
          <p:nvPr/>
        </p:nvSpPr>
        <p:spPr>
          <a:xfrm>
            <a:off x="895350" y="3771900"/>
            <a:ext cx="3000375" cy="266700"/>
          </a:xfrm>
          <a:prstGeom prst="rect">
            <a:avLst/>
          </a:prstGeom>
          <a:noFill/>
          <a:ln w="0">
            <a:noFill/>
            <a:prstDash val="solid"/>
          </a:ln>
        </p:spPr>
        <p:txBody>
          <a:bodyPr wrap="square" lIns="0" tIns="0" rIns="0" bIns="0" anchor="ctr">
            <a:normAutofit/>
          </a:bodyPr>
          <a:lstStyle>
            <a:defPPr algn="l">
              <a:defRPr sz="1275" b="1">
                <a:solidFill>
                  <a:srgbClr val="8B7CF6"/>
                </a:solidFill>
                <a:latin typeface="Arial"/>
                <a:ea typeface="Arial"/>
                <a:cs typeface="Arial"/>
              </a:defRPr>
            </a:defPPr>
            <a:lvl1pPr algn="l">
              <a:defRPr sz="1275" b="1">
                <a:solidFill>
                  <a:srgbClr val="8B7CF6"/>
                </a:solidFill>
                <a:latin typeface="Arial"/>
                <a:ea typeface="Arial"/>
                <a:cs typeface="Arial"/>
              </a:defRPr>
            </a:lvl1pPr>
            <a:lvl2pPr algn="l">
              <a:defRPr sz="1275" b="1">
                <a:solidFill>
                  <a:srgbClr val="8B7CF6"/>
                </a:solidFill>
                <a:latin typeface="Arial"/>
                <a:ea typeface="Arial"/>
                <a:cs typeface="Arial"/>
              </a:defRPr>
            </a:lvl2pPr>
            <a:lvl3pPr algn="l">
              <a:defRPr sz="1275" b="1">
                <a:solidFill>
                  <a:srgbClr val="8B7CF6"/>
                </a:solidFill>
                <a:latin typeface="Arial"/>
                <a:ea typeface="Arial"/>
                <a:cs typeface="Arial"/>
              </a:defRPr>
            </a:lvl3pPr>
            <a:lvl4pPr algn="l">
              <a:defRPr sz="1275" b="1">
                <a:solidFill>
                  <a:srgbClr val="8B7CF6"/>
                </a:solidFill>
                <a:latin typeface="Arial"/>
                <a:ea typeface="Arial"/>
                <a:cs typeface="Arial"/>
              </a:defRPr>
            </a:lvl4pPr>
            <a:lvl5pPr algn="l">
              <a:defRPr sz="1275" b="1">
                <a:solidFill>
                  <a:srgbClr val="8B7CF6"/>
                </a:solidFill>
                <a:latin typeface="Arial"/>
                <a:ea typeface="Arial"/>
                <a:cs typeface="Arial"/>
              </a:defRPr>
            </a:lvl5pPr>
            <a:lvl6pPr algn="l">
              <a:defRPr sz="1275" b="1">
                <a:solidFill>
                  <a:srgbClr val="8B7CF6"/>
                </a:solidFill>
                <a:latin typeface="Arial"/>
                <a:ea typeface="Arial"/>
                <a:cs typeface="Arial"/>
              </a:defRPr>
            </a:lvl6pPr>
            <a:lvl7pPr algn="l">
              <a:defRPr sz="1275" b="1">
                <a:solidFill>
                  <a:srgbClr val="8B7CF6"/>
                </a:solidFill>
                <a:latin typeface="Arial"/>
                <a:ea typeface="Arial"/>
                <a:cs typeface="Arial"/>
              </a:defRPr>
            </a:lvl7pPr>
            <a:lvl8pPr algn="l">
              <a:defRPr sz="1275" b="1">
                <a:solidFill>
                  <a:srgbClr val="8B7CF6"/>
                </a:solidFill>
                <a:latin typeface="Arial"/>
                <a:ea typeface="Arial"/>
                <a:cs typeface="Arial"/>
              </a:defRPr>
            </a:lvl8pPr>
            <a:lvl9pPr algn="l">
              <a:defRPr sz="1275" b="1">
                <a:solidFill>
                  <a:srgbClr val="8B7CF6"/>
                </a:solidFill>
                <a:latin typeface="Arial"/>
                <a:ea typeface="Arial"/>
                <a:cs typeface="Arial"/>
              </a:defRPr>
            </a:lvl9pPr>
          </a:lstStyle>
          <a:p>
            <a:pPr algn="l">
              <a:lnSpc>
                <a:spcPct val="100000"/>
              </a:lnSpc>
              <a:buNone/>
              <a:defRPr sz="1275" b="1">
                <a:solidFill>
                  <a:srgbClr val="8B7CF6"/>
                </a:solidFill>
                <a:latin typeface="Arial"/>
                <a:ea typeface="Arial"/>
                <a:cs typeface="Arial"/>
              </a:defRPr>
            </a:pPr>
            <a:r>
              <a:rPr sz="1275" b="1">
                <a:solidFill>
                  <a:srgbClr val="8B7CF6"/>
                </a:solidFill>
                <a:latin typeface="Arial"/>
                <a:ea typeface="Arial"/>
                <a:cs typeface="Arial"/>
              </a:rPr>
              <a:t>VULNERABILITY INTELLIGENCE</a:t>
            </a:r>
          </a:p>
        </p:txBody>
      </p:sp>
      <p:sp>
        <p:nvSpPr>
          <p:cNvPr id="15" name="provider-vuln-body">
            <a:extLst>
              <a:ext uri="{FF2B5EF4-FFF2-40B4-BE49-F238E27FC236}">
                <a16:creationId xmlns:a16="http://schemas.microsoft.com/office/drawing/2014/main" id="{40380A2B-A7E0-457D-B64F-BABA86D6AABE}"/>
              </a:ext>
            </a:extLst>
          </p:cNvPr>
          <p:cNvSpPr>
            <a:spLocks noGrp="1"/>
          </p:cNvSpPr>
          <p:nvPr/>
        </p:nvSpPr>
        <p:spPr>
          <a:xfrm>
            <a:off x="895350" y="4029075"/>
            <a:ext cx="3000375" cy="838200"/>
          </a:xfrm>
          <a:prstGeom prst="rect">
            <a:avLst/>
          </a:prstGeom>
          <a:noFill/>
          <a:ln w="0">
            <a:noFill/>
            <a:prstDash val="solid"/>
          </a:ln>
        </p:spPr>
        <p:txBody>
          <a:bodyPr wrap="square" lIns="0" tIns="0" rIns="0" bIns="0" anchor="t">
            <a:normAutofit fontScale="90072"/>
          </a:bodyPr>
          <a:lstStyle>
            <a:defPPr algn="l">
              <a:defRPr sz="1200" b="0">
                <a:solidFill>
                  <a:srgbClr val="EDEDF2"/>
                </a:solidFill>
                <a:latin typeface="Arial"/>
                <a:ea typeface="Arial"/>
                <a:cs typeface="Arial"/>
              </a:defRPr>
            </a:defPPr>
            <a:lvl1pPr algn="l">
              <a:defRPr sz="1200" b="0">
                <a:solidFill>
                  <a:srgbClr val="EDEDF2"/>
                </a:solidFill>
                <a:latin typeface="Arial"/>
                <a:ea typeface="Arial"/>
                <a:cs typeface="Arial"/>
              </a:defRPr>
            </a:lvl1pPr>
            <a:lvl2pPr algn="l">
              <a:defRPr sz="1200" b="0">
                <a:solidFill>
                  <a:srgbClr val="EDEDF2"/>
                </a:solidFill>
                <a:latin typeface="Arial"/>
                <a:ea typeface="Arial"/>
                <a:cs typeface="Arial"/>
              </a:defRPr>
            </a:lvl2pPr>
            <a:lvl3pPr algn="l">
              <a:defRPr sz="1200" b="0">
                <a:solidFill>
                  <a:srgbClr val="EDEDF2"/>
                </a:solidFill>
                <a:latin typeface="Arial"/>
                <a:ea typeface="Arial"/>
                <a:cs typeface="Arial"/>
              </a:defRPr>
            </a:lvl3pPr>
            <a:lvl4pPr algn="l">
              <a:defRPr sz="1200" b="0">
                <a:solidFill>
                  <a:srgbClr val="EDEDF2"/>
                </a:solidFill>
                <a:latin typeface="Arial"/>
                <a:ea typeface="Arial"/>
                <a:cs typeface="Arial"/>
              </a:defRPr>
            </a:lvl4pPr>
            <a:lvl5pPr algn="l">
              <a:defRPr sz="1200" b="0">
                <a:solidFill>
                  <a:srgbClr val="EDEDF2"/>
                </a:solidFill>
                <a:latin typeface="Arial"/>
                <a:ea typeface="Arial"/>
                <a:cs typeface="Arial"/>
              </a:defRPr>
            </a:lvl5pPr>
            <a:lvl6pPr algn="l">
              <a:defRPr sz="1200" b="0">
                <a:solidFill>
                  <a:srgbClr val="EDEDF2"/>
                </a:solidFill>
                <a:latin typeface="Arial"/>
                <a:ea typeface="Arial"/>
                <a:cs typeface="Arial"/>
              </a:defRPr>
            </a:lvl6pPr>
            <a:lvl7pPr algn="l">
              <a:defRPr sz="1200" b="0">
                <a:solidFill>
                  <a:srgbClr val="EDEDF2"/>
                </a:solidFill>
                <a:latin typeface="Arial"/>
                <a:ea typeface="Arial"/>
                <a:cs typeface="Arial"/>
              </a:defRPr>
            </a:lvl7pPr>
            <a:lvl8pPr algn="l">
              <a:defRPr sz="1200" b="0">
                <a:solidFill>
                  <a:srgbClr val="EDEDF2"/>
                </a:solidFill>
                <a:latin typeface="Arial"/>
                <a:ea typeface="Arial"/>
                <a:cs typeface="Arial"/>
              </a:defRPr>
            </a:lvl8pPr>
            <a:lvl9pPr algn="l">
              <a:defRPr sz="1200" b="0">
                <a:solidFill>
                  <a:srgbClr val="EDEDF2"/>
                </a:solidFill>
                <a:latin typeface="Arial"/>
                <a:ea typeface="Arial"/>
                <a:cs typeface="Arial"/>
              </a:defRPr>
            </a:lvl9pPr>
          </a:lstStyle>
          <a:p>
            <a:pPr algn="l">
              <a:lnSpc>
                <a:spcPct val="105000"/>
              </a:lnSpc>
              <a:buNone/>
              <a:defRPr sz="1200" b="0">
                <a:solidFill>
                  <a:srgbClr val="EDEDF2"/>
                </a:solidFill>
                <a:latin typeface="Arial"/>
                <a:ea typeface="Arial"/>
                <a:cs typeface="Arial"/>
              </a:defRPr>
            </a:pPr>
            <a:r>
              <a:rPr sz="1200" b="0" dirty="0">
                <a:solidFill>
                  <a:srgbClr val="EDEDF2"/>
                </a:solidFill>
                <a:latin typeface="Arial"/>
                <a:ea typeface="Arial"/>
                <a:cs typeface="Arial"/>
              </a:rPr>
              <a:t>NVD / CVE · CISA KEV · FIRST EPSS · OSV</a:t>
            </a:r>
          </a:p>
          <a:p>
            <a:pPr algn="l">
              <a:lnSpc>
                <a:spcPct val="105000"/>
              </a:lnSpc>
              <a:buNone/>
              <a:defRPr sz="1200" b="0">
                <a:solidFill>
                  <a:srgbClr val="EDEDF2"/>
                </a:solidFill>
                <a:latin typeface="Arial"/>
                <a:ea typeface="Arial"/>
                <a:cs typeface="Arial"/>
              </a:defRPr>
            </a:pPr>
            <a:r>
              <a:rPr sz="1200" b="0" dirty="0">
                <a:solidFill>
                  <a:srgbClr val="EDEDF2"/>
                </a:solidFill>
                <a:latin typeface="Arial"/>
                <a:ea typeface="Arial"/>
                <a:cs typeface="Arial"/>
              </a:rPr>
              <a:t>NVD key optional; EPSS and OSV are keyless.</a:t>
            </a:r>
          </a:p>
          <a:p>
            <a:pPr algn="l">
              <a:lnSpc>
                <a:spcPct val="105000"/>
              </a:lnSpc>
              <a:buNone/>
              <a:defRPr sz="1200" b="0">
                <a:solidFill>
                  <a:srgbClr val="EDEDF2"/>
                </a:solidFill>
                <a:latin typeface="Arial"/>
                <a:ea typeface="Arial"/>
                <a:cs typeface="Arial"/>
              </a:defRPr>
            </a:pPr>
            <a:r>
              <a:rPr sz="1200" b="0" dirty="0">
                <a:solidFill>
                  <a:srgbClr val="EDEDF2"/>
                </a:solidFill>
                <a:latin typeface="Arial"/>
                <a:ea typeface="Arial"/>
                <a:cs typeface="Arial"/>
              </a:rPr>
              <a:t>OSV sends package + version only.</a:t>
            </a:r>
          </a:p>
        </p:txBody>
      </p:sp>
      <p:sp>
        <p:nvSpPr>
          <p:cNvPr id="16" name="provider-reputation-panel">
            <a:extLst>
              <a:ext uri="{FF2B5EF4-FFF2-40B4-BE49-F238E27FC236}">
                <a16:creationId xmlns:a16="http://schemas.microsoft.com/office/drawing/2014/main" id="{A352EA87-018B-4B71-8C8A-52F3926323FA}"/>
              </a:ext>
            </a:extLst>
          </p:cNvPr>
          <p:cNvSpPr>
            <a:spLocks noGrp="1"/>
          </p:cNvSpPr>
          <p:nvPr/>
        </p:nvSpPr>
        <p:spPr>
          <a:xfrm>
            <a:off x="8134350" y="1962150"/>
            <a:ext cx="3333750" cy="1314450"/>
          </a:xfrm>
          <a:prstGeom prst="roundRect">
            <a:avLst>
              <a:gd name="adj" fmla="val 8696"/>
            </a:avLst>
          </a:prstGeom>
          <a:solidFill>
            <a:srgbClr val="14141C"/>
          </a:solidFill>
          <a:ln w="9525">
            <a:solidFill>
              <a:srgbClr val="2A2A38"/>
            </a:solidFill>
            <a:prstDash val="solid"/>
          </a:ln>
        </p:spPr>
        <p:txBody>
          <a:bodyPr/>
          <a:lstStyle/>
          <a:p>
            <a:endParaRPr lang="en-IN"/>
          </a:p>
        </p:txBody>
      </p:sp>
      <p:sp>
        <p:nvSpPr>
          <p:cNvPr id="17" name="provider-reputation-stripe">
            <a:extLst>
              <a:ext uri="{FF2B5EF4-FFF2-40B4-BE49-F238E27FC236}">
                <a16:creationId xmlns:a16="http://schemas.microsoft.com/office/drawing/2014/main" id="{B668B016-7456-49FE-996F-6D7221FCEB57}"/>
              </a:ext>
            </a:extLst>
          </p:cNvPr>
          <p:cNvSpPr>
            <a:spLocks noGrp="1"/>
          </p:cNvSpPr>
          <p:nvPr/>
        </p:nvSpPr>
        <p:spPr>
          <a:xfrm>
            <a:off x="8134350" y="1962150"/>
            <a:ext cx="47625" cy="1314450"/>
          </a:xfrm>
          <a:prstGeom prst="rect">
            <a:avLst/>
          </a:prstGeom>
          <a:solidFill>
            <a:srgbClr val="3DE8FF"/>
          </a:solidFill>
          <a:ln w="0">
            <a:noFill/>
            <a:prstDash val="solid"/>
          </a:ln>
        </p:spPr>
        <p:txBody>
          <a:bodyPr/>
          <a:lstStyle/>
          <a:p>
            <a:endParaRPr lang="en-IN"/>
          </a:p>
        </p:txBody>
      </p:sp>
      <p:sp>
        <p:nvSpPr>
          <p:cNvPr id="18" name="provider-reputation-title">
            <a:extLst>
              <a:ext uri="{FF2B5EF4-FFF2-40B4-BE49-F238E27FC236}">
                <a16:creationId xmlns:a16="http://schemas.microsoft.com/office/drawing/2014/main" id="{60B43FA2-08B3-447F-B0E5-0942F5D101F2}"/>
              </a:ext>
            </a:extLst>
          </p:cNvPr>
          <p:cNvSpPr>
            <a:spLocks noGrp="1"/>
          </p:cNvSpPr>
          <p:nvPr/>
        </p:nvSpPr>
        <p:spPr>
          <a:xfrm>
            <a:off x="8305800" y="2076450"/>
            <a:ext cx="3000375" cy="266700"/>
          </a:xfrm>
          <a:prstGeom prst="rect">
            <a:avLst/>
          </a:prstGeom>
          <a:noFill/>
          <a:ln w="0">
            <a:noFill/>
            <a:prstDash val="solid"/>
          </a:ln>
        </p:spPr>
        <p:txBody>
          <a:bodyPr wrap="square" lIns="0" tIns="0" rIns="0" bIns="0" anchor="ctr">
            <a:normAutofit/>
          </a:bodyPr>
          <a:lstStyle>
            <a:defPPr algn="l">
              <a:defRPr sz="1275" b="1">
                <a:solidFill>
                  <a:srgbClr val="3DE8FF"/>
                </a:solidFill>
                <a:latin typeface="Arial"/>
                <a:ea typeface="Arial"/>
                <a:cs typeface="Arial"/>
              </a:defRPr>
            </a:defPPr>
            <a:lvl1pPr algn="l">
              <a:defRPr sz="1275" b="1">
                <a:solidFill>
                  <a:srgbClr val="3DE8FF"/>
                </a:solidFill>
                <a:latin typeface="Arial"/>
                <a:ea typeface="Arial"/>
                <a:cs typeface="Arial"/>
              </a:defRPr>
            </a:lvl1pPr>
            <a:lvl2pPr algn="l">
              <a:defRPr sz="1275" b="1">
                <a:solidFill>
                  <a:srgbClr val="3DE8FF"/>
                </a:solidFill>
                <a:latin typeface="Arial"/>
                <a:ea typeface="Arial"/>
                <a:cs typeface="Arial"/>
              </a:defRPr>
            </a:lvl2pPr>
            <a:lvl3pPr algn="l">
              <a:defRPr sz="1275" b="1">
                <a:solidFill>
                  <a:srgbClr val="3DE8FF"/>
                </a:solidFill>
                <a:latin typeface="Arial"/>
                <a:ea typeface="Arial"/>
                <a:cs typeface="Arial"/>
              </a:defRPr>
            </a:lvl3pPr>
            <a:lvl4pPr algn="l">
              <a:defRPr sz="1275" b="1">
                <a:solidFill>
                  <a:srgbClr val="3DE8FF"/>
                </a:solidFill>
                <a:latin typeface="Arial"/>
                <a:ea typeface="Arial"/>
                <a:cs typeface="Arial"/>
              </a:defRPr>
            </a:lvl4pPr>
            <a:lvl5pPr algn="l">
              <a:defRPr sz="1275" b="1">
                <a:solidFill>
                  <a:srgbClr val="3DE8FF"/>
                </a:solidFill>
                <a:latin typeface="Arial"/>
                <a:ea typeface="Arial"/>
                <a:cs typeface="Arial"/>
              </a:defRPr>
            </a:lvl5pPr>
            <a:lvl6pPr algn="l">
              <a:defRPr sz="1275" b="1">
                <a:solidFill>
                  <a:srgbClr val="3DE8FF"/>
                </a:solidFill>
                <a:latin typeface="Arial"/>
                <a:ea typeface="Arial"/>
                <a:cs typeface="Arial"/>
              </a:defRPr>
            </a:lvl6pPr>
            <a:lvl7pPr algn="l">
              <a:defRPr sz="1275" b="1">
                <a:solidFill>
                  <a:srgbClr val="3DE8FF"/>
                </a:solidFill>
                <a:latin typeface="Arial"/>
                <a:ea typeface="Arial"/>
                <a:cs typeface="Arial"/>
              </a:defRPr>
            </a:lvl7pPr>
            <a:lvl8pPr algn="l">
              <a:defRPr sz="1275" b="1">
                <a:solidFill>
                  <a:srgbClr val="3DE8FF"/>
                </a:solidFill>
                <a:latin typeface="Arial"/>
                <a:ea typeface="Arial"/>
                <a:cs typeface="Arial"/>
              </a:defRPr>
            </a:lvl8pPr>
            <a:lvl9pPr algn="l">
              <a:defRPr sz="1275" b="1">
                <a:solidFill>
                  <a:srgbClr val="3DE8FF"/>
                </a:solidFill>
                <a:latin typeface="Arial"/>
                <a:ea typeface="Arial"/>
                <a:cs typeface="Arial"/>
              </a:defRPr>
            </a:lvl9pPr>
          </a:lstStyle>
          <a:p>
            <a:pPr algn="l">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REPUTATION &amp; BREACH</a:t>
            </a:r>
          </a:p>
        </p:txBody>
      </p:sp>
      <p:sp>
        <p:nvSpPr>
          <p:cNvPr id="19" name="provider-reputation-body">
            <a:extLst>
              <a:ext uri="{FF2B5EF4-FFF2-40B4-BE49-F238E27FC236}">
                <a16:creationId xmlns:a16="http://schemas.microsoft.com/office/drawing/2014/main" id="{7DCF43E6-94EE-4747-BBBE-5438AD4FE91E}"/>
              </a:ext>
            </a:extLst>
          </p:cNvPr>
          <p:cNvSpPr>
            <a:spLocks noGrp="1"/>
          </p:cNvSpPr>
          <p:nvPr/>
        </p:nvSpPr>
        <p:spPr>
          <a:xfrm>
            <a:off x="8305800" y="2409825"/>
            <a:ext cx="3000375" cy="762000"/>
          </a:xfrm>
          <a:prstGeom prst="rect">
            <a:avLst/>
          </a:prstGeom>
          <a:noFill/>
          <a:ln w="0">
            <a:noFill/>
            <a:prstDash val="solid"/>
          </a:ln>
        </p:spPr>
        <p:txBody>
          <a:bodyPr wrap="square" lIns="0" tIns="0" rIns="0" bIns="0" anchor="t">
            <a:normAutofit fontScale="80647"/>
          </a:bodyPr>
          <a:lstStyle>
            <a:defPPr algn="l">
              <a:defRPr sz="1200" b="0">
                <a:solidFill>
                  <a:srgbClr val="EDEDF2"/>
                </a:solidFill>
                <a:latin typeface="Arial"/>
                <a:ea typeface="Arial"/>
                <a:cs typeface="Arial"/>
              </a:defRPr>
            </a:defPPr>
            <a:lvl1pPr algn="l">
              <a:defRPr sz="1200" b="0">
                <a:solidFill>
                  <a:srgbClr val="EDEDF2"/>
                </a:solidFill>
                <a:latin typeface="Arial"/>
                <a:ea typeface="Arial"/>
                <a:cs typeface="Arial"/>
              </a:defRPr>
            </a:lvl1pPr>
            <a:lvl2pPr algn="l">
              <a:defRPr sz="1200" b="0">
                <a:solidFill>
                  <a:srgbClr val="EDEDF2"/>
                </a:solidFill>
                <a:latin typeface="Arial"/>
                <a:ea typeface="Arial"/>
                <a:cs typeface="Arial"/>
              </a:defRPr>
            </a:lvl2pPr>
            <a:lvl3pPr algn="l">
              <a:defRPr sz="1200" b="0">
                <a:solidFill>
                  <a:srgbClr val="EDEDF2"/>
                </a:solidFill>
                <a:latin typeface="Arial"/>
                <a:ea typeface="Arial"/>
                <a:cs typeface="Arial"/>
              </a:defRPr>
            </a:lvl3pPr>
            <a:lvl4pPr algn="l">
              <a:defRPr sz="1200" b="0">
                <a:solidFill>
                  <a:srgbClr val="EDEDF2"/>
                </a:solidFill>
                <a:latin typeface="Arial"/>
                <a:ea typeface="Arial"/>
                <a:cs typeface="Arial"/>
              </a:defRPr>
            </a:lvl4pPr>
            <a:lvl5pPr algn="l">
              <a:defRPr sz="1200" b="0">
                <a:solidFill>
                  <a:srgbClr val="EDEDF2"/>
                </a:solidFill>
                <a:latin typeface="Arial"/>
                <a:ea typeface="Arial"/>
                <a:cs typeface="Arial"/>
              </a:defRPr>
            </a:lvl5pPr>
            <a:lvl6pPr algn="l">
              <a:defRPr sz="1200" b="0">
                <a:solidFill>
                  <a:srgbClr val="EDEDF2"/>
                </a:solidFill>
                <a:latin typeface="Arial"/>
                <a:ea typeface="Arial"/>
                <a:cs typeface="Arial"/>
              </a:defRPr>
            </a:lvl6pPr>
            <a:lvl7pPr algn="l">
              <a:defRPr sz="1200" b="0">
                <a:solidFill>
                  <a:srgbClr val="EDEDF2"/>
                </a:solidFill>
                <a:latin typeface="Arial"/>
                <a:ea typeface="Arial"/>
                <a:cs typeface="Arial"/>
              </a:defRPr>
            </a:lvl7pPr>
            <a:lvl8pPr algn="l">
              <a:defRPr sz="1200" b="0">
                <a:solidFill>
                  <a:srgbClr val="EDEDF2"/>
                </a:solidFill>
                <a:latin typeface="Arial"/>
                <a:ea typeface="Arial"/>
                <a:cs typeface="Arial"/>
              </a:defRPr>
            </a:lvl8pPr>
            <a:lvl9pPr algn="l">
              <a:defRPr sz="1200" b="0">
                <a:solidFill>
                  <a:srgbClr val="EDEDF2"/>
                </a:solidFill>
                <a:latin typeface="Arial"/>
                <a:ea typeface="Arial"/>
                <a:cs typeface="Arial"/>
              </a:defRPr>
            </a:lvl9pPr>
          </a:lstStyle>
          <a:p>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VirusTotal: existing reports · HIBP: explicit email lookup</a:t>
            </a:r>
          </a:p>
          <a:p>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VT / HIBP email lookups need provider keys.</a:t>
            </a:r>
          </a:p>
          <a:p>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XposedOrNot is opt-in and requires consent; HIBP password screening is keyless.</a:t>
            </a:r>
          </a:p>
        </p:txBody>
      </p:sp>
      <p:sp>
        <p:nvSpPr>
          <p:cNvPr id="20" name="provider-feeds-panel">
            <a:extLst>
              <a:ext uri="{FF2B5EF4-FFF2-40B4-BE49-F238E27FC236}">
                <a16:creationId xmlns:a16="http://schemas.microsoft.com/office/drawing/2014/main" id="{C9589A59-D1E6-421D-B335-649F2AF20FC0}"/>
              </a:ext>
            </a:extLst>
          </p:cNvPr>
          <p:cNvSpPr>
            <a:spLocks noGrp="1"/>
          </p:cNvSpPr>
          <p:nvPr/>
        </p:nvSpPr>
        <p:spPr>
          <a:xfrm>
            <a:off x="8134350" y="3657600"/>
            <a:ext cx="3333750" cy="1314450"/>
          </a:xfrm>
          <a:prstGeom prst="roundRect">
            <a:avLst>
              <a:gd name="adj" fmla="val 8696"/>
            </a:avLst>
          </a:prstGeom>
          <a:solidFill>
            <a:srgbClr val="14141C"/>
          </a:solidFill>
          <a:ln w="9525">
            <a:solidFill>
              <a:srgbClr val="2A2A38"/>
            </a:solidFill>
            <a:prstDash val="solid"/>
          </a:ln>
        </p:spPr>
        <p:txBody>
          <a:bodyPr/>
          <a:lstStyle/>
          <a:p>
            <a:endParaRPr lang="en-IN"/>
          </a:p>
        </p:txBody>
      </p:sp>
      <p:sp>
        <p:nvSpPr>
          <p:cNvPr id="21" name="provider-feeds-stripe">
            <a:extLst>
              <a:ext uri="{FF2B5EF4-FFF2-40B4-BE49-F238E27FC236}">
                <a16:creationId xmlns:a16="http://schemas.microsoft.com/office/drawing/2014/main" id="{C6D011D8-60B4-4F0F-ACC8-C2C80FAFAE42}"/>
              </a:ext>
            </a:extLst>
          </p:cNvPr>
          <p:cNvSpPr>
            <a:spLocks noGrp="1"/>
          </p:cNvSpPr>
          <p:nvPr/>
        </p:nvSpPr>
        <p:spPr>
          <a:xfrm>
            <a:off x="8134350" y="3657600"/>
            <a:ext cx="47625" cy="1314450"/>
          </a:xfrm>
          <a:prstGeom prst="rect">
            <a:avLst/>
          </a:prstGeom>
          <a:solidFill>
            <a:srgbClr val="8B7CF6"/>
          </a:solidFill>
          <a:ln w="0">
            <a:noFill/>
            <a:prstDash val="solid"/>
          </a:ln>
        </p:spPr>
        <p:txBody>
          <a:bodyPr/>
          <a:lstStyle/>
          <a:p>
            <a:endParaRPr lang="en-IN"/>
          </a:p>
        </p:txBody>
      </p:sp>
      <p:sp>
        <p:nvSpPr>
          <p:cNvPr id="22" name="provider-feeds-title">
            <a:extLst>
              <a:ext uri="{FF2B5EF4-FFF2-40B4-BE49-F238E27FC236}">
                <a16:creationId xmlns:a16="http://schemas.microsoft.com/office/drawing/2014/main" id="{4C82598A-9E97-4BD0-873A-15D84BEE72E6}"/>
              </a:ext>
            </a:extLst>
          </p:cNvPr>
          <p:cNvSpPr>
            <a:spLocks noGrp="1"/>
          </p:cNvSpPr>
          <p:nvPr/>
        </p:nvSpPr>
        <p:spPr>
          <a:xfrm>
            <a:off x="8305800" y="3771900"/>
            <a:ext cx="3000375" cy="266700"/>
          </a:xfrm>
          <a:prstGeom prst="rect">
            <a:avLst/>
          </a:prstGeom>
          <a:noFill/>
          <a:ln w="0">
            <a:noFill/>
            <a:prstDash val="solid"/>
          </a:ln>
        </p:spPr>
        <p:txBody>
          <a:bodyPr wrap="square" lIns="0" tIns="0" rIns="0" bIns="0" anchor="ctr">
            <a:normAutofit/>
          </a:bodyPr>
          <a:lstStyle>
            <a:defPPr algn="l">
              <a:defRPr sz="1275" b="1">
                <a:solidFill>
                  <a:srgbClr val="8B7CF6"/>
                </a:solidFill>
                <a:latin typeface="Arial"/>
                <a:ea typeface="Arial"/>
                <a:cs typeface="Arial"/>
              </a:defRPr>
            </a:defPPr>
            <a:lvl1pPr algn="l">
              <a:defRPr sz="1275" b="1">
                <a:solidFill>
                  <a:srgbClr val="8B7CF6"/>
                </a:solidFill>
                <a:latin typeface="Arial"/>
                <a:ea typeface="Arial"/>
                <a:cs typeface="Arial"/>
              </a:defRPr>
            </a:lvl1pPr>
            <a:lvl2pPr algn="l">
              <a:defRPr sz="1275" b="1">
                <a:solidFill>
                  <a:srgbClr val="8B7CF6"/>
                </a:solidFill>
                <a:latin typeface="Arial"/>
                <a:ea typeface="Arial"/>
                <a:cs typeface="Arial"/>
              </a:defRPr>
            </a:lvl2pPr>
            <a:lvl3pPr algn="l">
              <a:defRPr sz="1275" b="1">
                <a:solidFill>
                  <a:srgbClr val="8B7CF6"/>
                </a:solidFill>
                <a:latin typeface="Arial"/>
                <a:ea typeface="Arial"/>
                <a:cs typeface="Arial"/>
              </a:defRPr>
            </a:lvl3pPr>
            <a:lvl4pPr algn="l">
              <a:defRPr sz="1275" b="1">
                <a:solidFill>
                  <a:srgbClr val="8B7CF6"/>
                </a:solidFill>
                <a:latin typeface="Arial"/>
                <a:ea typeface="Arial"/>
                <a:cs typeface="Arial"/>
              </a:defRPr>
            </a:lvl4pPr>
            <a:lvl5pPr algn="l">
              <a:defRPr sz="1275" b="1">
                <a:solidFill>
                  <a:srgbClr val="8B7CF6"/>
                </a:solidFill>
                <a:latin typeface="Arial"/>
                <a:ea typeface="Arial"/>
                <a:cs typeface="Arial"/>
              </a:defRPr>
            </a:lvl5pPr>
            <a:lvl6pPr algn="l">
              <a:defRPr sz="1275" b="1">
                <a:solidFill>
                  <a:srgbClr val="8B7CF6"/>
                </a:solidFill>
                <a:latin typeface="Arial"/>
                <a:ea typeface="Arial"/>
                <a:cs typeface="Arial"/>
              </a:defRPr>
            </a:lvl6pPr>
            <a:lvl7pPr algn="l">
              <a:defRPr sz="1275" b="1">
                <a:solidFill>
                  <a:srgbClr val="8B7CF6"/>
                </a:solidFill>
                <a:latin typeface="Arial"/>
                <a:ea typeface="Arial"/>
                <a:cs typeface="Arial"/>
              </a:defRPr>
            </a:lvl7pPr>
            <a:lvl8pPr algn="l">
              <a:defRPr sz="1275" b="1">
                <a:solidFill>
                  <a:srgbClr val="8B7CF6"/>
                </a:solidFill>
                <a:latin typeface="Arial"/>
                <a:ea typeface="Arial"/>
                <a:cs typeface="Arial"/>
              </a:defRPr>
            </a:lvl8pPr>
            <a:lvl9pPr algn="l">
              <a:defRPr sz="1275" b="1">
                <a:solidFill>
                  <a:srgbClr val="8B7CF6"/>
                </a:solidFill>
                <a:latin typeface="Arial"/>
                <a:ea typeface="Arial"/>
                <a:cs typeface="Arial"/>
              </a:defRPr>
            </a:lvl9pPr>
          </a:lstStyle>
          <a:p>
            <a:pPr algn="l">
              <a:lnSpc>
                <a:spcPct val="100000"/>
              </a:lnSpc>
              <a:buNone/>
              <a:defRPr sz="1275" b="1">
                <a:solidFill>
                  <a:srgbClr val="8B7CF6"/>
                </a:solidFill>
                <a:latin typeface="Arial"/>
                <a:ea typeface="Arial"/>
                <a:cs typeface="Arial"/>
              </a:defRPr>
            </a:pPr>
            <a:r>
              <a:rPr sz="1275" b="1">
                <a:solidFill>
                  <a:srgbClr val="8B7CF6"/>
                </a:solidFill>
                <a:latin typeface="Arial"/>
                <a:ea typeface="Arial"/>
                <a:cs typeface="Arial"/>
              </a:rPr>
              <a:t>FEEDS &amp; THREAT KNOWLEDGE</a:t>
            </a:r>
          </a:p>
        </p:txBody>
      </p:sp>
      <p:sp>
        <p:nvSpPr>
          <p:cNvPr id="23" name="provider-feeds-body">
            <a:extLst>
              <a:ext uri="{FF2B5EF4-FFF2-40B4-BE49-F238E27FC236}">
                <a16:creationId xmlns:a16="http://schemas.microsoft.com/office/drawing/2014/main" id="{5D4511A6-AA81-4A4C-8952-541329B30EFE}"/>
              </a:ext>
            </a:extLst>
          </p:cNvPr>
          <p:cNvSpPr>
            <a:spLocks noGrp="1"/>
          </p:cNvSpPr>
          <p:nvPr/>
        </p:nvSpPr>
        <p:spPr>
          <a:xfrm>
            <a:off x="8305800" y="4105275"/>
            <a:ext cx="3000375" cy="762000"/>
          </a:xfrm>
          <a:prstGeom prst="rect">
            <a:avLst/>
          </a:prstGeom>
          <a:noFill/>
          <a:ln w="0">
            <a:noFill/>
            <a:prstDash val="solid"/>
          </a:ln>
        </p:spPr>
        <p:txBody>
          <a:bodyPr wrap="square" lIns="0" tIns="0" rIns="0" bIns="0" anchor="t">
            <a:normAutofit fontScale="93022"/>
          </a:bodyPr>
          <a:lstStyle>
            <a:defPPr algn="l">
              <a:defRPr sz="1200" b="0">
                <a:solidFill>
                  <a:srgbClr val="EDEDF2"/>
                </a:solidFill>
                <a:latin typeface="Arial"/>
                <a:ea typeface="Arial"/>
                <a:cs typeface="Arial"/>
              </a:defRPr>
            </a:defPPr>
            <a:lvl1pPr algn="l">
              <a:defRPr sz="1200" b="0">
                <a:solidFill>
                  <a:srgbClr val="EDEDF2"/>
                </a:solidFill>
                <a:latin typeface="Arial"/>
                <a:ea typeface="Arial"/>
                <a:cs typeface="Arial"/>
              </a:defRPr>
            </a:lvl1pPr>
            <a:lvl2pPr algn="l">
              <a:defRPr sz="1200" b="0">
                <a:solidFill>
                  <a:srgbClr val="EDEDF2"/>
                </a:solidFill>
                <a:latin typeface="Arial"/>
                <a:ea typeface="Arial"/>
                <a:cs typeface="Arial"/>
              </a:defRPr>
            </a:lvl2pPr>
            <a:lvl3pPr algn="l">
              <a:defRPr sz="1200" b="0">
                <a:solidFill>
                  <a:srgbClr val="EDEDF2"/>
                </a:solidFill>
                <a:latin typeface="Arial"/>
                <a:ea typeface="Arial"/>
                <a:cs typeface="Arial"/>
              </a:defRPr>
            </a:lvl3pPr>
            <a:lvl4pPr algn="l">
              <a:defRPr sz="1200" b="0">
                <a:solidFill>
                  <a:srgbClr val="EDEDF2"/>
                </a:solidFill>
                <a:latin typeface="Arial"/>
                <a:ea typeface="Arial"/>
                <a:cs typeface="Arial"/>
              </a:defRPr>
            </a:lvl4pPr>
            <a:lvl5pPr algn="l">
              <a:defRPr sz="1200" b="0">
                <a:solidFill>
                  <a:srgbClr val="EDEDF2"/>
                </a:solidFill>
                <a:latin typeface="Arial"/>
                <a:ea typeface="Arial"/>
                <a:cs typeface="Arial"/>
              </a:defRPr>
            </a:lvl5pPr>
            <a:lvl6pPr algn="l">
              <a:defRPr sz="1200" b="0">
                <a:solidFill>
                  <a:srgbClr val="EDEDF2"/>
                </a:solidFill>
                <a:latin typeface="Arial"/>
                <a:ea typeface="Arial"/>
                <a:cs typeface="Arial"/>
              </a:defRPr>
            </a:lvl6pPr>
            <a:lvl7pPr algn="l">
              <a:defRPr sz="1200" b="0">
                <a:solidFill>
                  <a:srgbClr val="EDEDF2"/>
                </a:solidFill>
                <a:latin typeface="Arial"/>
                <a:ea typeface="Arial"/>
                <a:cs typeface="Arial"/>
              </a:defRPr>
            </a:lvl7pPr>
            <a:lvl8pPr algn="l">
              <a:defRPr sz="1200" b="0">
                <a:solidFill>
                  <a:srgbClr val="EDEDF2"/>
                </a:solidFill>
                <a:latin typeface="Arial"/>
                <a:ea typeface="Arial"/>
                <a:cs typeface="Arial"/>
              </a:defRPr>
            </a:lvl8pPr>
            <a:lvl9pPr algn="l">
              <a:defRPr sz="1200" b="0">
                <a:solidFill>
                  <a:srgbClr val="EDEDF2"/>
                </a:solidFill>
                <a:latin typeface="Arial"/>
                <a:ea typeface="Arial"/>
                <a:cs typeface="Arial"/>
              </a:defRPr>
            </a:lvl9pPr>
          </a:lstStyle>
          <a:p>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Spamhaus DROP + CINS Army: local snapshots</a:t>
            </a:r>
          </a:p>
          <a:p>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OpenPhish: optional and terms-restricted</a:t>
            </a:r>
          </a:p>
          <a:p>
            <a:pPr algn="l">
              <a:lnSpc>
                <a:spcPct val="105000"/>
              </a:lnSpc>
              <a:buNone/>
              <a:defRPr sz="1200" b="0">
                <a:solidFill>
                  <a:srgbClr val="EDEDF2"/>
                </a:solidFill>
                <a:latin typeface="Arial"/>
                <a:ea typeface="Arial"/>
                <a:cs typeface="Arial"/>
              </a:defRPr>
            </a:pPr>
            <a:r>
              <a:rPr sz="1200" b="0">
                <a:solidFill>
                  <a:srgbClr val="EDEDF2"/>
                </a:solidFill>
                <a:latin typeface="Arial"/>
                <a:ea typeface="Arial"/>
                <a:cs typeface="Arial"/>
              </a:rPr>
              <a:t>MITRE ATT&amp;CK: Admin-triggered catalog sync.</a:t>
            </a:r>
          </a:p>
        </p:txBody>
      </p:sp>
      <p:sp>
        <p:nvSpPr>
          <p:cNvPr id="24" name="provider-worker-surface">
            <a:extLst>
              <a:ext uri="{FF2B5EF4-FFF2-40B4-BE49-F238E27FC236}">
                <a16:creationId xmlns:a16="http://schemas.microsoft.com/office/drawing/2014/main" id="{C3C14033-9A6D-48DC-912E-C51A6379435E}"/>
              </a:ext>
            </a:extLst>
          </p:cNvPr>
          <p:cNvSpPr>
            <a:spLocks noGrp="1"/>
          </p:cNvSpPr>
          <p:nvPr/>
        </p:nvSpPr>
        <p:spPr>
          <a:xfrm>
            <a:off x="4667250" y="2781300"/>
            <a:ext cx="2857500" cy="1047750"/>
          </a:xfrm>
          <a:prstGeom prst="roundRect">
            <a:avLst>
              <a:gd name="adj" fmla="val 10909"/>
            </a:avLst>
          </a:prstGeom>
          <a:solidFill>
            <a:srgbClr val="13232C"/>
          </a:solidFill>
          <a:ln w="19050">
            <a:solidFill>
              <a:srgbClr val="3DE8FF"/>
            </a:solidFill>
            <a:prstDash val="solid"/>
          </a:ln>
        </p:spPr>
        <p:txBody>
          <a:bodyPr/>
          <a:lstStyle/>
          <a:p>
            <a:endParaRPr lang="en-IN"/>
          </a:p>
        </p:txBody>
      </p:sp>
      <p:sp>
        <p:nvSpPr>
          <p:cNvPr id="25" name="provider-worker-heading">
            <a:extLst>
              <a:ext uri="{FF2B5EF4-FFF2-40B4-BE49-F238E27FC236}">
                <a16:creationId xmlns:a16="http://schemas.microsoft.com/office/drawing/2014/main" id="{07A31B66-0C68-4193-832A-0148E45115A5}"/>
              </a:ext>
            </a:extLst>
          </p:cNvPr>
          <p:cNvSpPr>
            <a:spLocks noGrp="1"/>
          </p:cNvSpPr>
          <p:nvPr/>
        </p:nvSpPr>
        <p:spPr>
          <a:xfrm>
            <a:off x="4781550" y="2876550"/>
            <a:ext cx="2628900" cy="285750"/>
          </a:xfrm>
          <a:prstGeom prst="rect">
            <a:avLst/>
          </a:prstGeom>
          <a:noFill/>
          <a:ln w="0">
            <a:noFill/>
            <a:prstDash val="solid"/>
          </a:ln>
        </p:spPr>
        <p:txBody>
          <a:bodyPr wrap="square" lIns="0" tIns="0" rIns="0" bIns="0" anchor="ctr">
            <a:normAutofit/>
          </a:bodyPr>
          <a:lstStyle>
            <a:defPPr algn="ctr">
              <a:defRPr sz="1500" b="1">
                <a:solidFill>
                  <a:srgbClr val="EDEDF2"/>
                </a:solidFill>
                <a:latin typeface="Arial"/>
                <a:ea typeface="Arial"/>
                <a:cs typeface="Arial"/>
              </a:defRPr>
            </a:defPPr>
            <a:lvl1pPr algn="ctr">
              <a:defRPr sz="1500" b="1">
                <a:solidFill>
                  <a:srgbClr val="EDEDF2"/>
                </a:solidFill>
                <a:latin typeface="Arial"/>
                <a:ea typeface="Arial"/>
                <a:cs typeface="Arial"/>
              </a:defRPr>
            </a:lvl1pPr>
            <a:lvl2pPr algn="ctr">
              <a:defRPr sz="1500" b="1">
                <a:solidFill>
                  <a:srgbClr val="EDEDF2"/>
                </a:solidFill>
                <a:latin typeface="Arial"/>
                <a:ea typeface="Arial"/>
                <a:cs typeface="Arial"/>
              </a:defRPr>
            </a:lvl2pPr>
            <a:lvl3pPr algn="ctr">
              <a:defRPr sz="1500" b="1">
                <a:solidFill>
                  <a:srgbClr val="EDEDF2"/>
                </a:solidFill>
                <a:latin typeface="Arial"/>
                <a:ea typeface="Arial"/>
                <a:cs typeface="Arial"/>
              </a:defRPr>
            </a:lvl3pPr>
            <a:lvl4pPr algn="ctr">
              <a:defRPr sz="1500" b="1">
                <a:solidFill>
                  <a:srgbClr val="EDEDF2"/>
                </a:solidFill>
                <a:latin typeface="Arial"/>
                <a:ea typeface="Arial"/>
                <a:cs typeface="Arial"/>
              </a:defRPr>
            </a:lvl4pPr>
            <a:lvl5pPr algn="ctr">
              <a:defRPr sz="1500" b="1">
                <a:solidFill>
                  <a:srgbClr val="EDEDF2"/>
                </a:solidFill>
                <a:latin typeface="Arial"/>
                <a:ea typeface="Arial"/>
                <a:cs typeface="Arial"/>
              </a:defRPr>
            </a:lvl5pPr>
            <a:lvl6pPr algn="ctr">
              <a:defRPr sz="1500" b="1">
                <a:solidFill>
                  <a:srgbClr val="EDEDF2"/>
                </a:solidFill>
                <a:latin typeface="Arial"/>
                <a:ea typeface="Arial"/>
                <a:cs typeface="Arial"/>
              </a:defRPr>
            </a:lvl6pPr>
            <a:lvl7pPr algn="ctr">
              <a:defRPr sz="1500" b="1">
                <a:solidFill>
                  <a:srgbClr val="EDEDF2"/>
                </a:solidFill>
                <a:latin typeface="Arial"/>
                <a:ea typeface="Arial"/>
                <a:cs typeface="Arial"/>
              </a:defRPr>
            </a:lvl7pPr>
            <a:lvl8pPr algn="ctr">
              <a:defRPr sz="1500" b="1">
                <a:solidFill>
                  <a:srgbClr val="EDEDF2"/>
                </a:solidFill>
                <a:latin typeface="Arial"/>
                <a:ea typeface="Arial"/>
                <a:cs typeface="Arial"/>
              </a:defRPr>
            </a:lvl8pPr>
            <a:lvl9pPr algn="ctr">
              <a:defRPr sz="1500" b="1">
                <a:solidFill>
                  <a:srgbClr val="EDEDF2"/>
                </a:solidFill>
                <a:latin typeface="Arial"/>
                <a:ea typeface="Arial"/>
                <a:cs typeface="Arial"/>
              </a:defRPr>
            </a:lvl9pPr>
          </a:lstStyle>
          <a:p>
            <a:pPr algn="ctr">
              <a:lnSpc>
                <a:spcPct val="100000"/>
              </a:lnSpc>
              <a:buNone/>
              <a:defRPr sz="1500" b="1">
                <a:solidFill>
                  <a:srgbClr val="EDEDF2"/>
                </a:solidFill>
                <a:latin typeface="Arial"/>
                <a:ea typeface="Arial"/>
                <a:cs typeface="Arial"/>
              </a:defRPr>
            </a:pPr>
            <a:r>
              <a:rPr sz="1500" b="1">
                <a:solidFill>
                  <a:srgbClr val="EDEDF2"/>
                </a:solidFill>
                <a:latin typeface="Arial"/>
                <a:ea typeface="Arial"/>
                <a:cs typeface="Arial"/>
              </a:rPr>
              <a:t>Backend collectors</a:t>
            </a:r>
          </a:p>
        </p:txBody>
      </p:sp>
      <p:sp>
        <p:nvSpPr>
          <p:cNvPr id="26" name="provider-worker-detail">
            <a:extLst>
              <a:ext uri="{FF2B5EF4-FFF2-40B4-BE49-F238E27FC236}">
                <a16:creationId xmlns:a16="http://schemas.microsoft.com/office/drawing/2014/main" id="{B39BD2A6-454B-4151-AC19-638A21C0357B}"/>
              </a:ext>
            </a:extLst>
          </p:cNvPr>
          <p:cNvSpPr>
            <a:spLocks noGrp="1"/>
          </p:cNvSpPr>
          <p:nvPr/>
        </p:nvSpPr>
        <p:spPr>
          <a:xfrm>
            <a:off x="4781550" y="3190875"/>
            <a:ext cx="2628900" cy="59055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Safe outbound client · provider adapters</a:t>
            </a:r>
          </a:p>
        </p:txBody>
      </p:sp>
      <p:sp>
        <p:nvSpPr>
          <p:cNvPr id="27" name="provider-evidence-surface">
            <a:extLst>
              <a:ext uri="{FF2B5EF4-FFF2-40B4-BE49-F238E27FC236}">
                <a16:creationId xmlns:a16="http://schemas.microsoft.com/office/drawing/2014/main" id="{488A1266-FDB4-46D3-A2FC-892658728D5C}"/>
              </a:ext>
            </a:extLst>
          </p:cNvPr>
          <p:cNvSpPr>
            <a:spLocks noGrp="1"/>
          </p:cNvSpPr>
          <p:nvPr/>
        </p:nvSpPr>
        <p:spPr>
          <a:xfrm>
            <a:off x="4953000" y="4286250"/>
            <a:ext cx="2286000" cy="685800"/>
          </a:xfrm>
          <a:prstGeom prst="roundRect">
            <a:avLst>
              <a:gd name="adj" fmla="val 16667"/>
            </a:avLst>
          </a:prstGeom>
          <a:solidFill>
            <a:srgbClr val="211E38"/>
          </a:solidFill>
          <a:ln w="19050">
            <a:solidFill>
              <a:srgbClr val="8B7CF6"/>
            </a:solidFill>
            <a:prstDash val="solid"/>
          </a:ln>
        </p:spPr>
        <p:txBody>
          <a:bodyPr/>
          <a:lstStyle/>
          <a:p>
            <a:endParaRPr lang="en-IN"/>
          </a:p>
        </p:txBody>
      </p:sp>
      <p:sp>
        <p:nvSpPr>
          <p:cNvPr id="28" name="provider-evidence-heading">
            <a:extLst>
              <a:ext uri="{FF2B5EF4-FFF2-40B4-BE49-F238E27FC236}">
                <a16:creationId xmlns:a16="http://schemas.microsoft.com/office/drawing/2014/main" id="{173031C9-1553-4F81-BE2E-C9CB60368A4E}"/>
              </a:ext>
            </a:extLst>
          </p:cNvPr>
          <p:cNvSpPr>
            <a:spLocks noGrp="1"/>
          </p:cNvSpPr>
          <p:nvPr/>
        </p:nvSpPr>
        <p:spPr>
          <a:xfrm>
            <a:off x="5067300" y="4381500"/>
            <a:ext cx="2057400" cy="285750"/>
          </a:xfrm>
          <a:prstGeom prst="rect">
            <a:avLst/>
          </a:prstGeom>
          <a:noFill/>
          <a:ln w="0">
            <a:noFill/>
            <a:prstDash val="solid"/>
          </a:ln>
        </p:spPr>
        <p:txBody>
          <a:bodyPr wrap="square" lIns="0" tIns="0" rIns="0" bIns="0" anchor="ctr">
            <a:normAutofit/>
          </a:bodyPr>
          <a:lstStyle>
            <a:defPPr algn="ctr">
              <a:defRPr sz="1350" b="1">
                <a:solidFill>
                  <a:srgbClr val="EDEDF2"/>
                </a:solidFill>
                <a:latin typeface="Arial"/>
                <a:ea typeface="Arial"/>
                <a:cs typeface="Arial"/>
              </a:defRPr>
            </a:defPPr>
            <a:lvl1pPr algn="ctr">
              <a:defRPr sz="1350" b="1">
                <a:solidFill>
                  <a:srgbClr val="EDEDF2"/>
                </a:solidFill>
                <a:latin typeface="Arial"/>
                <a:ea typeface="Arial"/>
                <a:cs typeface="Arial"/>
              </a:defRPr>
            </a:lvl1pPr>
            <a:lvl2pPr algn="ctr">
              <a:defRPr sz="1350" b="1">
                <a:solidFill>
                  <a:srgbClr val="EDEDF2"/>
                </a:solidFill>
                <a:latin typeface="Arial"/>
                <a:ea typeface="Arial"/>
                <a:cs typeface="Arial"/>
              </a:defRPr>
            </a:lvl2pPr>
            <a:lvl3pPr algn="ctr">
              <a:defRPr sz="1350" b="1">
                <a:solidFill>
                  <a:srgbClr val="EDEDF2"/>
                </a:solidFill>
                <a:latin typeface="Arial"/>
                <a:ea typeface="Arial"/>
                <a:cs typeface="Arial"/>
              </a:defRPr>
            </a:lvl3pPr>
            <a:lvl4pPr algn="ctr">
              <a:defRPr sz="1350" b="1">
                <a:solidFill>
                  <a:srgbClr val="EDEDF2"/>
                </a:solidFill>
                <a:latin typeface="Arial"/>
                <a:ea typeface="Arial"/>
                <a:cs typeface="Arial"/>
              </a:defRPr>
            </a:lvl4pPr>
            <a:lvl5pPr algn="ctr">
              <a:defRPr sz="1350" b="1">
                <a:solidFill>
                  <a:srgbClr val="EDEDF2"/>
                </a:solidFill>
                <a:latin typeface="Arial"/>
                <a:ea typeface="Arial"/>
                <a:cs typeface="Arial"/>
              </a:defRPr>
            </a:lvl5pPr>
            <a:lvl6pPr algn="ctr">
              <a:defRPr sz="1350" b="1">
                <a:solidFill>
                  <a:srgbClr val="EDEDF2"/>
                </a:solidFill>
                <a:latin typeface="Arial"/>
                <a:ea typeface="Arial"/>
                <a:cs typeface="Arial"/>
              </a:defRPr>
            </a:lvl6pPr>
            <a:lvl7pPr algn="ctr">
              <a:defRPr sz="1350" b="1">
                <a:solidFill>
                  <a:srgbClr val="EDEDF2"/>
                </a:solidFill>
                <a:latin typeface="Arial"/>
                <a:ea typeface="Arial"/>
                <a:cs typeface="Arial"/>
              </a:defRPr>
            </a:lvl7pPr>
            <a:lvl8pPr algn="ctr">
              <a:defRPr sz="1350" b="1">
                <a:solidFill>
                  <a:srgbClr val="EDEDF2"/>
                </a:solidFill>
                <a:latin typeface="Arial"/>
                <a:ea typeface="Arial"/>
                <a:cs typeface="Arial"/>
              </a:defRPr>
            </a:lvl8pPr>
            <a:lvl9pPr algn="ctr">
              <a:defRPr sz="1350" b="1">
                <a:solidFill>
                  <a:srgbClr val="EDEDF2"/>
                </a:solidFill>
                <a:latin typeface="Arial"/>
                <a:ea typeface="Arial"/>
                <a:cs typeface="Arial"/>
              </a:defRPr>
            </a:lvl9pPr>
          </a:lstStyle>
          <a:p>
            <a:pPr algn="ctr">
              <a:lnSpc>
                <a:spcPct val="100000"/>
              </a:lnSpc>
              <a:buNone/>
              <a:defRPr sz="1350" b="1">
                <a:solidFill>
                  <a:srgbClr val="EDEDF2"/>
                </a:solidFill>
                <a:latin typeface="Arial"/>
                <a:ea typeface="Arial"/>
                <a:cs typeface="Arial"/>
              </a:defRPr>
            </a:pPr>
            <a:r>
              <a:rPr sz="1350" b="1">
                <a:solidFill>
                  <a:srgbClr val="EDEDF2"/>
                </a:solidFill>
                <a:latin typeface="Arial"/>
                <a:ea typeface="Arial"/>
                <a:cs typeface="Arial"/>
              </a:rPr>
              <a:t>PostgreSQL evidence</a:t>
            </a:r>
          </a:p>
        </p:txBody>
      </p:sp>
      <p:sp>
        <p:nvSpPr>
          <p:cNvPr id="29" name="provider-evidence-detail">
            <a:extLst>
              <a:ext uri="{FF2B5EF4-FFF2-40B4-BE49-F238E27FC236}">
                <a16:creationId xmlns:a16="http://schemas.microsoft.com/office/drawing/2014/main" id="{235F6B24-B7EB-463C-8B38-1522197CAB27}"/>
              </a:ext>
            </a:extLst>
          </p:cNvPr>
          <p:cNvSpPr>
            <a:spLocks noGrp="1"/>
          </p:cNvSpPr>
          <p:nvPr/>
        </p:nvSpPr>
        <p:spPr>
          <a:xfrm>
            <a:off x="5067300" y="4695825"/>
            <a:ext cx="2057400" cy="228600"/>
          </a:xfrm>
          <a:prstGeom prst="rect">
            <a:avLst/>
          </a:prstGeom>
          <a:noFill/>
          <a:ln w="0">
            <a:noFill/>
            <a:prstDash val="solid"/>
          </a:ln>
        </p:spPr>
        <p:txBody>
          <a:bodyPr wrap="square" lIns="0" tIns="0" rIns="0" bIns="0" anchor="ctr">
            <a:normAutofit fontScale="91897"/>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98000"/>
              </a:lnSpc>
              <a:buNone/>
              <a:defRPr sz="1200" b="0">
                <a:solidFill>
                  <a:srgbClr val="C9C9D4"/>
                </a:solidFill>
                <a:latin typeface="Arial"/>
                <a:ea typeface="Arial"/>
                <a:cs typeface="Arial"/>
              </a:defRPr>
            </a:pPr>
            <a:r>
              <a:rPr sz="1200" b="0">
                <a:solidFill>
                  <a:srgbClr val="C9C9D4"/>
                </a:solidFill>
                <a:latin typeface="Arial"/>
                <a:ea typeface="Arial"/>
                <a:cs typeface="Arial"/>
              </a:rPr>
              <a:t>Source · time · status · freshness</a:t>
            </a:r>
          </a:p>
        </p:txBody>
      </p:sp>
      <p:sp>
        <p:nvSpPr>
          <p:cNvPr id="35" name="provider-mode-bg">
            <a:extLst>
              <a:ext uri="{FF2B5EF4-FFF2-40B4-BE49-F238E27FC236}">
                <a16:creationId xmlns:a16="http://schemas.microsoft.com/office/drawing/2014/main" id="{A3F574AE-DC41-445C-BDEB-D091E39CC7AA}"/>
              </a:ext>
            </a:extLst>
          </p:cNvPr>
          <p:cNvSpPr>
            <a:spLocks noGrp="1"/>
          </p:cNvSpPr>
          <p:nvPr/>
        </p:nvSpPr>
        <p:spPr>
          <a:xfrm>
            <a:off x="723900" y="5295900"/>
            <a:ext cx="10744200" cy="685800"/>
          </a:xfrm>
          <a:prstGeom prst="roundRect">
            <a:avLst>
              <a:gd name="adj" fmla="val 15278"/>
            </a:avLst>
          </a:prstGeom>
          <a:solidFill>
            <a:srgbClr val="14141C"/>
          </a:solidFill>
          <a:ln w="9525">
            <a:solidFill>
              <a:srgbClr val="2A2A38"/>
            </a:solidFill>
            <a:prstDash val="solid"/>
          </a:ln>
        </p:spPr>
        <p:txBody>
          <a:bodyPr/>
          <a:lstStyle/>
          <a:p>
            <a:endParaRPr lang="en-IN"/>
          </a:p>
        </p:txBody>
      </p:sp>
      <p:sp>
        <p:nvSpPr>
          <p:cNvPr id="36" name="provider-mode">
            <a:extLst>
              <a:ext uri="{FF2B5EF4-FFF2-40B4-BE49-F238E27FC236}">
                <a16:creationId xmlns:a16="http://schemas.microsoft.com/office/drawing/2014/main" id="{BCB7B8BD-FF96-4A87-B45C-55EAA0501CDD}"/>
              </a:ext>
            </a:extLst>
          </p:cNvPr>
          <p:cNvSpPr>
            <a:spLocks noGrp="1"/>
          </p:cNvSpPr>
          <p:nvPr/>
        </p:nvSpPr>
        <p:spPr>
          <a:xfrm>
            <a:off x="895350" y="5410200"/>
            <a:ext cx="10401300" cy="457200"/>
          </a:xfrm>
          <a:prstGeom prst="rect">
            <a:avLst/>
          </a:prstGeom>
          <a:noFill/>
          <a:ln w="0">
            <a:noFill/>
            <a:prstDash val="solid"/>
          </a:ln>
        </p:spPr>
        <p:txBody>
          <a:bodyPr wrap="square" lIns="0" tIns="0" rIns="0" bIns="0" anchor="ctr">
            <a:normAutofit/>
          </a:bodyPr>
          <a:lstStyle>
            <a:defPPr algn="ctr">
              <a:defRPr sz="1275" b="1">
                <a:solidFill>
                  <a:srgbClr val="C9C9D4"/>
                </a:solidFill>
                <a:latin typeface="Arial"/>
                <a:ea typeface="Arial"/>
                <a:cs typeface="Arial"/>
              </a:defRPr>
            </a:defPPr>
            <a:lvl1pPr algn="ctr">
              <a:defRPr sz="1275" b="1">
                <a:solidFill>
                  <a:srgbClr val="C9C9D4"/>
                </a:solidFill>
                <a:latin typeface="Arial"/>
                <a:ea typeface="Arial"/>
                <a:cs typeface="Arial"/>
              </a:defRPr>
            </a:lvl1pPr>
            <a:lvl2pPr algn="ctr">
              <a:defRPr sz="1275" b="1">
                <a:solidFill>
                  <a:srgbClr val="C9C9D4"/>
                </a:solidFill>
                <a:latin typeface="Arial"/>
                <a:ea typeface="Arial"/>
                <a:cs typeface="Arial"/>
              </a:defRPr>
            </a:lvl2pPr>
            <a:lvl3pPr algn="ctr">
              <a:defRPr sz="1275" b="1">
                <a:solidFill>
                  <a:srgbClr val="C9C9D4"/>
                </a:solidFill>
                <a:latin typeface="Arial"/>
                <a:ea typeface="Arial"/>
                <a:cs typeface="Arial"/>
              </a:defRPr>
            </a:lvl3pPr>
            <a:lvl4pPr algn="ctr">
              <a:defRPr sz="1275" b="1">
                <a:solidFill>
                  <a:srgbClr val="C9C9D4"/>
                </a:solidFill>
                <a:latin typeface="Arial"/>
                <a:ea typeface="Arial"/>
                <a:cs typeface="Arial"/>
              </a:defRPr>
            </a:lvl4pPr>
            <a:lvl5pPr algn="ctr">
              <a:defRPr sz="1275" b="1">
                <a:solidFill>
                  <a:srgbClr val="C9C9D4"/>
                </a:solidFill>
                <a:latin typeface="Arial"/>
                <a:ea typeface="Arial"/>
                <a:cs typeface="Arial"/>
              </a:defRPr>
            </a:lvl5pPr>
            <a:lvl6pPr algn="ctr">
              <a:defRPr sz="1275" b="1">
                <a:solidFill>
                  <a:srgbClr val="C9C9D4"/>
                </a:solidFill>
                <a:latin typeface="Arial"/>
                <a:ea typeface="Arial"/>
                <a:cs typeface="Arial"/>
              </a:defRPr>
            </a:lvl6pPr>
            <a:lvl7pPr algn="ctr">
              <a:defRPr sz="1275" b="1">
                <a:solidFill>
                  <a:srgbClr val="C9C9D4"/>
                </a:solidFill>
                <a:latin typeface="Arial"/>
                <a:ea typeface="Arial"/>
                <a:cs typeface="Arial"/>
              </a:defRPr>
            </a:lvl7pPr>
            <a:lvl8pPr algn="ctr">
              <a:defRPr sz="1275" b="1">
                <a:solidFill>
                  <a:srgbClr val="C9C9D4"/>
                </a:solidFill>
                <a:latin typeface="Arial"/>
                <a:ea typeface="Arial"/>
                <a:cs typeface="Arial"/>
              </a:defRPr>
            </a:lvl8pPr>
            <a:lvl9pPr algn="ctr">
              <a:defRPr sz="1275" b="1">
                <a:solidFill>
                  <a:srgbClr val="C9C9D4"/>
                </a:solidFill>
                <a:latin typeface="Arial"/>
                <a:ea typeface="Arial"/>
                <a:cs typeface="Arial"/>
              </a:defRPr>
            </a:lvl9pPr>
          </a:lstStyle>
          <a:p>
            <a:pPr algn="ctr">
              <a:lnSpc>
                <a:spcPct val="100000"/>
              </a:lnSpc>
              <a:buNone/>
              <a:defRPr sz="1275" b="1">
                <a:solidFill>
                  <a:srgbClr val="C9C9D4"/>
                </a:solidFill>
                <a:latin typeface="Arial"/>
                <a:ea typeface="Arial"/>
                <a:cs typeface="Arial"/>
              </a:defRPr>
            </a:pPr>
            <a:r>
              <a:rPr sz="1275" b="1">
                <a:solidFill>
                  <a:srgbClr val="C9C9D4"/>
                </a:solidFill>
                <a:latin typeface="Arial"/>
                <a:ea typeface="Arial"/>
                <a:cs typeface="Arial"/>
              </a:rPr>
              <a:t>DEMO: synthetic fixtures only; no external requests.  LIVE: keys stay backend-only; provider access, quotas, freshness, and terms affect coverage.</a:t>
            </a:r>
          </a:p>
        </p:txBody>
      </p:sp>
    </p:spTree>
    <p:extLst>
      <p:ext uri="{BB962C8B-B14F-4D97-AF65-F5344CB8AC3E}">
        <p14:creationId xmlns:p14="http://schemas.microsoft.com/office/powerpoint/2010/main" val="127383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35" name="slide-11-title">
            <a:extLst>
              <a:ext uri="{FF2B5EF4-FFF2-40B4-BE49-F238E27FC236}">
                <a16:creationId xmlns:a16="http://schemas.microsoft.com/office/drawing/2014/main" id="{BCC9E3B3-332F-47A8-81A8-45E4769C39E5}"/>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Evidence lifecycle</a:t>
            </a:r>
          </a:p>
        </p:txBody>
      </p:sp>
      <p:sp>
        <p:nvSpPr>
          <p:cNvPr id="2" name="slide-11-accent-blue">
            <a:extLst>
              <a:ext uri="{FF2B5EF4-FFF2-40B4-BE49-F238E27FC236}">
                <a16:creationId xmlns:a16="http://schemas.microsoft.com/office/drawing/2014/main" id="{2C101E1B-39CD-4DDA-8BF9-A85CA9BA6C86}"/>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11-accent-iris">
            <a:extLst>
              <a:ext uri="{FF2B5EF4-FFF2-40B4-BE49-F238E27FC236}">
                <a16:creationId xmlns:a16="http://schemas.microsoft.com/office/drawing/2014/main" id="{9F49A612-5FB9-4930-8B3F-FB8DA68C8F33}"/>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11-subtitle">
            <a:extLst>
              <a:ext uri="{FF2B5EF4-FFF2-40B4-BE49-F238E27FC236}">
                <a16:creationId xmlns:a16="http://schemas.microsoft.com/office/drawing/2014/main" id="{DE0726D7-1DC6-4131-84AC-E9A29112006C}"/>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Each observation keeps its provenance and coverage status as it moves through review.</a:t>
            </a:r>
          </a:p>
        </p:txBody>
      </p:sp>
      <p:sp>
        <p:nvSpPr>
          <p:cNvPr id="5" name="slide-11-footer-rule">
            <a:extLst>
              <a:ext uri="{FF2B5EF4-FFF2-40B4-BE49-F238E27FC236}">
                <a16:creationId xmlns:a16="http://schemas.microsoft.com/office/drawing/2014/main" id="{F9A33FFB-DB0B-495E-9B71-8DAA576B6094}"/>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11-footer">
            <a:extLst>
              <a:ext uri="{FF2B5EF4-FFF2-40B4-BE49-F238E27FC236}">
                <a16:creationId xmlns:a16="http://schemas.microsoft.com/office/drawing/2014/main" id="{7B8E3F4A-6B14-4FCA-9AEA-566FA3F73961}"/>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1-page">
            <a:extLst>
              <a:ext uri="{FF2B5EF4-FFF2-40B4-BE49-F238E27FC236}">
                <a16:creationId xmlns:a16="http://schemas.microsoft.com/office/drawing/2014/main" id="{D28C22C2-9BAA-4C36-82B6-E6093165EAC8}"/>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11</a:t>
            </a:r>
          </a:p>
        </p:txBody>
      </p:sp>
      <p:sp>
        <p:nvSpPr>
          <p:cNvPr id="8" name="evidence-step-0">
            <a:extLst>
              <a:ext uri="{FF2B5EF4-FFF2-40B4-BE49-F238E27FC236}">
                <a16:creationId xmlns:a16="http://schemas.microsoft.com/office/drawing/2014/main" id="{393DE995-15E7-4267-8A04-86E2E867F291}"/>
              </a:ext>
            </a:extLst>
          </p:cNvPr>
          <p:cNvSpPr>
            <a:spLocks noGrp="1"/>
          </p:cNvSpPr>
          <p:nvPr/>
        </p:nvSpPr>
        <p:spPr>
          <a:xfrm>
            <a:off x="723900" y="2228850"/>
            <a:ext cx="1952625" cy="2095500"/>
          </a:xfrm>
          <a:prstGeom prst="roundRect">
            <a:avLst>
              <a:gd name="adj" fmla="val 6829"/>
            </a:avLst>
          </a:prstGeom>
          <a:solidFill>
            <a:srgbClr val="13232C"/>
          </a:solidFill>
          <a:ln w="14288">
            <a:solidFill>
              <a:srgbClr val="3DE8FF"/>
            </a:solidFill>
            <a:prstDash val="solid"/>
          </a:ln>
        </p:spPr>
        <p:txBody>
          <a:bodyPr/>
          <a:lstStyle/>
          <a:p>
            <a:endParaRPr lang="en-IN"/>
          </a:p>
        </p:txBody>
      </p:sp>
      <p:sp>
        <p:nvSpPr>
          <p:cNvPr id="9" name="evidence-step-num-0">
            <a:extLst>
              <a:ext uri="{FF2B5EF4-FFF2-40B4-BE49-F238E27FC236}">
                <a16:creationId xmlns:a16="http://schemas.microsoft.com/office/drawing/2014/main" id="{D23C1DAE-EDE6-487C-80AD-204F75A5F9AC}"/>
              </a:ext>
            </a:extLst>
          </p:cNvPr>
          <p:cNvSpPr>
            <a:spLocks noGrp="1"/>
          </p:cNvSpPr>
          <p:nvPr/>
        </p:nvSpPr>
        <p:spPr>
          <a:xfrm>
            <a:off x="895350" y="2400300"/>
            <a:ext cx="1609725" cy="381000"/>
          </a:xfrm>
          <a:prstGeom prst="rect">
            <a:avLst/>
          </a:prstGeom>
          <a:noFill/>
          <a:ln w="0">
            <a:noFill/>
            <a:prstDash val="solid"/>
          </a:ln>
        </p:spPr>
        <p:txBody>
          <a:bodyPr wrap="square" lIns="0" tIns="0" rIns="0" bIns="0" anchor="ctr">
            <a:normAutofit/>
          </a:bodyPr>
          <a:lstStyle>
            <a:defPPr algn="l">
              <a:defRPr sz="2100" b="1">
                <a:solidFill>
                  <a:srgbClr val="3DE8FF"/>
                </a:solidFill>
                <a:latin typeface="Arial"/>
                <a:ea typeface="Arial"/>
                <a:cs typeface="Arial"/>
              </a:defRPr>
            </a:defPPr>
            <a:lvl1pPr algn="l">
              <a:defRPr sz="2100" b="1">
                <a:solidFill>
                  <a:srgbClr val="3DE8FF"/>
                </a:solidFill>
                <a:latin typeface="Arial"/>
                <a:ea typeface="Arial"/>
                <a:cs typeface="Arial"/>
              </a:defRPr>
            </a:lvl1pPr>
            <a:lvl2pPr algn="l">
              <a:defRPr sz="2100" b="1">
                <a:solidFill>
                  <a:srgbClr val="3DE8FF"/>
                </a:solidFill>
                <a:latin typeface="Arial"/>
                <a:ea typeface="Arial"/>
                <a:cs typeface="Arial"/>
              </a:defRPr>
            </a:lvl2pPr>
            <a:lvl3pPr algn="l">
              <a:defRPr sz="2100" b="1">
                <a:solidFill>
                  <a:srgbClr val="3DE8FF"/>
                </a:solidFill>
                <a:latin typeface="Arial"/>
                <a:ea typeface="Arial"/>
                <a:cs typeface="Arial"/>
              </a:defRPr>
            </a:lvl3pPr>
            <a:lvl4pPr algn="l">
              <a:defRPr sz="2100" b="1">
                <a:solidFill>
                  <a:srgbClr val="3DE8FF"/>
                </a:solidFill>
                <a:latin typeface="Arial"/>
                <a:ea typeface="Arial"/>
                <a:cs typeface="Arial"/>
              </a:defRPr>
            </a:lvl4pPr>
            <a:lvl5pPr algn="l">
              <a:defRPr sz="2100" b="1">
                <a:solidFill>
                  <a:srgbClr val="3DE8FF"/>
                </a:solidFill>
                <a:latin typeface="Arial"/>
                <a:ea typeface="Arial"/>
                <a:cs typeface="Arial"/>
              </a:defRPr>
            </a:lvl5pPr>
            <a:lvl6pPr algn="l">
              <a:defRPr sz="2100" b="1">
                <a:solidFill>
                  <a:srgbClr val="3DE8FF"/>
                </a:solidFill>
                <a:latin typeface="Arial"/>
                <a:ea typeface="Arial"/>
                <a:cs typeface="Arial"/>
              </a:defRPr>
            </a:lvl6pPr>
            <a:lvl7pPr algn="l">
              <a:defRPr sz="2100" b="1">
                <a:solidFill>
                  <a:srgbClr val="3DE8FF"/>
                </a:solidFill>
                <a:latin typeface="Arial"/>
                <a:ea typeface="Arial"/>
                <a:cs typeface="Arial"/>
              </a:defRPr>
            </a:lvl7pPr>
            <a:lvl8pPr algn="l">
              <a:defRPr sz="2100" b="1">
                <a:solidFill>
                  <a:srgbClr val="3DE8FF"/>
                </a:solidFill>
                <a:latin typeface="Arial"/>
                <a:ea typeface="Arial"/>
                <a:cs typeface="Arial"/>
              </a:defRPr>
            </a:lvl8pPr>
            <a:lvl9pPr algn="l">
              <a:defRPr sz="2100" b="1">
                <a:solidFill>
                  <a:srgbClr val="3DE8FF"/>
                </a:solidFill>
                <a:latin typeface="Arial"/>
                <a:ea typeface="Arial"/>
                <a:cs typeface="Arial"/>
              </a:defRPr>
            </a:lvl9pPr>
          </a:lstStyle>
          <a:p>
            <a:pPr algn="l">
              <a:lnSpc>
                <a:spcPct val="100000"/>
              </a:lnSpc>
              <a:buNone/>
              <a:defRPr sz="2100" b="1">
                <a:solidFill>
                  <a:srgbClr val="3DE8FF"/>
                </a:solidFill>
                <a:latin typeface="Arial"/>
                <a:ea typeface="Arial"/>
                <a:cs typeface="Arial"/>
              </a:defRPr>
            </a:pPr>
            <a:r>
              <a:rPr sz="2100" b="1">
                <a:solidFill>
                  <a:srgbClr val="3DE8FF"/>
                </a:solidFill>
                <a:latin typeface="Arial"/>
                <a:ea typeface="Arial"/>
                <a:cs typeface="Arial"/>
              </a:rPr>
              <a:t>01</a:t>
            </a:r>
          </a:p>
        </p:txBody>
      </p:sp>
      <p:sp>
        <p:nvSpPr>
          <p:cNvPr id="10" name="evidence-step-title-0">
            <a:extLst>
              <a:ext uri="{FF2B5EF4-FFF2-40B4-BE49-F238E27FC236}">
                <a16:creationId xmlns:a16="http://schemas.microsoft.com/office/drawing/2014/main" id="{C320099D-D2FF-417C-83FC-0967F6A7B121}"/>
              </a:ext>
            </a:extLst>
          </p:cNvPr>
          <p:cNvSpPr>
            <a:spLocks noGrp="1"/>
          </p:cNvSpPr>
          <p:nvPr/>
        </p:nvSpPr>
        <p:spPr>
          <a:xfrm>
            <a:off x="895350" y="2857500"/>
            <a:ext cx="1609725" cy="36195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Collect</a:t>
            </a:r>
          </a:p>
        </p:txBody>
      </p:sp>
      <p:sp>
        <p:nvSpPr>
          <p:cNvPr id="11" name="evidence-step-body-0">
            <a:extLst>
              <a:ext uri="{FF2B5EF4-FFF2-40B4-BE49-F238E27FC236}">
                <a16:creationId xmlns:a16="http://schemas.microsoft.com/office/drawing/2014/main" id="{FABB4C20-C5F8-4DA0-BC39-8A9B46887815}"/>
              </a:ext>
            </a:extLst>
          </p:cNvPr>
          <p:cNvSpPr>
            <a:spLocks noGrp="1"/>
          </p:cNvSpPr>
          <p:nvPr/>
        </p:nvSpPr>
        <p:spPr>
          <a:xfrm>
            <a:off x="895350" y="3314700"/>
            <a:ext cx="1609725" cy="809625"/>
          </a:xfrm>
          <a:prstGeom prst="rect">
            <a:avLst/>
          </a:prstGeom>
          <a:noFill/>
          <a:ln w="0">
            <a:noFill/>
            <a:prstDash val="solid"/>
          </a:ln>
        </p:spPr>
        <p:txBody>
          <a:bodyPr wrap="square" lIns="0" tIns="0" rIns="0" bIns="0" anchor="t">
            <a:normAutofit/>
          </a:bodyPr>
          <a:lstStyle>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A selected collector runs within its scope.</a:t>
            </a:r>
          </a:p>
        </p:txBody>
      </p:sp>
      <p:sp>
        <p:nvSpPr>
          <p:cNvPr id="12" name="evidence-arrow-0">
            <a:extLst>
              <a:ext uri="{FF2B5EF4-FFF2-40B4-BE49-F238E27FC236}">
                <a16:creationId xmlns:a16="http://schemas.microsoft.com/office/drawing/2014/main" id="{B190926E-4780-4A63-BB9F-B998C74FC7BF}"/>
              </a:ext>
            </a:extLst>
          </p:cNvPr>
          <p:cNvSpPr>
            <a:spLocks noGrp="1"/>
          </p:cNvSpPr>
          <p:nvPr/>
        </p:nvSpPr>
        <p:spPr>
          <a:xfrm>
            <a:off x="2695575" y="3048000"/>
            <a:ext cx="257175" cy="381000"/>
          </a:xfrm>
          <a:prstGeom prst="rect">
            <a:avLst/>
          </a:prstGeom>
          <a:noFill/>
          <a:ln w="0">
            <a:noFill/>
            <a:prstDash val="solid"/>
          </a:ln>
        </p:spPr>
        <p:txBody>
          <a:bodyPr wrap="square" lIns="0" tIns="0" rIns="0" bIns="0" anchor="ctr">
            <a:normAutofit fontScale="98039"/>
          </a:bodyPr>
          <a:lstStyle>
            <a:defPPr algn="ctr">
              <a:defRPr sz="2550" b="1">
                <a:solidFill>
                  <a:srgbClr val="3DE8FF"/>
                </a:solidFill>
                <a:latin typeface="Arial"/>
                <a:ea typeface="Arial"/>
                <a:cs typeface="Arial"/>
              </a:defRPr>
            </a:defPPr>
            <a:lvl1pPr algn="ctr">
              <a:defRPr sz="2550" b="1">
                <a:solidFill>
                  <a:srgbClr val="3DE8FF"/>
                </a:solidFill>
                <a:latin typeface="Arial"/>
                <a:ea typeface="Arial"/>
                <a:cs typeface="Arial"/>
              </a:defRPr>
            </a:lvl1pPr>
            <a:lvl2pPr algn="ctr">
              <a:defRPr sz="2550" b="1">
                <a:solidFill>
                  <a:srgbClr val="3DE8FF"/>
                </a:solidFill>
                <a:latin typeface="Arial"/>
                <a:ea typeface="Arial"/>
                <a:cs typeface="Arial"/>
              </a:defRPr>
            </a:lvl2pPr>
            <a:lvl3pPr algn="ctr">
              <a:defRPr sz="2550" b="1">
                <a:solidFill>
                  <a:srgbClr val="3DE8FF"/>
                </a:solidFill>
                <a:latin typeface="Arial"/>
                <a:ea typeface="Arial"/>
                <a:cs typeface="Arial"/>
              </a:defRPr>
            </a:lvl3pPr>
            <a:lvl4pPr algn="ctr">
              <a:defRPr sz="2550" b="1">
                <a:solidFill>
                  <a:srgbClr val="3DE8FF"/>
                </a:solidFill>
                <a:latin typeface="Arial"/>
                <a:ea typeface="Arial"/>
                <a:cs typeface="Arial"/>
              </a:defRPr>
            </a:lvl4pPr>
            <a:lvl5pPr algn="ctr">
              <a:defRPr sz="2550" b="1">
                <a:solidFill>
                  <a:srgbClr val="3DE8FF"/>
                </a:solidFill>
                <a:latin typeface="Arial"/>
                <a:ea typeface="Arial"/>
                <a:cs typeface="Arial"/>
              </a:defRPr>
            </a:lvl5pPr>
            <a:lvl6pPr algn="ctr">
              <a:defRPr sz="2550" b="1">
                <a:solidFill>
                  <a:srgbClr val="3DE8FF"/>
                </a:solidFill>
                <a:latin typeface="Arial"/>
                <a:ea typeface="Arial"/>
                <a:cs typeface="Arial"/>
              </a:defRPr>
            </a:lvl6pPr>
            <a:lvl7pPr algn="ctr">
              <a:defRPr sz="2550" b="1">
                <a:solidFill>
                  <a:srgbClr val="3DE8FF"/>
                </a:solidFill>
                <a:latin typeface="Arial"/>
                <a:ea typeface="Arial"/>
                <a:cs typeface="Arial"/>
              </a:defRPr>
            </a:lvl7pPr>
            <a:lvl8pPr algn="ctr">
              <a:defRPr sz="2550" b="1">
                <a:solidFill>
                  <a:srgbClr val="3DE8FF"/>
                </a:solidFill>
                <a:latin typeface="Arial"/>
                <a:ea typeface="Arial"/>
                <a:cs typeface="Arial"/>
              </a:defRPr>
            </a:lvl8pPr>
            <a:lvl9pPr algn="ctr">
              <a:defRPr sz="2550" b="1">
                <a:solidFill>
                  <a:srgbClr val="3DE8FF"/>
                </a:solidFill>
                <a:latin typeface="Arial"/>
                <a:ea typeface="Arial"/>
                <a:cs typeface="Arial"/>
              </a:defRPr>
            </a:lvl9pPr>
          </a:lstStyle>
          <a:p>
            <a:pPr algn="ctr">
              <a:lnSpc>
                <a:spcPct val="100000"/>
              </a:lnSpc>
              <a:buNone/>
              <a:defRPr sz="2550" b="1">
                <a:solidFill>
                  <a:srgbClr val="3DE8FF"/>
                </a:solidFill>
                <a:latin typeface="Arial"/>
                <a:ea typeface="Arial"/>
                <a:cs typeface="Arial"/>
              </a:defRPr>
            </a:pPr>
            <a:r>
              <a:rPr sz="2550" b="1">
                <a:solidFill>
                  <a:srgbClr val="3DE8FF"/>
                </a:solidFill>
                <a:latin typeface="Arial"/>
                <a:ea typeface="Arial"/>
                <a:cs typeface="Arial"/>
              </a:rPr>
              <a:t>›</a:t>
            </a:r>
          </a:p>
        </p:txBody>
      </p:sp>
      <p:sp>
        <p:nvSpPr>
          <p:cNvPr id="13" name="evidence-step-1">
            <a:extLst>
              <a:ext uri="{FF2B5EF4-FFF2-40B4-BE49-F238E27FC236}">
                <a16:creationId xmlns:a16="http://schemas.microsoft.com/office/drawing/2014/main" id="{9943D8B0-F881-4519-A88D-886649A1AF1F}"/>
              </a:ext>
            </a:extLst>
          </p:cNvPr>
          <p:cNvSpPr>
            <a:spLocks noGrp="1"/>
          </p:cNvSpPr>
          <p:nvPr/>
        </p:nvSpPr>
        <p:spPr>
          <a:xfrm>
            <a:off x="2905125" y="2228850"/>
            <a:ext cx="1952625" cy="2095500"/>
          </a:xfrm>
          <a:prstGeom prst="roundRect">
            <a:avLst>
              <a:gd name="adj" fmla="val 6829"/>
            </a:avLst>
          </a:prstGeom>
          <a:solidFill>
            <a:srgbClr val="211E38"/>
          </a:solidFill>
          <a:ln w="14288">
            <a:solidFill>
              <a:srgbClr val="8B7CF6"/>
            </a:solidFill>
            <a:prstDash val="solid"/>
          </a:ln>
        </p:spPr>
        <p:txBody>
          <a:bodyPr/>
          <a:lstStyle/>
          <a:p>
            <a:endParaRPr lang="en-IN"/>
          </a:p>
        </p:txBody>
      </p:sp>
      <p:sp>
        <p:nvSpPr>
          <p:cNvPr id="14" name="evidence-step-num-1">
            <a:extLst>
              <a:ext uri="{FF2B5EF4-FFF2-40B4-BE49-F238E27FC236}">
                <a16:creationId xmlns:a16="http://schemas.microsoft.com/office/drawing/2014/main" id="{BD7587A9-8AB9-40B8-B868-141B3A7D1252}"/>
              </a:ext>
            </a:extLst>
          </p:cNvPr>
          <p:cNvSpPr>
            <a:spLocks noGrp="1"/>
          </p:cNvSpPr>
          <p:nvPr/>
        </p:nvSpPr>
        <p:spPr>
          <a:xfrm>
            <a:off x="3076575" y="2400300"/>
            <a:ext cx="1609725" cy="381000"/>
          </a:xfrm>
          <a:prstGeom prst="rect">
            <a:avLst/>
          </a:prstGeom>
          <a:noFill/>
          <a:ln w="0">
            <a:noFill/>
            <a:prstDash val="solid"/>
          </a:ln>
        </p:spPr>
        <p:txBody>
          <a:bodyPr wrap="square" lIns="0" tIns="0" rIns="0" bIns="0" anchor="ctr">
            <a:normAutofit/>
          </a:bodyPr>
          <a:lstStyle>
            <a:defPPr algn="l">
              <a:defRPr sz="2100" b="1">
                <a:solidFill>
                  <a:srgbClr val="8B7CF6"/>
                </a:solidFill>
                <a:latin typeface="Arial"/>
                <a:ea typeface="Arial"/>
                <a:cs typeface="Arial"/>
              </a:defRPr>
            </a:defPPr>
            <a:lvl1pPr algn="l">
              <a:defRPr sz="2100" b="1">
                <a:solidFill>
                  <a:srgbClr val="8B7CF6"/>
                </a:solidFill>
                <a:latin typeface="Arial"/>
                <a:ea typeface="Arial"/>
                <a:cs typeface="Arial"/>
              </a:defRPr>
            </a:lvl1pPr>
            <a:lvl2pPr algn="l">
              <a:defRPr sz="2100" b="1">
                <a:solidFill>
                  <a:srgbClr val="8B7CF6"/>
                </a:solidFill>
                <a:latin typeface="Arial"/>
                <a:ea typeface="Arial"/>
                <a:cs typeface="Arial"/>
              </a:defRPr>
            </a:lvl2pPr>
            <a:lvl3pPr algn="l">
              <a:defRPr sz="2100" b="1">
                <a:solidFill>
                  <a:srgbClr val="8B7CF6"/>
                </a:solidFill>
                <a:latin typeface="Arial"/>
                <a:ea typeface="Arial"/>
                <a:cs typeface="Arial"/>
              </a:defRPr>
            </a:lvl3pPr>
            <a:lvl4pPr algn="l">
              <a:defRPr sz="2100" b="1">
                <a:solidFill>
                  <a:srgbClr val="8B7CF6"/>
                </a:solidFill>
                <a:latin typeface="Arial"/>
                <a:ea typeface="Arial"/>
                <a:cs typeface="Arial"/>
              </a:defRPr>
            </a:lvl4pPr>
            <a:lvl5pPr algn="l">
              <a:defRPr sz="2100" b="1">
                <a:solidFill>
                  <a:srgbClr val="8B7CF6"/>
                </a:solidFill>
                <a:latin typeface="Arial"/>
                <a:ea typeface="Arial"/>
                <a:cs typeface="Arial"/>
              </a:defRPr>
            </a:lvl5pPr>
            <a:lvl6pPr algn="l">
              <a:defRPr sz="2100" b="1">
                <a:solidFill>
                  <a:srgbClr val="8B7CF6"/>
                </a:solidFill>
                <a:latin typeface="Arial"/>
                <a:ea typeface="Arial"/>
                <a:cs typeface="Arial"/>
              </a:defRPr>
            </a:lvl6pPr>
            <a:lvl7pPr algn="l">
              <a:defRPr sz="2100" b="1">
                <a:solidFill>
                  <a:srgbClr val="8B7CF6"/>
                </a:solidFill>
                <a:latin typeface="Arial"/>
                <a:ea typeface="Arial"/>
                <a:cs typeface="Arial"/>
              </a:defRPr>
            </a:lvl7pPr>
            <a:lvl8pPr algn="l">
              <a:defRPr sz="2100" b="1">
                <a:solidFill>
                  <a:srgbClr val="8B7CF6"/>
                </a:solidFill>
                <a:latin typeface="Arial"/>
                <a:ea typeface="Arial"/>
                <a:cs typeface="Arial"/>
              </a:defRPr>
            </a:lvl8pPr>
            <a:lvl9pPr algn="l">
              <a:defRPr sz="2100" b="1">
                <a:solidFill>
                  <a:srgbClr val="8B7CF6"/>
                </a:solidFill>
                <a:latin typeface="Arial"/>
                <a:ea typeface="Arial"/>
                <a:cs typeface="Arial"/>
              </a:defRPr>
            </a:lvl9pPr>
          </a:lstStyle>
          <a:p>
            <a:pPr algn="l">
              <a:lnSpc>
                <a:spcPct val="100000"/>
              </a:lnSpc>
              <a:buNone/>
              <a:defRPr sz="2100" b="1">
                <a:solidFill>
                  <a:srgbClr val="8B7CF6"/>
                </a:solidFill>
                <a:latin typeface="Arial"/>
                <a:ea typeface="Arial"/>
                <a:cs typeface="Arial"/>
              </a:defRPr>
            </a:pPr>
            <a:r>
              <a:rPr sz="2100" b="1">
                <a:solidFill>
                  <a:srgbClr val="8B7CF6"/>
                </a:solidFill>
                <a:latin typeface="Arial"/>
                <a:ea typeface="Arial"/>
                <a:cs typeface="Arial"/>
              </a:rPr>
              <a:t>02</a:t>
            </a:r>
          </a:p>
        </p:txBody>
      </p:sp>
      <p:sp>
        <p:nvSpPr>
          <p:cNvPr id="15" name="evidence-step-title-1">
            <a:extLst>
              <a:ext uri="{FF2B5EF4-FFF2-40B4-BE49-F238E27FC236}">
                <a16:creationId xmlns:a16="http://schemas.microsoft.com/office/drawing/2014/main" id="{AE1ECBEF-384F-4E3C-9152-A4FF220D5CF1}"/>
              </a:ext>
            </a:extLst>
          </p:cNvPr>
          <p:cNvSpPr>
            <a:spLocks noGrp="1"/>
          </p:cNvSpPr>
          <p:nvPr/>
        </p:nvSpPr>
        <p:spPr>
          <a:xfrm>
            <a:off x="3076575" y="2857500"/>
            <a:ext cx="1609725" cy="36195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Record</a:t>
            </a:r>
          </a:p>
        </p:txBody>
      </p:sp>
      <p:sp>
        <p:nvSpPr>
          <p:cNvPr id="16" name="evidence-step-body-1">
            <a:extLst>
              <a:ext uri="{FF2B5EF4-FFF2-40B4-BE49-F238E27FC236}">
                <a16:creationId xmlns:a16="http://schemas.microsoft.com/office/drawing/2014/main" id="{77DF408B-95DE-49E8-87AA-A72BEAD2CB90}"/>
              </a:ext>
            </a:extLst>
          </p:cNvPr>
          <p:cNvSpPr>
            <a:spLocks noGrp="1"/>
          </p:cNvSpPr>
          <p:nvPr/>
        </p:nvSpPr>
        <p:spPr>
          <a:xfrm>
            <a:off x="3076575" y="3314700"/>
            <a:ext cx="1609725" cy="809625"/>
          </a:xfrm>
          <a:prstGeom prst="rect">
            <a:avLst/>
          </a:prstGeom>
          <a:noFill/>
          <a:ln w="0">
            <a:noFill/>
            <a:prstDash val="solid"/>
          </a:ln>
        </p:spPr>
        <p:txBody>
          <a:bodyPr wrap="square" lIns="0" tIns="0" rIns="0" bIns="0" anchor="t">
            <a:normAutofit/>
          </a:bodyPr>
          <a:lstStyle>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Source, time, status, and freshness are stored.</a:t>
            </a:r>
          </a:p>
        </p:txBody>
      </p:sp>
      <p:sp>
        <p:nvSpPr>
          <p:cNvPr id="17" name="evidence-arrow-1">
            <a:extLst>
              <a:ext uri="{FF2B5EF4-FFF2-40B4-BE49-F238E27FC236}">
                <a16:creationId xmlns:a16="http://schemas.microsoft.com/office/drawing/2014/main" id="{F923A3EF-1417-406B-B6BE-82A1142E29BA}"/>
              </a:ext>
            </a:extLst>
          </p:cNvPr>
          <p:cNvSpPr>
            <a:spLocks noGrp="1"/>
          </p:cNvSpPr>
          <p:nvPr/>
        </p:nvSpPr>
        <p:spPr>
          <a:xfrm>
            <a:off x="4876800" y="3048000"/>
            <a:ext cx="257175" cy="381000"/>
          </a:xfrm>
          <a:prstGeom prst="rect">
            <a:avLst/>
          </a:prstGeom>
          <a:noFill/>
          <a:ln w="0">
            <a:noFill/>
            <a:prstDash val="solid"/>
          </a:ln>
        </p:spPr>
        <p:txBody>
          <a:bodyPr wrap="square" lIns="0" tIns="0" rIns="0" bIns="0" anchor="ctr">
            <a:normAutofit fontScale="98039"/>
          </a:bodyPr>
          <a:lstStyle>
            <a:defPPr algn="ctr">
              <a:defRPr sz="2550" b="1">
                <a:solidFill>
                  <a:srgbClr val="3DE8FF"/>
                </a:solidFill>
                <a:latin typeface="Arial"/>
                <a:ea typeface="Arial"/>
                <a:cs typeface="Arial"/>
              </a:defRPr>
            </a:defPPr>
            <a:lvl1pPr algn="ctr">
              <a:defRPr sz="2550" b="1">
                <a:solidFill>
                  <a:srgbClr val="3DE8FF"/>
                </a:solidFill>
                <a:latin typeface="Arial"/>
                <a:ea typeface="Arial"/>
                <a:cs typeface="Arial"/>
              </a:defRPr>
            </a:lvl1pPr>
            <a:lvl2pPr algn="ctr">
              <a:defRPr sz="2550" b="1">
                <a:solidFill>
                  <a:srgbClr val="3DE8FF"/>
                </a:solidFill>
                <a:latin typeface="Arial"/>
                <a:ea typeface="Arial"/>
                <a:cs typeface="Arial"/>
              </a:defRPr>
            </a:lvl2pPr>
            <a:lvl3pPr algn="ctr">
              <a:defRPr sz="2550" b="1">
                <a:solidFill>
                  <a:srgbClr val="3DE8FF"/>
                </a:solidFill>
                <a:latin typeface="Arial"/>
                <a:ea typeface="Arial"/>
                <a:cs typeface="Arial"/>
              </a:defRPr>
            </a:lvl3pPr>
            <a:lvl4pPr algn="ctr">
              <a:defRPr sz="2550" b="1">
                <a:solidFill>
                  <a:srgbClr val="3DE8FF"/>
                </a:solidFill>
                <a:latin typeface="Arial"/>
                <a:ea typeface="Arial"/>
                <a:cs typeface="Arial"/>
              </a:defRPr>
            </a:lvl4pPr>
            <a:lvl5pPr algn="ctr">
              <a:defRPr sz="2550" b="1">
                <a:solidFill>
                  <a:srgbClr val="3DE8FF"/>
                </a:solidFill>
                <a:latin typeface="Arial"/>
                <a:ea typeface="Arial"/>
                <a:cs typeface="Arial"/>
              </a:defRPr>
            </a:lvl5pPr>
            <a:lvl6pPr algn="ctr">
              <a:defRPr sz="2550" b="1">
                <a:solidFill>
                  <a:srgbClr val="3DE8FF"/>
                </a:solidFill>
                <a:latin typeface="Arial"/>
                <a:ea typeface="Arial"/>
                <a:cs typeface="Arial"/>
              </a:defRPr>
            </a:lvl6pPr>
            <a:lvl7pPr algn="ctr">
              <a:defRPr sz="2550" b="1">
                <a:solidFill>
                  <a:srgbClr val="3DE8FF"/>
                </a:solidFill>
                <a:latin typeface="Arial"/>
                <a:ea typeface="Arial"/>
                <a:cs typeface="Arial"/>
              </a:defRPr>
            </a:lvl7pPr>
            <a:lvl8pPr algn="ctr">
              <a:defRPr sz="2550" b="1">
                <a:solidFill>
                  <a:srgbClr val="3DE8FF"/>
                </a:solidFill>
                <a:latin typeface="Arial"/>
                <a:ea typeface="Arial"/>
                <a:cs typeface="Arial"/>
              </a:defRPr>
            </a:lvl8pPr>
            <a:lvl9pPr algn="ctr">
              <a:defRPr sz="2550" b="1">
                <a:solidFill>
                  <a:srgbClr val="3DE8FF"/>
                </a:solidFill>
                <a:latin typeface="Arial"/>
                <a:ea typeface="Arial"/>
                <a:cs typeface="Arial"/>
              </a:defRPr>
            </a:lvl9pPr>
          </a:lstStyle>
          <a:p>
            <a:pPr algn="ctr">
              <a:lnSpc>
                <a:spcPct val="100000"/>
              </a:lnSpc>
              <a:buNone/>
              <a:defRPr sz="2550" b="1">
                <a:solidFill>
                  <a:srgbClr val="3DE8FF"/>
                </a:solidFill>
                <a:latin typeface="Arial"/>
                <a:ea typeface="Arial"/>
                <a:cs typeface="Arial"/>
              </a:defRPr>
            </a:pPr>
            <a:r>
              <a:rPr sz="2550" b="1">
                <a:solidFill>
                  <a:srgbClr val="3DE8FF"/>
                </a:solidFill>
                <a:latin typeface="Arial"/>
                <a:ea typeface="Arial"/>
                <a:cs typeface="Arial"/>
              </a:rPr>
              <a:t>›</a:t>
            </a:r>
          </a:p>
        </p:txBody>
      </p:sp>
      <p:sp>
        <p:nvSpPr>
          <p:cNvPr id="18" name="evidence-step-2">
            <a:extLst>
              <a:ext uri="{FF2B5EF4-FFF2-40B4-BE49-F238E27FC236}">
                <a16:creationId xmlns:a16="http://schemas.microsoft.com/office/drawing/2014/main" id="{7A29A6D8-CE4B-401E-AE30-D28246E7AE9B}"/>
              </a:ext>
            </a:extLst>
          </p:cNvPr>
          <p:cNvSpPr>
            <a:spLocks noGrp="1"/>
          </p:cNvSpPr>
          <p:nvPr/>
        </p:nvSpPr>
        <p:spPr>
          <a:xfrm>
            <a:off x="5086350" y="2228850"/>
            <a:ext cx="1952625" cy="2095500"/>
          </a:xfrm>
          <a:prstGeom prst="roundRect">
            <a:avLst>
              <a:gd name="adj" fmla="val 6829"/>
            </a:avLst>
          </a:prstGeom>
          <a:solidFill>
            <a:srgbClr val="13232C"/>
          </a:solidFill>
          <a:ln w="14288">
            <a:solidFill>
              <a:srgbClr val="3DE8FF"/>
            </a:solidFill>
            <a:prstDash val="solid"/>
          </a:ln>
        </p:spPr>
        <p:txBody>
          <a:bodyPr/>
          <a:lstStyle/>
          <a:p>
            <a:endParaRPr lang="en-IN"/>
          </a:p>
        </p:txBody>
      </p:sp>
      <p:sp>
        <p:nvSpPr>
          <p:cNvPr id="19" name="evidence-step-num-2">
            <a:extLst>
              <a:ext uri="{FF2B5EF4-FFF2-40B4-BE49-F238E27FC236}">
                <a16:creationId xmlns:a16="http://schemas.microsoft.com/office/drawing/2014/main" id="{CCCFEF83-1091-44BE-B8E4-97706E55968B}"/>
              </a:ext>
            </a:extLst>
          </p:cNvPr>
          <p:cNvSpPr>
            <a:spLocks noGrp="1"/>
          </p:cNvSpPr>
          <p:nvPr/>
        </p:nvSpPr>
        <p:spPr>
          <a:xfrm>
            <a:off x="5257800" y="2400300"/>
            <a:ext cx="1609725" cy="381000"/>
          </a:xfrm>
          <a:prstGeom prst="rect">
            <a:avLst/>
          </a:prstGeom>
          <a:noFill/>
          <a:ln w="0">
            <a:noFill/>
            <a:prstDash val="solid"/>
          </a:ln>
        </p:spPr>
        <p:txBody>
          <a:bodyPr wrap="square" lIns="0" tIns="0" rIns="0" bIns="0" anchor="ctr">
            <a:normAutofit/>
          </a:bodyPr>
          <a:lstStyle>
            <a:defPPr algn="l">
              <a:defRPr sz="2100" b="1">
                <a:solidFill>
                  <a:srgbClr val="3DE8FF"/>
                </a:solidFill>
                <a:latin typeface="Arial"/>
                <a:ea typeface="Arial"/>
                <a:cs typeface="Arial"/>
              </a:defRPr>
            </a:defPPr>
            <a:lvl1pPr algn="l">
              <a:defRPr sz="2100" b="1">
                <a:solidFill>
                  <a:srgbClr val="3DE8FF"/>
                </a:solidFill>
                <a:latin typeface="Arial"/>
                <a:ea typeface="Arial"/>
                <a:cs typeface="Arial"/>
              </a:defRPr>
            </a:lvl1pPr>
            <a:lvl2pPr algn="l">
              <a:defRPr sz="2100" b="1">
                <a:solidFill>
                  <a:srgbClr val="3DE8FF"/>
                </a:solidFill>
                <a:latin typeface="Arial"/>
                <a:ea typeface="Arial"/>
                <a:cs typeface="Arial"/>
              </a:defRPr>
            </a:lvl2pPr>
            <a:lvl3pPr algn="l">
              <a:defRPr sz="2100" b="1">
                <a:solidFill>
                  <a:srgbClr val="3DE8FF"/>
                </a:solidFill>
                <a:latin typeface="Arial"/>
                <a:ea typeface="Arial"/>
                <a:cs typeface="Arial"/>
              </a:defRPr>
            </a:lvl3pPr>
            <a:lvl4pPr algn="l">
              <a:defRPr sz="2100" b="1">
                <a:solidFill>
                  <a:srgbClr val="3DE8FF"/>
                </a:solidFill>
                <a:latin typeface="Arial"/>
                <a:ea typeface="Arial"/>
                <a:cs typeface="Arial"/>
              </a:defRPr>
            </a:lvl4pPr>
            <a:lvl5pPr algn="l">
              <a:defRPr sz="2100" b="1">
                <a:solidFill>
                  <a:srgbClr val="3DE8FF"/>
                </a:solidFill>
                <a:latin typeface="Arial"/>
                <a:ea typeface="Arial"/>
                <a:cs typeface="Arial"/>
              </a:defRPr>
            </a:lvl5pPr>
            <a:lvl6pPr algn="l">
              <a:defRPr sz="2100" b="1">
                <a:solidFill>
                  <a:srgbClr val="3DE8FF"/>
                </a:solidFill>
                <a:latin typeface="Arial"/>
                <a:ea typeface="Arial"/>
                <a:cs typeface="Arial"/>
              </a:defRPr>
            </a:lvl6pPr>
            <a:lvl7pPr algn="l">
              <a:defRPr sz="2100" b="1">
                <a:solidFill>
                  <a:srgbClr val="3DE8FF"/>
                </a:solidFill>
                <a:latin typeface="Arial"/>
                <a:ea typeface="Arial"/>
                <a:cs typeface="Arial"/>
              </a:defRPr>
            </a:lvl7pPr>
            <a:lvl8pPr algn="l">
              <a:defRPr sz="2100" b="1">
                <a:solidFill>
                  <a:srgbClr val="3DE8FF"/>
                </a:solidFill>
                <a:latin typeface="Arial"/>
                <a:ea typeface="Arial"/>
                <a:cs typeface="Arial"/>
              </a:defRPr>
            </a:lvl8pPr>
            <a:lvl9pPr algn="l">
              <a:defRPr sz="2100" b="1">
                <a:solidFill>
                  <a:srgbClr val="3DE8FF"/>
                </a:solidFill>
                <a:latin typeface="Arial"/>
                <a:ea typeface="Arial"/>
                <a:cs typeface="Arial"/>
              </a:defRPr>
            </a:lvl9pPr>
          </a:lstStyle>
          <a:p>
            <a:pPr algn="l">
              <a:lnSpc>
                <a:spcPct val="100000"/>
              </a:lnSpc>
              <a:buNone/>
              <a:defRPr sz="2100" b="1">
                <a:solidFill>
                  <a:srgbClr val="3DE8FF"/>
                </a:solidFill>
                <a:latin typeface="Arial"/>
                <a:ea typeface="Arial"/>
                <a:cs typeface="Arial"/>
              </a:defRPr>
            </a:pPr>
            <a:r>
              <a:rPr sz="2100" b="1">
                <a:solidFill>
                  <a:srgbClr val="3DE8FF"/>
                </a:solidFill>
                <a:latin typeface="Arial"/>
                <a:ea typeface="Arial"/>
                <a:cs typeface="Arial"/>
              </a:rPr>
              <a:t>03</a:t>
            </a:r>
          </a:p>
        </p:txBody>
      </p:sp>
      <p:sp>
        <p:nvSpPr>
          <p:cNvPr id="20" name="evidence-step-title-2">
            <a:extLst>
              <a:ext uri="{FF2B5EF4-FFF2-40B4-BE49-F238E27FC236}">
                <a16:creationId xmlns:a16="http://schemas.microsoft.com/office/drawing/2014/main" id="{9189788F-3937-4172-8402-30A8356871DC}"/>
              </a:ext>
            </a:extLst>
          </p:cNvPr>
          <p:cNvSpPr>
            <a:spLocks noGrp="1"/>
          </p:cNvSpPr>
          <p:nvPr/>
        </p:nvSpPr>
        <p:spPr>
          <a:xfrm>
            <a:off x="5257800" y="2857500"/>
            <a:ext cx="1609725" cy="36195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Link</a:t>
            </a:r>
          </a:p>
        </p:txBody>
      </p:sp>
      <p:sp>
        <p:nvSpPr>
          <p:cNvPr id="21" name="evidence-step-body-2">
            <a:extLst>
              <a:ext uri="{FF2B5EF4-FFF2-40B4-BE49-F238E27FC236}">
                <a16:creationId xmlns:a16="http://schemas.microsoft.com/office/drawing/2014/main" id="{8595EA83-14D4-48BB-AD38-6C813AA21644}"/>
              </a:ext>
            </a:extLst>
          </p:cNvPr>
          <p:cNvSpPr>
            <a:spLocks noGrp="1"/>
          </p:cNvSpPr>
          <p:nvPr/>
        </p:nvSpPr>
        <p:spPr>
          <a:xfrm>
            <a:off x="5257800" y="3314700"/>
            <a:ext cx="1609725" cy="809625"/>
          </a:xfrm>
          <a:prstGeom prst="rect">
            <a:avLst/>
          </a:prstGeom>
          <a:noFill/>
          <a:ln w="0">
            <a:noFill/>
            <a:prstDash val="solid"/>
          </a:ln>
        </p:spPr>
        <p:txBody>
          <a:bodyPr wrap="square" lIns="0" tIns="0" rIns="0" bIns="0" anchor="t">
            <a:normAutofit/>
          </a:bodyPr>
          <a:lstStyle>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Evidence connects to findings and asset relationships.</a:t>
            </a:r>
          </a:p>
        </p:txBody>
      </p:sp>
      <p:sp>
        <p:nvSpPr>
          <p:cNvPr id="22" name="evidence-arrow-2">
            <a:extLst>
              <a:ext uri="{FF2B5EF4-FFF2-40B4-BE49-F238E27FC236}">
                <a16:creationId xmlns:a16="http://schemas.microsoft.com/office/drawing/2014/main" id="{6A77EC34-B390-482E-9A03-67F5CDF096CB}"/>
              </a:ext>
            </a:extLst>
          </p:cNvPr>
          <p:cNvSpPr>
            <a:spLocks noGrp="1"/>
          </p:cNvSpPr>
          <p:nvPr/>
        </p:nvSpPr>
        <p:spPr>
          <a:xfrm>
            <a:off x="7058025" y="3048000"/>
            <a:ext cx="257175" cy="381000"/>
          </a:xfrm>
          <a:prstGeom prst="rect">
            <a:avLst/>
          </a:prstGeom>
          <a:noFill/>
          <a:ln w="0">
            <a:noFill/>
            <a:prstDash val="solid"/>
          </a:ln>
        </p:spPr>
        <p:txBody>
          <a:bodyPr wrap="square" lIns="0" tIns="0" rIns="0" bIns="0" anchor="ctr">
            <a:normAutofit fontScale="98039"/>
          </a:bodyPr>
          <a:lstStyle>
            <a:defPPr algn="ctr">
              <a:defRPr sz="2550" b="1">
                <a:solidFill>
                  <a:srgbClr val="3DE8FF"/>
                </a:solidFill>
                <a:latin typeface="Arial"/>
                <a:ea typeface="Arial"/>
                <a:cs typeface="Arial"/>
              </a:defRPr>
            </a:defPPr>
            <a:lvl1pPr algn="ctr">
              <a:defRPr sz="2550" b="1">
                <a:solidFill>
                  <a:srgbClr val="3DE8FF"/>
                </a:solidFill>
                <a:latin typeface="Arial"/>
                <a:ea typeface="Arial"/>
                <a:cs typeface="Arial"/>
              </a:defRPr>
            </a:lvl1pPr>
            <a:lvl2pPr algn="ctr">
              <a:defRPr sz="2550" b="1">
                <a:solidFill>
                  <a:srgbClr val="3DE8FF"/>
                </a:solidFill>
                <a:latin typeface="Arial"/>
                <a:ea typeface="Arial"/>
                <a:cs typeface="Arial"/>
              </a:defRPr>
            </a:lvl2pPr>
            <a:lvl3pPr algn="ctr">
              <a:defRPr sz="2550" b="1">
                <a:solidFill>
                  <a:srgbClr val="3DE8FF"/>
                </a:solidFill>
                <a:latin typeface="Arial"/>
                <a:ea typeface="Arial"/>
                <a:cs typeface="Arial"/>
              </a:defRPr>
            </a:lvl3pPr>
            <a:lvl4pPr algn="ctr">
              <a:defRPr sz="2550" b="1">
                <a:solidFill>
                  <a:srgbClr val="3DE8FF"/>
                </a:solidFill>
                <a:latin typeface="Arial"/>
                <a:ea typeface="Arial"/>
                <a:cs typeface="Arial"/>
              </a:defRPr>
            </a:lvl4pPr>
            <a:lvl5pPr algn="ctr">
              <a:defRPr sz="2550" b="1">
                <a:solidFill>
                  <a:srgbClr val="3DE8FF"/>
                </a:solidFill>
                <a:latin typeface="Arial"/>
                <a:ea typeface="Arial"/>
                <a:cs typeface="Arial"/>
              </a:defRPr>
            </a:lvl5pPr>
            <a:lvl6pPr algn="ctr">
              <a:defRPr sz="2550" b="1">
                <a:solidFill>
                  <a:srgbClr val="3DE8FF"/>
                </a:solidFill>
                <a:latin typeface="Arial"/>
                <a:ea typeface="Arial"/>
                <a:cs typeface="Arial"/>
              </a:defRPr>
            </a:lvl6pPr>
            <a:lvl7pPr algn="ctr">
              <a:defRPr sz="2550" b="1">
                <a:solidFill>
                  <a:srgbClr val="3DE8FF"/>
                </a:solidFill>
                <a:latin typeface="Arial"/>
                <a:ea typeface="Arial"/>
                <a:cs typeface="Arial"/>
              </a:defRPr>
            </a:lvl7pPr>
            <a:lvl8pPr algn="ctr">
              <a:defRPr sz="2550" b="1">
                <a:solidFill>
                  <a:srgbClr val="3DE8FF"/>
                </a:solidFill>
                <a:latin typeface="Arial"/>
                <a:ea typeface="Arial"/>
                <a:cs typeface="Arial"/>
              </a:defRPr>
            </a:lvl8pPr>
            <a:lvl9pPr algn="ctr">
              <a:defRPr sz="2550" b="1">
                <a:solidFill>
                  <a:srgbClr val="3DE8FF"/>
                </a:solidFill>
                <a:latin typeface="Arial"/>
                <a:ea typeface="Arial"/>
                <a:cs typeface="Arial"/>
              </a:defRPr>
            </a:lvl9pPr>
          </a:lstStyle>
          <a:p>
            <a:pPr algn="ctr">
              <a:lnSpc>
                <a:spcPct val="100000"/>
              </a:lnSpc>
              <a:buNone/>
              <a:defRPr sz="2550" b="1">
                <a:solidFill>
                  <a:srgbClr val="3DE8FF"/>
                </a:solidFill>
                <a:latin typeface="Arial"/>
                <a:ea typeface="Arial"/>
                <a:cs typeface="Arial"/>
              </a:defRPr>
            </a:pPr>
            <a:r>
              <a:rPr sz="2550" b="1">
                <a:solidFill>
                  <a:srgbClr val="3DE8FF"/>
                </a:solidFill>
                <a:latin typeface="Arial"/>
                <a:ea typeface="Arial"/>
                <a:cs typeface="Arial"/>
              </a:rPr>
              <a:t>›</a:t>
            </a:r>
          </a:p>
        </p:txBody>
      </p:sp>
      <p:sp>
        <p:nvSpPr>
          <p:cNvPr id="23" name="evidence-step-3">
            <a:extLst>
              <a:ext uri="{FF2B5EF4-FFF2-40B4-BE49-F238E27FC236}">
                <a16:creationId xmlns:a16="http://schemas.microsoft.com/office/drawing/2014/main" id="{4BA7FD1E-2707-402A-B18B-33624A3F53B9}"/>
              </a:ext>
            </a:extLst>
          </p:cNvPr>
          <p:cNvSpPr>
            <a:spLocks noGrp="1"/>
          </p:cNvSpPr>
          <p:nvPr/>
        </p:nvSpPr>
        <p:spPr>
          <a:xfrm>
            <a:off x="7267575" y="2228850"/>
            <a:ext cx="1952625" cy="2095500"/>
          </a:xfrm>
          <a:prstGeom prst="roundRect">
            <a:avLst>
              <a:gd name="adj" fmla="val 6829"/>
            </a:avLst>
          </a:prstGeom>
          <a:solidFill>
            <a:srgbClr val="211E38"/>
          </a:solidFill>
          <a:ln w="14288">
            <a:solidFill>
              <a:srgbClr val="8B7CF6"/>
            </a:solidFill>
            <a:prstDash val="solid"/>
          </a:ln>
        </p:spPr>
        <p:txBody>
          <a:bodyPr/>
          <a:lstStyle/>
          <a:p>
            <a:endParaRPr lang="en-IN"/>
          </a:p>
        </p:txBody>
      </p:sp>
      <p:sp>
        <p:nvSpPr>
          <p:cNvPr id="24" name="evidence-step-num-3">
            <a:extLst>
              <a:ext uri="{FF2B5EF4-FFF2-40B4-BE49-F238E27FC236}">
                <a16:creationId xmlns:a16="http://schemas.microsoft.com/office/drawing/2014/main" id="{6D274853-FB72-4D55-8BC5-201D6313B137}"/>
              </a:ext>
            </a:extLst>
          </p:cNvPr>
          <p:cNvSpPr>
            <a:spLocks noGrp="1"/>
          </p:cNvSpPr>
          <p:nvPr/>
        </p:nvSpPr>
        <p:spPr>
          <a:xfrm>
            <a:off x="7439025" y="2400300"/>
            <a:ext cx="1609725" cy="381000"/>
          </a:xfrm>
          <a:prstGeom prst="rect">
            <a:avLst/>
          </a:prstGeom>
          <a:noFill/>
          <a:ln w="0">
            <a:noFill/>
            <a:prstDash val="solid"/>
          </a:ln>
        </p:spPr>
        <p:txBody>
          <a:bodyPr wrap="square" lIns="0" tIns="0" rIns="0" bIns="0" anchor="ctr">
            <a:normAutofit/>
          </a:bodyPr>
          <a:lstStyle>
            <a:defPPr algn="l">
              <a:defRPr sz="2100" b="1">
                <a:solidFill>
                  <a:srgbClr val="8B7CF6"/>
                </a:solidFill>
                <a:latin typeface="Arial"/>
                <a:ea typeface="Arial"/>
                <a:cs typeface="Arial"/>
              </a:defRPr>
            </a:defPPr>
            <a:lvl1pPr algn="l">
              <a:defRPr sz="2100" b="1">
                <a:solidFill>
                  <a:srgbClr val="8B7CF6"/>
                </a:solidFill>
                <a:latin typeface="Arial"/>
                <a:ea typeface="Arial"/>
                <a:cs typeface="Arial"/>
              </a:defRPr>
            </a:lvl1pPr>
            <a:lvl2pPr algn="l">
              <a:defRPr sz="2100" b="1">
                <a:solidFill>
                  <a:srgbClr val="8B7CF6"/>
                </a:solidFill>
                <a:latin typeface="Arial"/>
                <a:ea typeface="Arial"/>
                <a:cs typeface="Arial"/>
              </a:defRPr>
            </a:lvl2pPr>
            <a:lvl3pPr algn="l">
              <a:defRPr sz="2100" b="1">
                <a:solidFill>
                  <a:srgbClr val="8B7CF6"/>
                </a:solidFill>
                <a:latin typeface="Arial"/>
                <a:ea typeface="Arial"/>
                <a:cs typeface="Arial"/>
              </a:defRPr>
            </a:lvl3pPr>
            <a:lvl4pPr algn="l">
              <a:defRPr sz="2100" b="1">
                <a:solidFill>
                  <a:srgbClr val="8B7CF6"/>
                </a:solidFill>
                <a:latin typeface="Arial"/>
                <a:ea typeface="Arial"/>
                <a:cs typeface="Arial"/>
              </a:defRPr>
            </a:lvl4pPr>
            <a:lvl5pPr algn="l">
              <a:defRPr sz="2100" b="1">
                <a:solidFill>
                  <a:srgbClr val="8B7CF6"/>
                </a:solidFill>
                <a:latin typeface="Arial"/>
                <a:ea typeface="Arial"/>
                <a:cs typeface="Arial"/>
              </a:defRPr>
            </a:lvl5pPr>
            <a:lvl6pPr algn="l">
              <a:defRPr sz="2100" b="1">
                <a:solidFill>
                  <a:srgbClr val="8B7CF6"/>
                </a:solidFill>
                <a:latin typeface="Arial"/>
                <a:ea typeface="Arial"/>
                <a:cs typeface="Arial"/>
              </a:defRPr>
            </a:lvl6pPr>
            <a:lvl7pPr algn="l">
              <a:defRPr sz="2100" b="1">
                <a:solidFill>
                  <a:srgbClr val="8B7CF6"/>
                </a:solidFill>
                <a:latin typeface="Arial"/>
                <a:ea typeface="Arial"/>
                <a:cs typeface="Arial"/>
              </a:defRPr>
            </a:lvl7pPr>
            <a:lvl8pPr algn="l">
              <a:defRPr sz="2100" b="1">
                <a:solidFill>
                  <a:srgbClr val="8B7CF6"/>
                </a:solidFill>
                <a:latin typeface="Arial"/>
                <a:ea typeface="Arial"/>
                <a:cs typeface="Arial"/>
              </a:defRPr>
            </a:lvl8pPr>
            <a:lvl9pPr algn="l">
              <a:defRPr sz="2100" b="1">
                <a:solidFill>
                  <a:srgbClr val="8B7CF6"/>
                </a:solidFill>
                <a:latin typeface="Arial"/>
                <a:ea typeface="Arial"/>
                <a:cs typeface="Arial"/>
              </a:defRPr>
            </a:lvl9pPr>
          </a:lstStyle>
          <a:p>
            <a:pPr algn="l">
              <a:lnSpc>
                <a:spcPct val="100000"/>
              </a:lnSpc>
              <a:buNone/>
              <a:defRPr sz="2100" b="1">
                <a:solidFill>
                  <a:srgbClr val="8B7CF6"/>
                </a:solidFill>
                <a:latin typeface="Arial"/>
                <a:ea typeface="Arial"/>
                <a:cs typeface="Arial"/>
              </a:defRPr>
            </a:pPr>
            <a:r>
              <a:rPr sz="2100" b="1">
                <a:solidFill>
                  <a:srgbClr val="8B7CF6"/>
                </a:solidFill>
                <a:latin typeface="Arial"/>
                <a:ea typeface="Arial"/>
                <a:cs typeface="Arial"/>
              </a:rPr>
              <a:t>04</a:t>
            </a:r>
          </a:p>
        </p:txBody>
      </p:sp>
      <p:sp>
        <p:nvSpPr>
          <p:cNvPr id="25" name="evidence-step-title-3">
            <a:extLst>
              <a:ext uri="{FF2B5EF4-FFF2-40B4-BE49-F238E27FC236}">
                <a16:creationId xmlns:a16="http://schemas.microsoft.com/office/drawing/2014/main" id="{83A95245-B41C-471D-B499-9DCF234299A1}"/>
              </a:ext>
            </a:extLst>
          </p:cNvPr>
          <p:cNvSpPr>
            <a:spLocks noGrp="1"/>
          </p:cNvSpPr>
          <p:nvPr/>
        </p:nvSpPr>
        <p:spPr>
          <a:xfrm>
            <a:off x="7439025" y="2857500"/>
            <a:ext cx="1609725" cy="36195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Review</a:t>
            </a:r>
          </a:p>
        </p:txBody>
      </p:sp>
      <p:sp>
        <p:nvSpPr>
          <p:cNvPr id="26" name="evidence-step-body-3">
            <a:extLst>
              <a:ext uri="{FF2B5EF4-FFF2-40B4-BE49-F238E27FC236}">
                <a16:creationId xmlns:a16="http://schemas.microsoft.com/office/drawing/2014/main" id="{BE3E7FE1-0FB3-40B8-926F-8C5C46D98B2B}"/>
              </a:ext>
            </a:extLst>
          </p:cNvPr>
          <p:cNvSpPr>
            <a:spLocks noGrp="1"/>
          </p:cNvSpPr>
          <p:nvPr/>
        </p:nvSpPr>
        <p:spPr>
          <a:xfrm>
            <a:off x="7439025" y="3314700"/>
            <a:ext cx="1609725" cy="809625"/>
          </a:xfrm>
          <a:prstGeom prst="rect">
            <a:avLst/>
          </a:prstGeom>
          <a:noFill/>
          <a:ln w="0">
            <a:noFill/>
            <a:prstDash val="solid"/>
          </a:ln>
        </p:spPr>
        <p:txBody>
          <a:bodyPr wrap="square" lIns="0" tIns="0" rIns="0" bIns="0" anchor="t">
            <a:normAutofit/>
          </a:bodyPr>
          <a:lstStyle>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An analyst confirms relevance and applicability.</a:t>
            </a:r>
          </a:p>
        </p:txBody>
      </p:sp>
      <p:sp>
        <p:nvSpPr>
          <p:cNvPr id="27" name="evidence-arrow-3">
            <a:extLst>
              <a:ext uri="{FF2B5EF4-FFF2-40B4-BE49-F238E27FC236}">
                <a16:creationId xmlns:a16="http://schemas.microsoft.com/office/drawing/2014/main" id="{E64DAABC-6161-481E-9A6D-D1683AB044FC}"/>
              </a:ext>
            </a:extLst>
          </p:cNvPr>
          <p:cNvSpPr>
            <a:spLocks noGrp="1"/>
          </p:cNvSpPr>
          <p:nvPr/>
        </p:nvSpPr>
        <p:spPr>
          <a:xfrm>
            <a:off x="9239250" y="3048000"/>
            <a:ext cx="257175" cy="381000"/>
          </a:xfrm>
          <a:prstGeom prst="rect">
            <a:avLst/>
          </a:prstGeom>
          <a:noFill/>
          <a:ln w="0">
            <a:noFill/>
            <a:prstDash val="solid"/>
          </a:ln>
        </p:spPr>
        <p:txBody>
          <a:bodyPr wrap="square" lIns="0" tIns="0" rIns="0" bIns="0" anchor="ctr">
            <a:normAutofit fontScale="98039"/>
          </a:bodyPr>
          <a:lstStyle>
            <a:defPPr algn="ctr">
              <a:defRPr sz="2550" b="1">
                <a:solidFill>
                  <a:srgbClr val="3DE8FF"/>
                </a:solidFill>
                <a:latin typeface="Arial"/>
                <a:ea typeface="Arial"/>
                <a:cs typeface="Arial"/>
              </a:defRPr>
            </a:defPPr>
            <a:lvl1pPr algn="ctr">
              <a:defRPr sz="2550" b="1">
                <a:solidFill>
                  <a:srgbClr val="3DE8FF"/>
                </a:solidFill>
                <a:latin typeface="Arial"/>
                <a:ea typeface="Arial"/>
                <a:cs typeface="Arial"/>
              </a:defRPr>
            </a:lvl1pPr>
            <a:lvl2pPr algn="ctr">
              <a:defRPr sz="2550" b="1">
                <a:solidFill>
                  <a:srgbClr val="3DE8FF"/>
                </a:solidFill>
                <a:latin typeface="Arial"/>
                <a:ea typeface="Arial"/>
                <a:cs typeface="Arial"/>
              </a:defRPr>
            </a:lvl2pPr>
            <a:lvl3pPr algn="ctr">
              <a:defRPr sz="2550" b="1">
                <a:solidFill>
                  <a:srgbClr val="3DE8FF"/>
                </a:solidFill>
                <a:latin typeface="Arial"/>
                <a:ea typeface="Arial"/>
                <a:cs typeface="Arial"/>
              </a:defRPr>
            </a:lvl3pPr>
            <a:lvl4pPr algn="ctr">
              <a:defRPr sz="2550" b="1">
                <a:solidFill>
                  <a:srgbClr val="3DE8FF"/>
                </a:solidFill>
                <a:latin typeface="Arial"/>
                <a:ea typeface="Arial"/>
                <a:cs typeface="Arial"/>
              </a:defRPr>
            </a:lvl4pPr>
            <a:lvl5pPr algn="ctr">
              <a:defRPr sz="2550" b="1">
                <a:solidFill>
                  <a:srgbClr val="3DE8FF"/>
                </a:solidFill>
                <a:latin typeface="Arial"/>
                <a:ea typeface="Arial"/>
                <a:cs typeface="Arial"/>
              </a:defRPr>
            </a:lvl5pPr>
            <a:lvl6pPr algn="ctr">
              <a:defRPr sz="2550" b="1">
                <a:solidFill>
                  <a:srgbClr val="3DE8FF"/>
                </a:solidFill>
                <a:latin typeface="Arial"/>
                <a:ea typeface="Arial"/>
                <a:cs typeface="Arial"/>
              </a:defRPr>
            </a:lvl6pPr>
            <a:lvl7pPr algn="ctr">
              <a:defRPr sz="2550" b="1">
                <a:solidFill>
                  <a:srgbClr val="3DE8FF"/>
                </a:solidFill>
                <a:latin typeface="Arial"/>
                <a:ea typeface="Arial"/>
                <a:cs typeface="Arial"/>
              </a:defRPr>
            </a:lvl7pPr>
            <a:lvl8pPr algn="ctr">
              <a:defRPr sz="2550" b="1">
                <a:solidFill>
                  <a:srgbClr val="3DE8FF"/>
                </a:solidFill>
                <a:latin typeface="Arial"/>
                <a:ea typeface="Arial"/>
                <a:cs typeface="Arial"/>
              </a:defRPr>
            </a:lvl8pPr>
            <a:lvl9pPr algn="ctr">
              <a:defRPr sz="2550" b="1">
                <a:solidFill>
                  <a:srgbClr val="3DE8FF"/>
                </a:solidFill>
                <a:latin typeface="Arial"/>
                <a:ea typeface="Arial"/>
                <a:cs typeface="Arial"/>
              </a:defRPr>
            </a:lvl9pPr>
          </a:lstStyle>
          <a:p>
            <a:pPr algn="ctr">
              <a:lnSpc>
                <a:spcPct val="100000"/>
              </a:lnSpc>
              <a:buNone/>
              <a:defRPr sz="2550" b="1">
                <a:solidFill>
                  <a:srgbClr val="3DE8FF"/>
                </a:solidFill>
                <a:latin typeface="Arial"/>
                <a:ea typeface="Arial"/>
                <a:cs typeface="Arial"/>
              </a:defRPr>
            </a:pPr>
            <a:r>
              <a:rPr sz="2550" b="1">
                <a:solidFill>
                  <a:srgbClr val="3DE8FF"/>
                </a:solidFill>
                <a:latin typeface="Arial"/>
                <a:ea typeface="Arial"/>
                <a:cs typeface="Arial"/>
              </a:rPr>
              <a:t>›</a:t>
            </a:r>
          </a:p>
        </p:txBody>
      </p:sp>
      <p:sp>
        <p:nvSpPr>
          <p:cNvPr id="28" name="evidence-step-4">
            <a:extLst>
              <a:ext uri="{FF2B5EF4-FFF2-40B4-BE49-F238E27FC236}">
                <a16:creationId xmlns:a16="http://schemas.microsoft.com/office/drawing/2014/main" id="{46D12CFC-5453-4338-BDE8-981706D19012}"/>
              </a:ext>
            </a:extLst>
          </p:cNvPr>
          <p:cNvSpPr>
            <a:spLocks noGrp="1"/>
          </p:cNvSpPr>
          <p:nvPr/>
        </p:nvSpPr>
        <p:spPr>
          <a:xfrm>
            <a:off x="9448800" y="2228850"/>
            <a:ext cx="1952625" cy="2095500"/>
          </a:xfrm>
          <a:prstGeom prst="roundRect">
            <a:avLst>
              <a:gd name="adj" fmla="val 6829"/>
            </a:avLst>
          </a:prstGeom>
          <a:solidFill>
            <a:srgbClr val="13232C"/>
          </a:solidFill>
          <a:ln w="14288">
            <a:solidFill>
              <a:srgbClr val="3DE8FF"/>
            </a:solidFill>
            <a:prstDash val="solid"/>
          </a:ln>
        </p:spPr>
        <p:txBody>
          <a:bodyPr/>
          <a:lstStyle/>
          <a:p>
            <a:endParaRPr lang="en-IN"/>
          </a:p>
        </p:txBody>
      </p:sp>
      <p:sp>
        <p:nvSpPr>
          <p:cNvPr id="29" name="evidence-step-num-4">
            <a:extLst>
              <a:ext uri="{FF2B5EF4-FFF2-40B4-BE49-F238E27FC236}">
                <a16:creationId xmlns:a16="http://schemas.microsoft.com/office/drawing/2014/main" id="{B73F5F8E-160F-4544-B366-F9F25B27594C}"/>
              </a:ext>
            </a:extLst>
          </p:cNvPr>
          <p:cNvSpPr>
            <a:spLocks noGrp="1"/>
          </p:cNvSpPr>
          <p:nvPr/>
        </p:nvSpPr>
        <p:spPr>
          <a:xfrm>
            <a:off x="9620250" y="2400300"/>
            <a:ext cx="1609725" cy="381000"/>
          </a:xfrm>
          <a:prstGeom prst="rect">
            <a:avLst/>
          </a:prstGeom>
          <a:noFill/>
          <a:ln w="0">
            <a:noFill/>
            <a:prstDash val="solid"/>
          </a:ln>
        </p:spPr>
        <p:txBody>
          <a:bodyPr wrap="square" lIns="0" tIns="0" rIns="0" bIns="0" anchor="ctr">
            <a:normAutofit/>
          </a:bodyPr>
          <a:lstStyle>
            <a:defPPr algn="l">
              <a:defRPr sz="2100" b="1">
                <a:solidFill>
                  <a:srgbClr val="3DE8FF"/>
                </a:solidFill>
                <a:latin typeface="Arial"/>
                <a:ea typeface="Arial"/>
                <a:cs typeface="Arial"/>
              </a:defRPr>
            </a:defPPr>
            <a:lvl1pPr algn="l">
              <a:defRPr sz="2100" b="1">
                <a:solidFill>
                  <a:srgbClr val="3DE8FF"/>
                </a:solidFill>
                <a:latin typeface="Arial"/>
                <a:ea typeface="Arial"/>
                <a:cs typeface="Arial"/>
              </a:defRPr>
            </a:lvl1pPr>
            <a:lvl2pPr algn="l">
              <a:defRPr sz="2100" b="1">
                <a:solidFill>
                  <a:srgbClr val="3DE8FF"/>
                </a:solidFill>
                <a:latin typeface="Arial"/>
                <a:ea typeface="Arial"/>
                <a:cs typeface="Arial"/>
              </a:defRPr>
            </a:lvl2pPr>
            <a:lvl3pPr algn="l">
              <a:defRPr sz="2100" b="1">
                <a:solidFill>
                  <a:srgbClr val="3DE8FF"/>
                </a:solidFill>
                <a:latin typeface="Arial"/>
                <a:ea typeface="Arial"/>
                <a:cs typeface="Arial"/>
              </a:defRPr>
            </a:lvl3pPr>
            <a:lvl4pPr algn="l">
              <a:defRPr sz="2100" b="1">
                <a:solidFill>
                  <a:srgbClr val="3DE8FF"/>
                </a:solidFill>
                <a:latin typeface="Arial"/>
                <a:ea typeface="Arial"/>
                <a:cs typeface="Arial"/>
              </a:defRPr>
            </a:lvl4pPr>
            <a:lvl5pPr algn="l">
              <a:defRPr sz="2100" b="1">
                <a:solidFill>
                  <a:srgbClr val="3DE8FF"/>
                </a:solidFill>
                <a:latin typeface="Arial"/>
                <a:ea typeface="Arial"/>
                <a:cs typeface="Arial"/>
              </a:defRPr>
            </a:lvl5pPr>
            <a:lvl6pPr algn="l">
              <a:defRPr sz="2100" b="1">
                <a:solidFill>
                  <a:srgbClr val="3DE8FF"/>
                </a:solidFill>
                <a:latin typeface="Arial"/>
                <a:ea typeface="Arial"/>
                <a:cs typeface="Arial"/>
              </a:defRPr>
            </a:lvl6pPr>
            <a:lvl7pPr algn="l">
              <a:defRPr sz="2100" b="1">
                <a:solidFill>
                  <a:srgbClr val="3DE8FF"/>
                </a:solidFill>
                <a:latin typeface="Arial"/>
                <a:ea typeface="Arial"/>
                <a:cs typeface="Arial"/>
              </a:defRPr>
            </a:lvl7pPr>
            <a:lvl8pPr algn="l">
              <a:defRPr sz="2100" b="1">
                <a:solidFill>
                  <a:srgbClr val="3DE8FF"/>
                </a:solidFill>
                <a:latin typeface="Arial"/>
                <a:ea typeface="Arial"/>
                <a:cs typeface="Arial"/>
              </a:defRPr>
            </a:lvl8pPr>
            <a:lvl9pPr algn="l">
              <a:defRPr sz="2100" b="1">
                <a:solidFill>
                  <a:srgbClr val="3DE8FF"/>
                </a:solidFill>
                <a:latin typeface="Arial"/>
                <a:ea typeface="Arial"/>
                <a:cs typeface="Arial"/>
              </a:defRPr>
            </a:lvl9pPr>
          </a:lstStyle>
          <a:p>
            <a:pPr algn="l">
              <a:lnSpc>
                <a:spcPct val="100000"/>
              </a:lnSpc>
              <a:buNone/>
              <a:defRPr sz="2100" b="1">
                <a:solidFill>
                  <a:srgbClr val="3DE8FF"/>
                </a:solidFill>
                <a:latin typeface="Arial"/>
                <a:ea typeface="Arial"/>
                <a:cs typeface="Arial"/>
              </a:defRPr>
            </a:pPr>
            <a:r>
              <a:rPr sz="2100" b="1">
                <a:solidFill>
                  <a:srgbClr val="3DE8FF"/>
                </a:solidFill>
                <a:latin typeface="Arial"/>
                <a:ea typeface="Arial"/>
                <a:cs typeface="Arial"/>
              </a:rPr>
              <a:t>05</a:t>
            </a:r>
          </a:p>
        </p:txBody>
      </p:sp>
      <p:sp>
        <p:nvSpPr>
          <p:cNvPr id="30" name="evidence-step-title-4">
            <a:extLst>
              <a:ext uri="{FF2B5EF4-FFF2-40B4-BE49-F238E27FC236}">
                <a16:creationId xmlns:a16="http://schemas.microsoft.com/office/drawing/2014/main" id="{E5D6C400-9EB3-4410-A0B6-FB6E5A4CF6F1}"/>
              </a:ext>
            </a:extLst>
          </p:cNvPr>
          <p:cNvSpPr>
            <a:spLocks noGrp="1"/>
          </p:cNvSpPr>
          <p:nvPr/>
        </p:nvSpPr>
        <p:spPr>
          <a:xfrm>
            <a:off x="9620250" y="2857500"/>
            <a:ext cx="1609725" cy="36195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Snapshot</a:t>
            </a:r>
          </a:p>
        </p:txBody>
      </p:sp>
      <p:sp>
        <p:nvSpPr>
          <p:cNvPr id="31" name="evidence-step-body-4">
            <a:extLst>
              <a:ext uri="{FF2B5EF4-FFF2-40B4-BE49-F238E27FC236}">
                <a16:creationId xmlns:a16="http://schemas.microsoft.com/office/drawing/2014/main" id="{9D0E82FA-77D5-4451-B5D7-89C6598281EF}"/>
              </a:ext>
            </a:extLst>
          </p:cNvPr>
          <p:cNvSpPr>
            <a:spLocks noGrp="1"/>
          </p:cNvSpPr>
          <p:nvPr/>
        </p:nvSpPr>
        <p:spPr>
          <a:xfrm>
            <a:off x="9620250" y="3314700"/>
            <a:ext cx="1609725" cy="809625"/>
          </a:xfrm>
          <a:prstGeom prst="rect">
            <a:avLst/>
          </a:prstGeom>
          <a:noFill/>
          <a:ln w="0">
            <a:noFill/>
            <a:prstDash val="solid"/>
          </a:ln>
        </p:spPr>
        <p:txBody>
          <a:bodyPr wrap="square" lIns="0" tIns="0" rIns="0" bIns="0" anchor="t">
            <a:normAutofit/>
          </a:bodyPr>
          <a:lstStyle>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Reports preserve the reviewed state at creation.</a:t>
            </a:r>
          </a:p>
        </p:txBody>
      </p:sp>
      <p:sp>
        <p:nvSpPr>
          <p:cNvPr id="32" name="evidence-unknown-bg">
            <a:extLst>
              <a:ext uri="{FF2B5EF4-FFF2-40B4-BE49-F238E27FC236}">
                <a16:creationId xmlns:a16="http://schemas.microsoft.com/office/drawing/2014/main" id="{FD62CDCF-A582-45B9-88FD-C79FC33BDFCD}"/>
              </a:ext>
            </a:extLst>
          </p:cNvPr>
          <p:cNvSpPr>
            <a:spLocks noGrp="1"/>
          </p:cNvSpPr>
          <p:nvPr/>
        </p:nvSpPr>
        <p:spPr>
          <a:xfrm>
            <a:off x="723900" y="4695825"/>
            <a:ext cx="10744200" cy="1038225"/>
          </a:xfrm>
          <a:prstGeom prst="roundRect">
            <a:avLst>
              <a:gd name="adj" fmla="val 11009"/>
            </a:avLst>
          </a:prstGeom>
          <a:solidFill>
            <a:srgbClr val="14141C"/>
          </a:solidFill>
          <a:ln w="9525">
            <a:solidFill>
              <a:srgbClr val="2A2A38"/>
            </a:solidFill>
            <a:prstDash val="solid"/>
          </a:ln>
        </p:spPr>
        <p:txBody>
          <a:bodyPr/>
          <a:lstStyle/>
          <a:p>
            <a:endParaRPr lang="en-IN"/>
          </a:p>
        </p:txBody>
      </p:sp>
      <p:sp>
        <p:nvSpPr>
          <p:cNvPr id="33" name="evidence-unknown-title">
            <a:extLst>
              <a:ext uri="{FF2B5EF4-FFF2-40B4-BE49-F238E27FC236}">
                <a16:creationId xmlns:a16="http://schemas.microsoft.com/office/drawing/2014/main" id="{75BE2004-C279-434D-8A8B-3D70B868FFD6}"/>
              </a:ext>
            </a:extLst>
          </p:cNvPr>
          <p:cNvSpPr>
            <a:spLocks noGrp="1"/>
          </p:cNvSpPr>
          <p:nvPr/>
        </p:nvSpPr>
        <p:spPr>
          <a:xfrm>
            <a:off x="933450" y="4838700"/>
            <a:ext cx="2857500" cy="285750"/>
          </a:xfrm>
          <a:prstGeom prst="rect">
            <a:avLst/>
          </a:prstGeom>
          <a:noFill/>
          <a:ln w="0">
            <a:noFill/>
            <a:prstDash val="solid"/>
          </a:ln>
        </p:spPr>
        <p:txBody>
          <a:bodyPr wrap="square" lIns="0" tIns="0" rIns="0" bIns="0" anchor="ctr">
            <a:normAutofit/>
          </a:bodyPr>
          <a:lstStyle>
            <a:defPPr algn="l">
              <a:defRPr sz="1350" b="1">
                <a:solidFill>
                  <a:srgbClr val="3DE8FF"/>
                </a:solidFill>
                <a:latin typeface="Arial"/>
                <a:ea typeface="Arial"/>
                <a:cs typeface="Arial"/>
              </a:defRPr>
            </a:defPPr>
            <a:lvl1pPr algn="l">
              <a:defRPr sz="1350" b="1">
                <a:solidFill>
                  <a:srgbClr val="3DE8FF"/>
                </a:solidFill>
                <a:latin typeface="Arial"/>
                <a:ea typeface="Arial"/>
                <a:cs typeface="Arial"/>
              </a:defRPr>
            </a:lvl1pPr>
            <a:lvl2pPr algn="l">
              <a:defRPr sz="1350" b="1">
                <a:solidFill>
                  <a:srgbClr val="3DE8FF"/>
                </a:solidFill>
                <a:latin typeface="Arial"/>
                <a:ea typeface="Arial"/>
                <a:cs typeface="Arial"/>
              </a:defRPr>
            </a:lvl2pPr>
            <a:lvl3pPr algn="l">
              <a:defRPr sz="1350" b="1">
                <a:solidFill>
                  <a:srgbClr val="3DE8FF"/>
                </a:solidFill>
                <a:latin typeface="Arial"/>
                <a:ea typeface="Arial"/>
                <a:cs typeface="Arial"/>
              </a:defRPr>
            </a:lvl3pPr>
            <a:lvl4pPr algn="l">
              <a:defRPr sz="1350" b="1">
                <a:solidFill>
                  <a:srgbClr val="3DE8FF"/>
                </a:solidFill>
                <a:latin typeface="Arial"/>
                <a:ea typeface="Arial"/>
                <a:cs typeface="Arial"/>
              </a:defRPr>
            </a:lvl4pPr>
            <a:lvl5pPr algn="l">
              <a:defRPr sz="1350" b="1">
                <a:solidFill>
                  <a:srgbClr val="3DE8FF"/>
                </a:solidFill>
                <a:latin typeface="Arial"/>
                <a:ea typeface="Arial"/>
                <a:cs typeface="Arial"/>
              </a:defRPr>
            </a:lvl5pPr>
            <a:lvl6pPr algn="l">
              <a:defRPr sz="1350" b="1">
                <a:solidFill>
                  <a:srgbClr val="3DE8FF"/>
                </a:solidFill>
                <a:latin typeface="Arial"/>
                <a:ea typeface="Arial"/>
                <a:cs typeface="Arial"/>
              </a:defRPr>
            </a:lvl6pPr>
            <a:lvl7pPr algn="l">
              <a:defRPr sz="1350" b="1">
                <a:solidFill>
                  <a:srgbClr val="3DE8FF"/>
                </a:solidFill>
                <a:latin typeface="Arial"/>
                <a:ea typeface="Arial"/>
                <a:cs typeface="Arial"/>
              </a:defRPr>
            </a:lvl7pPr>
            <a:lvl8pPr algn="l">
              <a:defRPr sz="1350" b="1">
                <a:solidFill>
                  <a:srgbClr val="3DE8FF"/>
                </a:solidFill>
                <a:latin typeface="Arial"/>
                <a:ea typeface="Arial"/>
                <a:cs typeface="Arial"/>
              </a:defRPr>
            </a:lvl8pPr>
            <a:lvl9pPr algn="l">
              <a:defRPr sz="1350" b="1">
                <a:solidFill>
                  <a:srgbClr val="3DE8FF"/>
                </a:solidFill>
                <a:latin typeface="Arial"/>
                <a:ea typeface="Arial"/>
                <a:cs typeface="Arial"/>
              </a:defRPr>
            </a:lvl9pPr>
          </a:lstStyle>
          <a:p>
            <a:pPr algn="l">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Coverage semantics</a:t>
            </a:r>
          </a:p>
        </p:txBody>
      </p:sp>
      <p:sp>
        <p:nvSpPr>
          <p:cNvPr id="34" name="evidence-unknown-body">
            <a:extLst>
              <a:ext uri="{FF2B5EF4-FFF2-40B4-BE49-F238E27FC236}">
                <a16:creationId xmlns:a16="http://schemas.microsoft.com/office/drawing/2014/main" id="{1F84D0FC-9994-42BD-AE5C-95D122AFE7FA}"/>
              </a:ext>
            </a:extLst>
          </p:cNvPr>
          <p:cNvSpPr>
            <a:spLocks noGrp="1"/>
          </p:cNvSpPr>
          <p:nvPr/>
        </p:nvSpPr>
        <p:spPr>
          <a:xfrm>
            <a:off x="933450" y="5153025"/>
            <a:ext cx="10287000" cy="457200"/>
          </a:xfrm>
          <a:prstGeom prst="rect">
            <a:avLst/>
          </a:prstGeom>
          <a:noFill/>
          <a:ln w="0">
            <a:noFill/>
            <a:prstDash val="solid"/>
          </a:ln>
        </p:spPr>
        <p:txBody>
          <a:bodyPr wrap="square" lIns="0" tIns="0" rIns="0" bIns="0" anchor="ctr">
            <a:normAutofit/>
          </a:bodyPr>
          <a:lstStyle>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a:pPr algn="l">
              <a:lnSpc>
                <a:spcPct val="100000"/>
              </a:lnSpc>
              <a:buNone/>
              <a:defRPr sz="1350" b="0">
                <a:solidFill>
                  <a:srgbClr val="EDEDF2"/>
                </a:solidFill>
                <a:latin typeface="Arial"/>
                <a:ea typeface="Arial"/>
                <a:cs typeface="Arial"/>
              </a:defRPr>
            </a:pPr>
            <a:r>
              <a:rPr sz="1350" b="0">
                <a:solidFill>
                  <a:srgbClr val="EDEDF2"/>
                </a:solidFill>
                <a:latin typeface="Arial"/>
                <a:ea typeface="Arial"/>
                <a:cs typeface="Arial"/>
              </a:rPr>
              <a:t>A failed, stale, or unrun source is unknown coverage—not evidence that the asset is safe. Evidence hashes help detect byte changes but do not prove authenticity.</a:t>
            </a:r>
          </a:p>
        </p:txBody>
      </p:sp>
    </p:spTree>
    <p:extLst>
      <p:ext uri="{BB962C8B-B14F-4D97-AF65-F5344CB8AC3E}">
        <p14:creationId xmlns:p14="http://schemas.microsoft.com/office/powerpoint/2010/main" val="146380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5" name="slide-12-title">
            <a:extLst>
              <a:ext uri="{FF2B5EF4-FFF2-40B4-BE49-F238E27FC236}">
                <a16:creationId xmlns:a16="http://schemas.microsoft.com/office/drawing/2014/main" id="{5341106B-C662-4261-ADAB-1C53AEDC6424}"/>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Evidence, security &amp; analyst review</a:t>
            </a:r>
          </a:p>
        </p:txBody>
      </p:sp>
      <p:sp>
        <p:nvSpPr>
          <p:cNvPr id="2" name="slide-12-accent-blue">
            <a:extLst>
              <a:ext uri="{FF2B5EF4-FFF2-40B4-BE49-F238E27FC236}">
                <a16:creationId xmlns:a16="http://schemas.microsoft.com/office/drawing/2014/main" id="{1BBEFE0F-04F6-42E3-9203-90113B55DD28}"/>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12-accent-iris">
            <a:extLst>
              <a:ext uri="{FF2B5EF4-FFF2-40B4-BE49-F238E27FC236}">
                <a16:creationId xmlns:a16="http://schemas.microsoft.com/office/drawing/2014/main" id="{879B689D-B4DC-4454-929C-ACFCE6C0255A}"/>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12-subtitle">
            <a:extLst>
              <a:ext uri="{FF2B5EF4-FFF2-40B4-BE49-F238E27FC236}">
                <a16:creationId xmlns:a16="http://schemas.microsoft.com/office/drawing/2014/main" id="{B884F06E-0319-428C-9CC6-D6C82A5FB76D}"/>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Provider output is an observation to interpret—not an automatic verdict.</a:t>
            </a:r>
          </a:p>
        </p:txBody>
      </p:sp>
      <p:sp>
        <p:nvSpPr>
          <p:cNvPr id="5" name="slide-12-footer-rule">
            <a:extLst>
              <a:ext uri="{FF2B5EF4-FFF2-40B4-BE49-F238E27FC236}">
                <a16:creationId xmlns:a16="http://schemas.microsoft.com/office/drawing/2014/main" id="{B5A7532A-4C44-4836-A3AB-045A681324D5}"/>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12-footer">
            <a:extLst>
              <a:ext uri="{FF2B5EF4-FFF2-40B4-BE49-F238E27FC236}">
                <a16:creationId xmlns:a16="http://schemas.microsoft.com/office/drawing/2014/main" id="{B54C6C8C-FA86-4BE9-88FB-224F5B0371F6}"/>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2-page">
            <a:extLst>
              <a:ext uri="{FF2B5EF4-FFF2-40B4-BE49-F238E27FC236}">
                <a16:creationId xmlns:a16="http://schemas.microsoft.com/office/drawing/2014/main" id="{A760DE7D-6AE1-469B-889B-8C564DC0CC2A}"/>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12</a:t>
            </a:r>
          </a:p>
        </p:txBody>
      </p:sp>
      <p:sp>
        <p:nvSpPr>
          <p:cNvPr id="8" name="trust-title-0">
            <a:extLst>
              <a:ext uri="{FF2B5EF4-FFF2-40B4-BE49-F238E27FC236}">
                <a16:creationId xmlns:a16="http://schemas.microsoft.com/office/drawing/2014/main" id="{1040708B-76E4-476C-9675-47BF95EA1075}"/>
              </a:ext>
            </a:extLst>
          </p:cNvPr>
          <p:cNvSpPr>
            <a:spLocks noGrp="1"/>
          </p:cNvSpPr>
          <p:nvPr/>
        </p:nvSpPr>
        <p:spPr>
          <a:xfrm>
            <a:off x="723900" y="2019300"/>
            <a:ext cx="3238500" cy="419100"/>
          </a:xfrm>
          <a:prstGeom prst="rect">
            <a:avLst/>
          </a:prstGeom>
          <a:noFill/>
          <a:ln w="0">
            <a:noFill/>
            <a:prstDash val="solid"/>
          </a:ln>
        </p:spPr>
        <p:txBody>
          <a:bodyPr wrap="square" lIns="0" tIns="0" rIns="0" bIns="0" anchor="ctr">
            <a:normAutofit/>
          </a:bodyPr>
          <a:lstStyle>
            <a:defPPr algn="l">
              <a:defRPr sz="1500" b="1">
                <a:solidFill>
                  <a:srgbClr val="3DE8FF"/>
                </a:solidFill>
                <a:latin typeface="Arial"/>
                <a:ea typeface="Arial"/>
                <a:cs typeface="Arial"/>
              </a:defRPr>
            </a:defPPr>
            <a:lvl1pPr algn="l">
              <a:defRPr sz="1500" b="1">
                <a:solidFill>
                  <a:srgbClr val="3DE8FF"/>
                </a:solidFill>
                <a:latin typeface="Arial"/>
                <a:ea typeface="Arial"/>
                <a:cs typeface="Arial"/>
              </a:defRPr>
            </a:lvl1pPr>
            <a:lvl2pPr algn="l">
              <a:defRPr sz="1500" b="1">
                <a:solidFill>
                  <a:srgbClr val="3DE8FF"/>
                </a:solidFill>
                <a:latin typeface="Arial"/>
                <a:ea typeface="Arial"/>
                <a:cs typeface="Arial"/>
              </a:defRPr>
            </a:lvl2pPr>
            <a:lvl3pPr algn="l">
              <a:defRPr sz="1500" b="1">
                <a:solidFill>
                  <a:srgbClr val="3DE8FF"/>
                </a:solidFill>
                <a:latin typeface="Arial"/>
                <a:ea typeface="Arial"/>
                <a:cs typeface="Arial"/>
              </a:defRPr>
            </a:lvl3pPr>
            <a:lvl4pPr algn="l">
              <a:defRPr sz="1500" b="1">
                <a:solidFill>
                  <a:srgbClr val="3DE8FF"/>
                </a:solidFill>
                <a:latin typeface="Arial"/>
                <a:ea typeface="Arial"/>
                <a:cs typeface="Arial"/>
              </a:defRPr>
            </a:lvl4pPr>
            <a:lvl5pPr algn="l">
              <a:defRPr sz="1500" b="1">
                <a:solidFill>
                  <a:srgbClr val="3DE8FF"/>
                </a:solidFill>
                <a:latin typeface="Arial"/>
                <a:ea typeface="Arial"/>
                <a:cs typeface="Arial"/>
              </a:defRPr>
            </a:lvl5pPr>
            <a:lvl6pPr algn="l">
              <a:defRPr sz="1500" b="1">
                <a:solidFill>
                  <a:srgbClr val="3DE8FF"/>
                </a:solidFill>
                <a:latin typeface="Arial"/>
                <a:ea typeface="Arial"/>
                <a:cs typeface="Arial"/>
              </a:defRPr>
            </a:lvl6pPr>
            <a:lvl7pPr algn="l">
              <a:defRPr sz="1500" b="1">
                <a:solidFill>
                  <a:srgbClr val="3DE8FF"/>
                </a:solidFill>
                <a:latin typeface="Arial"/>
                <a:ea typeface="Arial"/>
                <a:cs typeface="Arial"/>
              </a:defRPr>
            </a:lvl7pPr>
            <a:lvl8pPr algn="l">
              <a:defRPr sz="1500" b="1">
                <a:solidFill>
                  <a:srgbClr val="3DE8FF"/>
                </a:solidFill>
                <a:latin typeface="Arial"/>
                <a:ea typeface="Arial"/>
                <a:cs typeface="Arial"/>
              </a:defRPr>
            </a:lvl8pPr>
            <a:lvl9pPr algn="l">
              <a:defRPr sz="1500" b="1">
                <a:solidFill>
                  <a:srgbClr val="3DE8FF"/>
                </a:solidFill>
                <a:latin typeface="Arial"/>
                <a:ea typeface="Arial"/>
                <a:cs typeface="Arial"/>
              </a:defRPr>
            </a:lvl9pPr>
          </a:lstStyle>
          <a:p>
            <a:pPr algn="l">
              <a:lnSpc>
                <a:spcPct val="100000"/>
              </a:lnSpc>
              <a:buNone/>
              <a:defRPr sz="1500" b="1">
                <a:solidFill>
                  <a:srgbClr val="3DE8FF"/>
                </a:solidFill>
                <a:latin typeface="Arial"/>
                <a:ea typeface="Arial"/>
                <a:cs typeface="Arial"/>
              </a:defRPr>
            </a:pPr>
            <a:r>
              <a:rPr sz="1500" b="1">
                <a:solidFill>
                  <a:srgbClr val="3DE8FF"/>
                </a:solidFill>
                <a:latin typeface="Arial"/>
                <a:ea typeface="Arial"/>
                <a:cs typeface="Arial"/>
              </a:rPr>
              <a:t>AUTHORIZED COLLECTION</a:t>
            </a:r>
          </a:p>
        </p:txBody>
      </p:sp>
      <p:sp>
        <p:nvSpPr>
          <p:cNvPr id="9" name="trust-rule-0">
            <a:extLst>
              <a:ext uri="{FF2B5EF4-FFF2-40B4-BE49-F238E27FC236}">
                <a16:creationId xmlns:a16="http://schemas.microsoft.com/office/drawing/2014/main" id="{43C7AEA0-B872-4E11-8756-9AF79B25F68C}"/>
              </a:ext>
            </a:extLst>
          </p:cNvPr>
          <p:cNvSpPr>
            <a:spLocks noGrp="1"/>
          </p:cNvSpPr>
          <p:nvPr/>
        </p:nvSpPr>
        <p:spPr>
          <a:xfrm>
            <a:off x="723900" y="2476500"/>
            <a:ext cx="3095625" cy="28575"/>
          </a:xfrm>
          <a:prstGeom prst="rect">
            <a:avLst/>
          </a:prstGeom>
          <a:solidFill>
            <a:srgbClr val="3DE8FF"/>
          </a:solidFill>
          <a:ln w="0">
            <a:noFill/>
            <a:prstDash val="solid"/>
          </a:ln>
        </p:spPr>
        <p:txBody>
          <a:bodyPr/>
          <a:lstStyle/>
          <a:p>
            <a:endParaRPr lang="en-IN"/>
          </a:p>
        </p:txBody>
      </p:sp>
      <p:sp>
        <p:nvSpPr>
          <p:cNvPr id="10" name="trust-0-0">
            <a:extLst>
              <a:ext uri="{FF2B5EF4-FFF2-40B4-BE49-F238E27FC236}">
                <a16:creationId xmlns:a16="http://schemas.microsoft.com/office/drawing/2014/main" id="{8F56465B-B7E1-4684-8AFB-E752D5623C13}"/>
              </a:ext>
            </a:extLst>
          </p:cNvPr>
          <p:cNvSpPr>
            <a:spLocks noGrp="1"/>
          </p:cNvSpPr>
          <p:nvPr/>
        </p:nvSpPr>
        <p:spPr>
          <a:xfrm>
            <a:off x="723900" y="2695575"/>
            <a:ext cx="3190875" cy="647700"/>
          </a:xfrm>
          <a:prstGeom prst="rect">
            <a:avLst/>
          </a:prstGeom>
          <a:noFill/>
          <a:ln w="0">
            <a:noFill/>
            <a:prstDash val="solid"/>
          </a:ln>
        </p:spPr>
        <p:txBody>
          <a:bodyPr wrap="square" lIns="0" tIns="0" rIns="0" bIns="0" anchor="t">
            <a:normAutofit/>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Scope checks to approved assets</a:t>
            </a:r>
          </a:p>
        </p:txBody>
      </p:sp>
      <p:sp>
        <p:nvSpPr>
          <p:cNvPr id="11" name="trust-0-1">
            <a:extLst>
              <a:ext uri="{FF2B5EF4-FFF2-40B4-BE49-F238E27FC236}">
                <a16:creationId xmlns:a16="http://schemas.microsoft.com/office/drawing/2014/main" id="{3638AE18-54AD-4A04-A7FA-55674F2761F8}"/>
              </a:ext>
            </a:extLst>
          </p:cNvPr>
          <p:cNvSpPr>
            <a:spLocks noGrp="1"/>
          </p:cNvSpPr>
          <p:nvPr/>
        </p:nvSpPr>
        <p:spPr>
          <a:xfrm>
            <a:off x="723900" y="3438525"/>
            <a:ext cx="3190875" cy="647700"/>
          </a:xfrm>
          <a:prstGeom prst="rect">
            <a:avLst/>
          </a:prstGeom>
          <a:noFill/>
          <a:ln w="0">
            <a:noFill/>
            <a:prstDash val="solid"/>
          </a:ln>
        </p:spPr>
        <p:txBody>
          <a:bodyPr wrap="square" lIns="0" tIns="0" rIns="0" bIns="0" anchor="t">
            <a:normAutofit/>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Bound outbound requests and redirects</a:t>
            </a:r>
          </a:p>
        </p:txBody>
      </p:sp>
      <p:sp>
        <p:nvSpPr>
          <p:cNvPr id="12" name="trust-0-2">
            <a:extLst>
              <a:ext uri="{FF2B5EF4-FFF2-40B4-BE49-F238E27FC236}">
                <a16:creationId xmlns:a16="http://schemas.microsoft.com/office/drawing/2014/main" id="{4D01A85F-CB3C-496E-A2FF-66482249731D}"/>
              </a:ext>
            </a:extLst>
          </p:cNvPr>
          <p:cNvSpPr>
            <a:spLocks noGrp="1"/>
          </p:cNvSpPr>
          <p:nvPr/>
        </p:nvSpPr>
        <p:spPr>
          <a:xfrm>
            <a:off x="723900" y="4181475"/>
            <a:ext cx="3190875" cy="647700"/>
          </a:xfrm>
          <a:prstGeom prst="rect">
            <a:avLst/>
          </a:prstGeom>
          <a:noFill/>
          <a:ln w="0">
            <a:noFill/>
            <a:prstDash val="solid"/>
          </a:ln>
        </p:spPr>
        <p:txBody>
          <a:bodyPr wrap="square" lIns="0" tIns="0" rIns="0" bIns="0" anchor="t">
            <a:normAutofit/>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Keep provider credentials on the backend</a:t>
            </a:r>
          </a:p>
        </p:txBody>
      </p:sp>
      <p:sp>
        <p:nvSpPr>
          <p:cNvPr id="13" name="trust-title-1">
            <a:extLst>
              <a:ext uri="{FF2B5EF4-FFF2-40B4-BE49-F238E27FC236}">
                <a16:creationId xmlns:a16="http://schemas.microsoft.com/office/drawing/2014/main" id="{B027C570-3607-48E0-A5FC-C15BBA1541EB}"/>
              </a:ext>
            </a:extLst>
          </p:cNvPr>
          <p:cNvSpPr>
            <a:spLocks noGrp="1"/>
          </p:cNvSpPr>
          <p:nvPr/>
        </p:nvSpPr>
        <p:spPr>
          <a:xfrm>
            <a:off x="4438650" y="2019300"/>
            <a:ext cx="3238500" cy="419100"/>
          </a:xfrm>
          <a:prstGeom prst="rect">
            <a:avLst/>
          </a:prstGeom>
          <a:noFill/>
          <a:ln w="0">
            <a:noFill/>
            <a:prstDash val="solid"/>
          </a:ln>
        </p:spPr>
        <p:txBody>
          <a:bodyPr wrap="square" lIns="0" tIns="0" rIns="0" bIns="0" anchor="ctr">
            <a:normAutofit/>
          </a:bodyPr>
          <a:lstStyle>
            <a:defPPr algn="l">
              <a:defRPr sz="1500" b="1">
                <a:solidFill>
                  <a:srgbClr val="8B7CF6"/>
                </a:solidFill>
                <a:latin typeface="Arial"/>
                <a:ea typeface="Arial"/>
                <a:cs typeface="Arial"/>
              </a:defRPr>
            </a:defPPr>
            <a:lvl1pPr algn="l">
              <a:defRPr sz="1500" b="1">
                <a:solidFill>
                  <a:srgbClr val="8B7CF6"/>
                </a:solidFill>
                <a:latin typeface="Arial"/>
                <a:ea typeface="Arial"/>
                <a:cs typeface="Arial"/>
              </a:defRPr>
            </a:lvl1pPr>
            <a:lvl2pPr algn="l">
              <a:defRPr sz="1500" b="1">
                <a:solidFill>
                  <a:srgbClr val="8B7CF6"/>
                </a:solidFill>
                <a:latin typeface="Arial"/>
                <a:ea typeface="Arial"/>
                <a:cs typeface="Arial"/>
              </a:defRPr>
            </a:lvl2pPr>
            <a:lvl3pPr algn="l">
              <a:defRPr sz="1500" b="1">
                <a:solidFill>
                  <a:srgbClr val="8B7CF6"/>
                </a:solidFill>
                <a:latin typeface="Arial"/>
                <a:ea typeface="Arial"/>
                <a:cs typeface="Arial"/>
              </a:defRPr>
            </a:lvl3pPr>
            <a:lvl4pPr algn="l">
              <a:defRPr sz="1500" b="1">
                <a:solidFill>
                  <a:srgbClr val="8B7CF6"/>
                </a:solidFill>
                <a:latin typeface="Arial"/>
                <a:ea typeface="Arial"/>
                <a:cs typeface="Arial"/>
              </a:defRPr>
            </a:lvl4pPr>
            <a:lvl5pPr algn="l">
              <a:defRPr sz="1500" b="1">
                <a:solidFill>
                  <a:srgbClr val="8B7CF6"/>
                </a:solidFill>
                <a:latin typeface="Arial"/>
                <a:ea typeface="Arial"/>
                <a:cs typeface="Arial"/>
              </a:defRPr>
            </a:lvl5pPr>
            <a:lvl6pPr algn="l">
              <a:defRPr sz="1500" b="1">
                <a:solidFill>
                  <a:srgbClr val="8B7CF6"/>
                </a:solidFill>
                <a:latin typeface="Arial"/>
                <a:ea typeface="Arial"/>
                <a:cs typeface="Arial"/>
              </a:defRPr>
            </a:lvl6pPr>
            <a:lvl7pPr algn="l">
              <a:defRPr sz="1500" b="1">
                <a:solidFill>
                  <a:srgbClr val="8B7CF6"/>
                </a:solidFill>
                <a:latin typeface="Arial"/>
                <a:ea typeface="Arial"/>
                <a:cs typeface="Arial"/>
              </a:defRPr>
            </a:lvl7pPr>
            <a:lvl8pPr algn="l">
              <a:defRPr sz="1500" b="1">
                <a:solidFill>
                  <a:srgbClr val="8B7CF6"/>
                </a:solidFill>
                <a:latin typeface="Arial"/>
                <a:ea typeface="Arial"/>
                <a:cs typeface="Arial"/>
              </a:defRPr>
            </a:lvl8pPr>
            <a:lvl9pPr algn="l">
              <a:defRPr sz="1500" b="1">
                <a:solidFill>
                  <a:srgbClr val="8B7CF6"/>
                </a:solidFill>
                <a:latin typeface="Arial"/>
                <a:ea typeface="Arial"/>
                <a:cs typeface="Arial"/>
              </a:defRPr>
            </a:lvl9pPr>
          </a:lstStyle>
          <a:p>
            <a:pPr algn="l">
              <a:lnSpc>
                <a:spcPct val="100000"/>
              </a:lnSpc>
              <a:buNone/>
              <a:defRPr sz="1500" b="1">
                <a:solidFill>
                  <a:srgbClr val="8B7CF6"/>
                </a:solidFill>
                <a:latin typeface="Arial"/>
                <a:ea typeface="Arial"/>
                <a:cs typeface="Arial"/>
              </a:defRPr>
            </a:pPr>
            <a:r>
              <a:rPr sz="1500" b="1">
                <a:solidFill>
                  <a:srgbClr val="8B7CF6"/>
                </a:solidFill>
                <a:latin typeface="Arial"/>
                <a:ea typeface="Arial"/>
                <a:cs typeface="Arial"/>
              </a:rPr>
              <a:t>TRACEABLE EVIDENCE</a:t>
            </a:r>
          </a:p>
        </p:txBody>
      </p:sp>
      <p:sp>
        <p:nvSpPr>
          <p:cNvPr id="14" name="trust-rule-1">
            <a:extLst>
              <a:ext uri="{FF2B5EF4-FFF2-40B4-BE49-F238E27FC236}">
                <a16:creationId xmlns:a16="http://schemas.microsoft.com/office/drawing/2014/main" id="{23CB34D2-4665-43CF-9549-8BC376D14374}"/>
              </a:ext>
            </a:extLst>
          </p:cNvPr>
          <p:cNvSpPr>
            <a:spLocks noGrp="1"/>
          </p:cNvSpPr>
          <p:nvPr/>
        </p:nvSpPr>
        <p:spPr>
          <a:xfrm>
            <a:off x="4438650" y="2476500"/>
            <a:ext cx="3095625" cy="28575"/>
          </a:xfrm>
          <a:prstGeom prst="rect">
            <a:avLst/>
          </a:prstGeom>
          <a:solidFill>
            <a:srgbClr val="8B7CF6"/>
          </a:solidFill>
          <a:ln w="0">
            <a:noFill/>
            <a:prstDash val="solid"/>
          </a:ln>
        </p:spPr>
        <p:txBody>
          <a:bodyPr/>
          <a:lstStyle/>
          <a:p>
            <a:endParaRPr lang="en-IN"/>
          </a:p>
        </p:txBody>
      </p:sp>
      <p:sp>
        <p:nvSpPr>
          <p:cNvPr id="15" name="trust-1-0">
            <a:extLst>
              <a:ext uri="{FF2B5EF4-FFF2-40B4-BE49-F238E27FC236}">
                <a16:creationId xmlns:a16="http://schemas.microsoft.com/office/drawing/2014/main" id="{EDB8B17E-8453-4565-B8A3-AD382DA58634}"/>
              </a:ext>
            </a:extLst>
          </p:cNvPr>
          <p:cNvSpPr>
            <a:spLocks noGrp="1"/>
          </p:cNvSpPr>
          <p:nvPr/>
        </p:nvSpPr>
        <p:spPr>
          <a:xfrm>
            <a:off x="4438650" y="2695575"/>
            <a:ext cx="3190875" cy="647700"/>
          </a:xfrm>
          <a:prstGeom prst="rect">
            <a:avLst/>
          </a:prstGeom>
          <a:noFill/>
          <a:ln w="0">
            <a:noFill/>
            <a:prstDash val="solid"/>
          </a:ln>
        </p:spPr>
        <p:txBody>
          <a:bodyPr wrap="square" lIns="0" tIns="0" rIns="0" bIns="0" anchor="t">
            <a:normAutofit/>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Store source, time, status, and freshness</a:t>
            </a:r>
          </a:p>
        </p:txBody>
      </p:sp>
      <p:sp>
        <p:nvSpPr>
          <p:cNvPr id="16" name="trust-1-1">
            <a:extLst>
              <a:ext uri="{FF2B5EF4-FFF2-40B4-BE49-F238E27FC236}">
                <a16:creationId xmlns:a16="http://schemas.microsoft.com/office/drawing/2014/main" id="{DE2DE6DB-7816-4F01-BD50-E549D24D9C32}"/>
              </a:ext>
            </a:extLst>
          </p:cNvPr>
          <p:cNvSpPr>
            <a:spLocks noGrp="1"/>
          </p:cNvSpPr>
          <p:nvPr/>
        </p:nvSpPr>
        <p:spPr>
          <a:xfrm>
            <a:off x="4438650" y="3438525"/>
            <a:ext cx="3190875" cy="647700"/>
          </a:xfrm>
          <a:prstGeom prst="rect">
            <a:avLst/>
          </a:prstGeom>
          <a:noFill/>
          <a:ln w="0">
            <a:noFill/>
            <a:prstDash val="solid"/>
          </a:ln>
        </p:spPr>
        <p:txBody>
          <a:bodyPr wrap="square" lIns="0" tIns="0" rIns="0" bIns="0" anchor="t">
            <a:normAutofit/>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Link findings to supporting evidence</a:t>
            </a:r>
          </a:p>
        </p:txBody>
      </p:sp>
      <p:sp>
        <p:nvSpPr>
          <p:cNvPr id="17" name="trust-1-2">
            <a:extLst>
              <a:ext uri="{FF2B5EF4-FFF2-40B4-BE49-F238E27FC236}">
                <a16:creationId xmlns:a16="http://schemas.microsoft.com/office/drawing/2014/main" id="{46C758A1-074B-4104-A7FE-E3974F6C3982}"/>
              </a:ext>
            </a:extLst>
          </p:cNvPr>
          <p:cNvSpPr>
            <a:spLocks noGrp="1"/>
          </p:cNvSpPr>
          <p:nvPr/>
        </p:nvSpPr>
        <p:spPr>
          <a:xfrm>
            <a:off x="4438650" y="4181475"/>
            <a:ext cx="3190875" cy="647700"/>
          </a:xfrm>
          <a:prstGeom prst="rect">
            <a:avLst/>
          </a:prstGeom>
          <a:noFill/>
          <a:ln w="0">
            <a:noFill/>
            <a:prstDash val="solid"/>
          </a:ln>
        </p:spPr>
        <p:txBody>
          <a:bodyPr wrap="square" lIns="0" tIns="0" rIns="0" bIns="0" anchor="t">
            <a:normAutofit/>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Hashes detect byte changes; they do not prove authenticity</a:t>
            </a:r>
          </a:p>
        </p:txBody>
      </p:sp>
      <p:sp>
        <p:nvSpPr>
          <p:cNvPr id="18" name="trust-title-2">
            <a:extLst>
              <a:ext uri="{FF2B5EF4-FFF2-40B4-BE49-F238E27FC236}">
                <a16:creationId xmlns:a16="http://schemas.microsoft.com/office/drawing/2014/main" id="{4DBBA4EB-60C7-4CAD-BD24-58943BC7EFF3}"/>
              </a:ext>
            </a:extLst>
          </p:cNvPr>
          <p:cNvSpPr>
            <a:spLocks noGrp="1"/>
          </p:cNvSpPr>
          <p:nvPr/>
        </p:nvSpPr>
        <p:spPr>
          <a:xfrm>
            <a:off x="8153400" y="2019300"/>
            <a:ext cx="3238500" cy="419100"/>
          </a:xfrm>
          <a:prstGeom prst="rect">
            <a:avLst/>
          </a:prstGeom>
          <a:noFill/>
          <a:ln w="0">
            <a:noFill/>
            <a:prstDash val="solid"/>
          </a:ln>
        </p:spPr>
        <p:txBody>
          <a:bodyPr wrap="square" lIns="0" tIns="0" rIns="0" bIns="0" anchor="ctr">
            <a:normAutofit/>
          </a:bodyPr>
          <a:lstStyle>
            <a:defPPr algn="l">
              <a:defRPr sz="1500" b="1">
                <a:solidFill>
                  <a:srgbClr val="3DE8FF"/>
                </a:solidFill>
                <a:latin typeface="Arial"/>
                <a:ea typeface="Arial"/>
                <a:cs typeface="Arial"/>
              </a:defRPr>
            </a:defPPr>
            <a:lvl1pPr algn="l">
              <a:defRPr sz="1500" b="1">
                <a:solidFill>
                  <a:srgbClr val="3DE8FF"/>
                </a:solidFill>
                <a:latin typeface="Arial"/>
                <a:ea typeface="Arial"/>
                <a:cs typeface="Arial"/>
              </a:defRPr>
            </a:lvl1pPr>
            <a:lvl2pPr algn="l">
              <a:defRPr sz="1500" b="1">
                <a:solidFill>
                  <a:srgbClr val="3DE8FF"/>
                </a:solidFill>
                <a:latin typeface="Arial"/>
                <a:ea typeface="Arial"/>
                <a:cs typeface="Arial"/>
              </a:defRPr>
            </a:lvl2pPr>
            <a:lvl3pPr algn="l">
              <a:defRPr sz="1500" b="1">
                <a:solidFill>
                  <a:srgbClr val="3DE8FF"/>
                </a:solidFill>
                <a:latin typeface="Arial"/>
                <a:ea typeface="Arial"/>
                <a:cs typeface="Arial"/>
              </a:defRPr>
            </a:lvl3pPr>
            <a:lvl4pPr algn="l">
              <a:defRPr sz="1500" b="1">
                <a:solidFill>
                  <a:srgbClr val="3DE8FF"/>
                </a:solidFill>
                <a:latin typeface="Arial"/>
                <a:ea typeface="Arial"/>
                <a:cs typeface="Arial"/>
              </a:defRPr>
            </a:lvl4pPr>
            <a:lvl5pPr algn="l">
              <a:defRPr sz="1500" b="1">
                <a:solidFill>
                  <a:srgbClr val="3DE8FF"/>
                </a:solidFill>
                <a:latin typeface="Arial"/>
                <a:ea typeface="Arial"/>
                <a:cs typeface="Arial"/>
              </a:defRPr>
            </a:lvl5pPr>
            <a:lvl6pPr algn="l">
              <a:defRPr sz="1500" b="1">
                <a:solidFill>
                  <a:srgbClr val="3DE8FF"/>
                </a:solidFill>
                <a:latin typeface="Arial"/>
                <a:ea typeface="Arial"/>
                <a:cs typeface="Arial"/>
              </a:defRPr>
            </a:lvl6pPr>
            <a:lvl7pPr algn="l">
              <a:defRPr sz="1500" b="1">
                <a:solidFill>
                  <a:srgbClr val="3DE8FF"/>
                </a:solidFill>
                <a:latin typeface="Arial"/>
                <a:ea typeface="Arial"/>
                <a:cs typeface="Arial"/>
              </a:defRPr>
            </a:lvl7pPr>
            <a:lvl8pPr algn="l">
              <a:defRPr sz="1500" b="1">
                <a:solidFill>
                  <a:srgbClr val="3DE8FF"/>
                </a:solidFill>
                <a:latin typeface="Arial"/>
                <a:ea typeface="Arial"/>
                <a:cs typeface="Arial"/>
              </a:defRPr>
            </a:lvl8pPr>
            <a:lvl9pPr algn="l">
              <a:defRPr sz="1500" b="1">
                <a:solidFill>
                  <a:srgbClr val="3DE8FF"/>
                </a:solidFill>
                <a:latin typeface="Arial"/>
                <a:ea typeface="Arial"/>
                <a:cs typeface="Arial"/>
              </a:defRPr>
            </a:lvl9pPr>
          </a:lstStyle>
          <a:p>
            <a:pPr algn="l">
              <a:lnSpc>
                <a:spcPct val="100000"/>
              </a:lnSpc>
              <a:buNone/>
              <a:defRPr sz="1500" b="1">
                <a:solidFill>
                  <a:srgbClr val="3DE8FF"/>
                </a:solidFill>
                <a:latin typeface="Arial"/>
                <a:ea typeface="Arial"/>
                <a:cs typeface="Arial"/>
              </a:defRPr>
            </a:pPr>
            <a:r>
              <a:rPr sz="1500" b="1">
                <a:solidFill>
                  <a:srgbClr val="3DE8FF"/>
                </a:solidFill>
                <a:latin typeface="Arial"/>
                <a:ea typeface="Arial"/>
                <a:cs typeface="Arial"/>
              </a:rPr>
              <a:t>HUMAN DECISIONS</a:t>
            </a:r>
          </a:p>
        </p:txBody>
      </p:sp>
      <p:sp>
        <p:nvSpPr>
          <p:cNvPr id="19" name="trust-rule-2">
            <a:extLst>
              <a:ext uri="{FF2B5EF4-FFF2-40B4-BE49-F238E27FC236}">
                <a16:creationId xmlns:a16="http://schemas.microsoft.com/office/drawing/2014/main" id="{92765E28-AA54-4343-937E-9B1EEA27E7F9}"/>
              </a:ext>
            </a:extLst>
          </p:cNvPr>
          <p:cNvSpPr>
            <a:spLocks noGrp="1"/>
          </p:cNvSpPr>
          <p:nvPr/>
        </p:nvSpPr>
        <p:spPr>
          <a:xfrm>
            <a:off x="8153400" y="2476500"/>
            <a:ext cx="3095625" cy="28575"/>
          </a:xfrm>
          <a:prstGeom prst="rect">
            <a:avLst/>
          </a:prstGeom>
          <a:solidFill>
            <a:srgbClr val="3DE8FF"/>
          </a:solidFill>
          <a:ln w="0">
            <a:noFill/>
            <a:prstDash val="solid"/>
          </a:ln>
        </p:spPr>
        <p:txBody>
          <a:bodyPr/>
          <a:lstStyle/>
          <a:p>
            <a:endParaRPr lang="en-IN"/>
          </a:p>
        </p:txBody>
      </p:sp>
      <p:sp>
        <p:nvSpPr>
          <p:cNvPr id="20" name="trust-2-0">
            <a:extLst>
              <a:ext uri="{FF2B5EF4-FFF2-40B4-BE49-F238E27FC236}">
                <a16:creationId xmlns:a16="http://schemas.microsoft.com/office/drawing/2014/main" id="{E8012584-D389-4B3C-A439-A6F2F6F07320}"/>
              </a:ext>
            </a:extLst>
          </p:cNvPr>
          <p:cNvSpPr>
            <a:spLocks noGrp="1"/>
          </p:cNvSpPr>
          <p:nvPr/>
        </p:nvSpPr>
        <p:spPr>
          <a:xfrm>
            <a:off x="8153400" y="2695575"/>
            <a:ext cx="3190875" cy="647700"/>
          </a:xfrm>
          <a:prstGeom prst="rect">
            <a:avLst/>
          </a:prstGeom>
          <a:noFill/>
          <a:ln w="0">
            <a:noFill/>
            <a:prstDash val="solid"/>
          </a:ln>
        </p:spPr>
        <p:txBody>
          <a:bodyPr wrap="square" lIns="0" tIns="0" rIns="0" bIns="0" anchor="t">
            <a:normAutofit/>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Review vulnerability applicability</a:t>
            </a:r>
          </a:p>
        </p:txBody>
      </p:sp>
      <p:sp>
        <p:nvSpPr>
          <p:cNvPr id="21" name="trust-2-1">
            <a:extLst>
              <a:ext uri="{FF2B5EF4-FFF2-40B4-BE49-F238E27FC236}">
                <a16:creationId xmlns:a16="http://schemas.microsoft.com/office/drawing/2014/main" id="{2A0AD80B-8258-47DF-93A7-758CECD7CE3C}"/>
              </a:ext>
            </a:extLst>
          </p:cNvPr>
          <p:cNvSpPr>
            <a:spLocks noGrp="1"/>
          </p:cNvSpPr>
          <p:nvPr/>
        </p:nvSpPr>
        <p:spPr>
          <a:xfrm>
            <a:off x="8153400" y="3438525"/>
            <a:ext cx="3190875" cy="647700"/>
          </a:xfrm>
          <a:prstGeom prst="rect">
            <a:avLst/>
          </a:prstGeom>
          <a:noFill/>
          <a:ln w="0">
            <a:noFill/>
            <a:prstDash val="solid"/>
          </a:ln>
        </p:spPr>
        <p:txBody>
          <a:bodyPr wrap="square" lIns="0" tIns="0" rIns="0" bIns="0" anchor="t">
            <a:normAutofit/>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Show missing coverage as unknown</a:t>
            </a:r>
          </a:p>
        </p:txBody>
      </p:sp>
      <p:sp>
        <p:nvSpPr>
          <p:cNvPr id="22" name="trust-2-2">
            <a:extLst>
              <a:ext uri="{FF2B5EF4-FFF2-40B4-BE49-F238E27FC236}">
                <a16:creationId xmlns:a16="http://schemas.microsoft.com/office/drawing/2014/main" id="{7520BF20-D555-477D-ABB2-A649F7CC0475}"/>
              </a:ext>
            </a:extLst>
          </p:cNvPr>
          <p:cNvSpPr>
            <a:spLocks noGrp="1"/>
          </p:cNvSpPr>
          <p:nvPr/>
        </p:nvSpPr>
        <p:spPr>
          <a:xfrm>
            <a:off x="8153400" y="4181475"/>
            <a:ext cx="3190875" cy="647700"/>
          </a:xfrm>
          <a:prstGeom prst="rect">
            <a:avLst/>
          </a:prstGeom>
          <a:noFill/>
          <a:ln w="0">
            <a:noFill/>
            <a:prstDash val="solid"/>
          </a:ln>
        </p:spPr>
        <p:txBody>
          <a:bodyPr wrap="square" lIns="0" tIns="0" rIns="0" bIns="0" anchor="t">
            <a:normAutofit/>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8000"/>
              </a:lnSpc>
              <a:buNone/>
              <a:defRPr sz="1500" b="0">
                <a:solidFill>
                  <a:srgbClr val="EDEDF2"/>
                </a:solidFill>
                <a:latin typeface="Arial"/>
                <a:ea typeface="Arial"/>
                <a:cs typeface="Arial"/>
              </a:defRPr>
            </a:pPr>
            <a:r>
              <a:rPr sz="1500" b="0">
                <a:solidFill>
                  <a:srgbClr val="EDEDF2"/>
                </a:solidFill>
                <a:latin typeface="Arial"/>
                <a:ea typeface="Arial"/>
                <a:cs typeface="Arial"/>
              </a:rPr>
              <a:t>Keep the risk score explainable and explicitly uncalibrated</a:t>
            </a:r>
          </a:p>
        </p:txBody>
      </p:sp>
      <p:sp>
        <p:nvSpPr>
          <p:cNvPr id="23" name="trust-boundary-bg">
            <a:extLst>
              <a:ext uri="{FF2B5EF4-FFF2-40B4-BE49-F238E27FC236}">
                <a16:creationId xmlns:a16="http://schemas.microsoft.com/office/drawing/2014/main" id="{CCE3EDEB-BC1D-4185-B601-AEB7A0FBA421}"/>
              </a:ext>
            </a:extLst>
          </p:cNvPr>
          <p:cNvSpPr>
            <a:spLocks noGrp="1"/>
          </p:cNvSpPr>
          <p:nvPr/>
        </p:nvSpPr>
        <p:spPr>
          <a:xfrm>
            <a:off x="723900" y="5219700"/>
            <a:ext cx="10744200" cy="666750"/>
          </a:xfrm>
          <a:prstGeom prst="roundRect">
            <a:avLst>
              <a:gd name="adj" fmla="val 17143"/>
            </a:avLst>
          </a:prstGeom>
          <a:solidFill>
            <a:srgbClr val="14141C"/>
          </a:solidFill>
          <a:ln w="0">
            <a:noFill/>
            <a:prstDash val="solid"/>
          </a:ln>
        </p:spPr>
        <p:txBody>
          <a:bodyPr/>
          <a:lstStyle/>
          <a:p>
            <a:endParaRPr lang="en-IN"/>
          </a:p>
        </p:txBody>
      </p:sp>
      <p:sp>
        <p:nvSpPr>
          <p:cNvPr id="24" name="trust-boundary">
            <a:extLst>
              <a:ext uri="{FF2B5EF4-FFF2-40B4-BE49-F238E27FC236}">
                <a16:creationId xmlns:a16="http://schemas.microsoft.com/office/drawing/2014/main" id="{D34C94E6-B894-406D-A8F1-8C29DE088FDE}"/>
              </a:ext>
            </a:extLst>
          </p:cNvPr>
          <p:cNvSpPr>
            <a:spLocks noGrp="1"/>
          </p:cNvSpPr>
          <p:nvPr/>
        </p:nvSpPr>
        <p:spPr>
          <a:xfrm>
            <a:off x="914400" y="5334000"/>
            <a:ext cx="10363200" cy="419100"/>
          </a:xfrm>
          <a:prstGeom prst="rect">
            <a:avLst/>
          </a:prstGeom>
          <a:noFill/>
          <a:ln w="0">
            <a:noFill/>
            <a:prstDash val="solid"/>
          </a:ln>
        </p:spPr>
        <p:txBody>
          <a:bodyPr wrap="square" lIns="0" tIns="0" rIns="0" bIns="0" anchor="ctr">
            <a:normAutofit/>
          </a:bodyPr>
          <a:lstStyle>
            <a:defPPr algn="ctr">
              <a:defRPr sz="1500" b="1">
                <a:solidFill>
                  <a:srgbClr val="F2F2F5"/>
                </a:solidFill>
                <a:latin typeface="Arial"/>
                <a:ea typeface="Arial"/>
                <a:cs typeface="Arial"/>
              </a:defRPr>
            </a:defPPr>
            <a:lvl1pPr algn="ctr">
              <a:defRPr sz="1500" b="1">
                <a:solidFill>
                  <a:srgbClr val="F2F2F5"/>
                </a:solidFill>
                <a:latin typeface="Arial"/>
                <a:ea typeface="Arial"/>
                <a:cs typeface="Arial"/>
              </a:defRPr>
            </a:lvl1pPr>
            <a:lvl2pPr algn="ctr">
              <a:defRPr sz="1500" b="1">
                <a:solidFill>
                  <a:srgbClr val="F2F2F5"/>
                </a:solidFill>
                <a:latin typeface="Arial"/>
                <a:ea typeface="Arial"/>
                <a:cs typeface="Arial"/>
              </a:defRPr>
            </a:lvl2pPr>
            <a:lvl3pPr algn="ctr">
              <a:defRPr sz="1500" b="1">
                <a:solidFill>
                  <a:srgbClr val="F2F2F5"/>
                </a:solidFill>
                <a:latin typeface="Arial"/>
                <a:ea typeface="Arial"/>
                <a:cs typeface="Arial"/>
              </a:defRPr>
            </a:lvl3pPr>
            <a:lvl4pPr algn="ctr">
              <a:defRPr sz="1500" b="1">
                <a:solidFill>
                  <a:srgbClr val="F2F2F5"/>
                </a:solidFill>
                <a:latin typeface="Arial"/>
                <a:ea typeface="Arial"/>
                <a:cs typeface="Arial"/>
              </a:defRPr>
            </a:lvl4pPr>
            <a:lvl5pPr algn="ctr">
              <a:defRPr sz="1500" b="1">
                <a:solidFill>
                  <a:srgbClr val="F2F2F5"/>
                </a:solidFill>
                <a:latin typeface="Arial"/>
                <a:ea typeface="Arial"/>
                <a:cs typeface="Arial"/>
              </a:defRPr>
            </a:lvl5pPr>
            <a:lvl6pPr algn="ctr">
              <a:defRPr sz="1500" b="1">
                <a:solidFill>
                  <a:srgbClr val="F2F2F5"/>
                </a:solidFill>
                <a:latin typeface="Arial"/>
                <a:ea typeface="Arial"/>
                <a:cs typeface="Arial"/>
              </a:defRPr>
            </a:lvl6pPr>
            <a:lvl7pPr algn="ctr">
              <a:defRPr sz="1500" b="1">
                <a:solidFill>
                  <a:srgbClr val="F2F2F5"/>
                </a:solidFill>
                <a:latin typeface="Arial"/>
                <a:ea typeface="Arial"/>
                <a:cs typeface="Arial"/>
              </a:defRPr>
            </a:lvl7pPr>
            <a:lvl8pPr algn="ctr">
              <a:defRPr sz="1500" b="1">
                <a:solidFill>
                  <a:srgbClr val="F2F2F5"/>
                </a:solidFill>
                <a:latin typeface="Arial"/>
                <a:ea typeface="Arial"/>
                <a:cs typeface="Arial"/>
              </a:defRPr>
            </a:lvl8pPr>
            <a:lvl9pPr algn="ctr">
              <a:defRPr sz="1500" b="1">
                <a:solidFill>
                  <a:srgbClr val="F2F2F5"/>
                </a:solidFill>
                <a:latin typeface="Arial"/>
                <a:ea typeface="Arial"/>
                <a:cs typeface="Arial"/>
              </a:defRPr>
            </a:lvl9pPr>
          </a:lstStyle>
          <a:p>
            <a:pPr algn="ctr">
              <a:lnSpc>
                <a:spcPct val="100000"/>
              </a:lnSpc>
              <a:buNone/>
              <a:defRPr sz="1500" b="1">
                <a:solidFill>
                  <a:srgbClr val="F2F2F5"/>
                </a:solidFill>
                <a:latin typeface="Arial"/>
                <a:ea typeface="Arial"/>
                <a:cs typeface="Arial"/>
              </a:defRPr>
            </a:pPr>
            <a:r>
              <a:rPr sz="1500" b="1">
                <a:solidFill>
                  <a:srgbClr val="F2F2F5"/>
                </a:solidFill>
                <a:latin typeface="Arial"/>
                <a:ea typeface="Arial"/>
                <a:cs typeface="Arial"/>
              </a:rPr>
              <a:t>No exploitation · no network-wide scanning · no automatic containment or remediation</a:t>
            </a:r>
          </a:p>
        </p:txBody>
      </p:sp>
    </p:spTree>
    <p:extLst>
      <p:ext uri="{BB962C8B-B14F-4D97-AF65-F5344CB8AC3E}">
        <p14:creationId xmlns:p14="http://schemas.microsoft.com/office/powerpoint/2010/main" val="2012804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36" name="slide-13-title">
            <a:extLst>
              <a:ext uri="{FF2B5EF4-FFF2-40B4-BE49-F238E27FC236}">
                <a16:creationId xmlns:a16="http://schemas.microsoft.com/office/drawing/2014/main" id="{83B39B6C-04C3-40B4-9597-A1B8F422D98B}"/>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Authentication &amp; access control</a:t>
            </a:r>
          </a:p>
        </p:txBody>
      </p:sp>
      <p:sp>
        <p:nvSpPr>
          <p:cNvPr id="2" name="slide-13-accent-blue">
            <a:extLst>
              <a:ext uri="{FF2B5EF4-FFF2-40B4-BE49-F238E27FC236}">
                <a16:creationId xmlns:a16="http://schemas.microsoft.com/office/drawing/2014/main" id="{8889CDA8-D68A-4BCD-990A-51483D9107D0}"/>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13-accent-iris">
            <a:extLst>
              <a:ext uri="{FF2B5EF4-FFF2-40B4-BE49-F238E27FC236}">
                <a16:creationId xmlns:a16="http://schemas.microsoft.com/office/drawing/2014/main" id="{93B8A5BF-2751-4B30-BA74-91736F8038EF}"/>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13-subtitle">
            <a:extLst>
              <a:ext uri="{FF2B5EF4-FFF2-40B4-BE49-F238E27FC236}">
                <a16:creationId xmlns:a16="http://schemas.microsoft.com/office/drawing/2014/main" id="{47B48410-B79F-4EAE-8132-8F9ADF0225DB}"/>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Workspace access is role-based, session-backed, and recorded for later review.</a:t>
            </a:r>
          </a:p>
        </p:txBody>
      </p:sp>
      <p:sp>
        <p:nvSpPr>
          <p:cNvPr id="5" name="slide-13-footer-rule">
            <a:extLst>
              <a:ext uri="{FF2B5EF4-FFF2-40B4-BE49-F238E27FC236}">
                <a16:creationId xmlns:a16="http://schemas.microsoft.com/office/drawing/2014/main" id="{DB0D0F3F-B1A2-4C8A-AD23-88399E19F1CB}"/>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13-footer">
            <a:extLst>
              <a:ext uri="{FF2B5EF4-FFF2-40B4-BE49-F238E27FC236}">
                <a16:creationId xmlns:a16="http://schemas.microsoft.com/office/drawing/2014/main" id="{A50F4842-89F0-44B6-BEDF-D39F8365F5E2}"/>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3-page">
            <a:extLst>
              <a:ext uri="{FF2B5EF4-FFF2-40B4-BE49-F238E27FC236}">
                <a16:creationId xmlns:a16="http://schemas.microsoft.com/office/drawing/2014/main" id="{FBCE0D5B-9D9D-4C1E-BA5C-CB9B6CFFB92F}"/>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13</a:t>
            </a:r>
          </a:p>
        </p:txBody>
      </p:sp>
      <p:sp>
        <p:nvSpPr>
          <p:cNvPr id="8" name="identity-card-0">
            <a:extLst>
              <a:ext uri="{FF2B5EF4-FFF2-40B4-BE49-F238E27FC236}">
                <a16:creationId xmlns:a16="http://schemas.microsoft.com/office/drawing/2014/main" id="{7363BB51-1EC4-4DB3-A289-7908BB331252}"/>
              </a:ext>
            </a:extLst>
          </p:cNvPr>
          <p:cNvSpPr>
            <a:spLocks noGrp="1"/>
          </p:cNvSpPr>
          <p:nvPr/>
        </p:nvSpPr>
        <p:spPr>
          <a:xfrm>
            <a:off x="723900" y="2057400"/>
            <a:ext cx="3333750" cy="2609850"/>
          </a:xfrm>
          <a:prstGeom prst="roundRect">
            <a:avLst>
              <a:gd name="adj" fmla="val 5109"/>
            </a:avLst>
          </a:prstGeom>
          <a:solidFill>
            <a:srgbClr val="14141C"/>
          </a:solidFill>
          <a:ln w="9525">
            <a:solidFill>
              <a:srgbClr val="2A2A38"/>
            </a:solidFill>
            <a:prstDash val="solid"/>
          </a:ln>
        </p:spPr>
        <p:txBody>
          <a:bodyPr/>
          <a:lstStyle/>
          <a:p>
            <a:endParaRPr lang="en-IN"/>
          </a:p>
        </p:txBody>
      </p:sp>
      <p:sp>
        <p:nvSpPr>
          <p:cNvPr id="9" name="identity-title-0">
            <a:extLst>
              <a:ext uri="{FF2B5EF4-FFF2-40B4-BE49-F238E27FC236}">
                <a16:creationId xmlns:a16="http://schemas.microsoft.com/office/drawing/2014/main" id="{064D0B4E-931C-4A83-9839-2C5C5BC59258}"/>
              </a:ext>
            </a:extLst>
          </p:cNvPr>
          <p:cNvSpPr>
            <a:spLocks noGrp="1"/>
          </p:cNvSpPr>
          <p:nvPr/>
        </p:nvSpPr>
        <p:spPr>
          <a:xfrm>
            <a:off x="952500" y="2276475"/>
            <a:ext cx="2876550" cy="323850"/>
          </a:xfrm>
          <a:prstGeom prst="rect">
            <a:avLst/>
          </a:prstGeom>
          <a:noFill/>
          <a:ln w="0">
            <a:noFill/>
            <a:prstDash val="solid"/>
          </a:ln>
        </p:spPr>
        <p:txBody>
          <a:bodyPr wrap="square" lIns="0" tIns="0" rIns="0" bIns="0" anchor="ctr">
            <a:normAutofit/>
          </a:bodyPr>
          <a:lstStyle>
            <a:defPPr algn="l">
              <a:defRPr sz="1425" b="1">
                <a:solidFill>
                  <a:srgbClr val="3DE8FF"/>
                </a:solidFill>
                <a:latin typeface="Arial"/>
                <a:ea typeface="Arial"/>
                <a:cs typeface="Arial"/>
              </a:defRPr>
            </a:defPPr>
            <a:lvl1pPr algn="l">
              <a:defRPr sz="1425" b="1">
                <a:solidFill>
                  <a:srgbClr val="3DE8FF"/>
                </a:solidFill>
                <a:latin typeface="Arial"/>
                <a:ea typeface="Arial"/>
                <a:cs typeface="Arial"/>
              </a:defRPr>
            </a:lvl1pPr>
            <a:lvl2pPr algn="l">
              <a:defRPr sz="1425" b="1">
                <a:solidFill>
                  <a:srgbClr val="3DE8FF"/>
                </a:solidFill>
                <a:latin typeface="Arial"/>
                <a:ea typeface="Arial"/>
                <a:cs typeface="Arial"/>
              </a:defRPr>
            </a:lvl2pPr>
            <a:lvl3pPr algn="l">
              <a:defRPr sz="1425" b="1">
                <a:solidFill>
                  <a:srgbClr val="3DE8FF"/>
                </a:solidFill>
                <a:latin typeface="Arial"/>
                <a:ea typeface="Arial"/>
                <a:cs typeface="Arial"/>
              </a:defRPr>
            </a:lvl3pPr>
            <a:lvl4pPr algn="l">
              <a:defRPr sz="1425" b="1">
                <a:solidFill>
                  <a:srgbClr val="3DE8FF"/>
                </a:solidFill>
                <a:latin typeface="Arial"/>
                <a:ea typeface="Arial"/>
                <a:cs typeface="Arial"/>
              </a:defRPr>
            </a:lvl4pPr>
            <a:lvl5pPr algn="l">
              <a:defRPr sz="1425" b="1">
                <a:solidFill>
                  <a:srgbClr val="3DE8FF"/>
                </a:solidFill>
                <a:latin typeface="Arial"/>
                <a:ea typeface="Arial"/>
                <a:cs typeface="Arial"/>
              </a:defRPr>
            </a:lvl5pPr>
            <a:lvl6pPr algn="l">
              <a:defRPr sz="1425" b="1">
                <a:solidFill>
                  <a:srgbClr val="3DE8FF"/>
                </a:solidFill>
                <a:latin typeface="Arial"/>
                <a:ea typeface="Arial"/>
                <a:cs typeface="Arial"/>
              </a:defRPr>
            </a:lvl6pPr>
            <a:lvl7pPr algn="l">
              <a:defRPr sz="1425" b="1">
                <a:solidFill>
                  <a:srgbClr val="3DE8FF"/>
                </a:solidFill>
                <a:latin typeface="Arial"/>
                <a:ea typeface="Arial"/>
                <a:cs typeface="Arial"/>
              </a:defRPr>
            </a:lvl7pPr>
            <a:lvl8pPr algn="l">
              <a:defRPr sz="1425" b="1">
                <a:solidFill>
                  <a:srgbClr val="3DE8FF"/>
                </a:solidFill>
                <a:latin typeface="Arial"/>
                <a:ea typeface="Arial"/>
                <a:cs typeface="Arial"/>
              </a:defRPr>
            </a:lvl8pPr>
            <a:lvl9pPr algn="l">
              <a:defRPr sz="1425" b="1">
                <a:solidFill>
                  <a:srgbClr val="3DE8FF"/>
                </a:solidFill>
                <a:latin typeface="Arial"/>
                <a:ea typeface="Arial"/>
                <a:cs typeface="Arial"/>
              </a:defRPr>
            </a:lvl9pPr>
          </a:lstStyle>
          <a:p>
            <a:pPr algn="l">
              <a:lnSpc>
                <a:spcPct val="100000"/>
              </a:lnSpc>
              <a:buNone/>
              <a:defRPr sz="1425" b="1">
                <a:solidFill>
                  <a:srgbClr val="3DE8FF"/>
                </a:solidFill>
                <a:latin typeface="Arial"/>
                <a:ea typeface="Arial"/>
                <a:cs typeface="Arial"/>
              </a:defRPr>
            </a:pPr>
            <a:r>
              <a:rPr sz="1425" b="1">
                <a:solidFill>
                  <a:srgbClr val="3DE8FF"/>
                </a:solidFill>
                <a:latin typeface="Arial"/>
                <a:ea typeface="Arial"/>
                <a:cs typeface="Arial"/>
              </a:rPr>
              <a:t>IDENTITY</a:t>
            </a:r>
          </a:p>
        </p:txBody>
      </p:sp>
      <p:sp>
        <p:nvSpPr>
          <p:cNvPr id="10" name="identity-rule-0">
            <a:extLst>
              <a:ext uri="{FF2B5EF4-FFF2-40B4-BE49-F238E27FC236}">
                <a16:creationId xmlns:a16="http://schemas.microsoft.com/office/drawing/2014/main" id="{03BEE966-38A9-40F8-9424-11572141F868}"/>
              </a:ext>
            </a:extLst>
          </p:cNvPr>
          <p:cNvSpPr>
            <a:spLocks noGrp="1"/>
          </p:cNvSpPr>
          <p:nvPr/>
        </p:nvSpPr>
        <p:spPr>
          <a:xfrm>
            <a:off x="952500" y="2686050"/>
            <a:ext cx="2876550" cy="28575"/>
          </a:xfrm>
          <a:prstGeom prst="rect">
            <a:avLst/>
          </a:prstGeom>
          <a:solidFill>
            <a:srgbClr val="3DE8FF"/>
          </a:solidFill>
          <a:ln w="0">
            <a:noFill/>
            <a:prstDash val="solid"/>
          </a:ln>
        </p:spPr>
        <p:txBody>
          <a:bodyPr/>
          <a:lstStyle/>
          <a:p>
            <a:endParaRPr lang="en-IN"/>
          </a:p>
        </p:txBody>
      </p:sp>
      <p:sp>
        <p:nvSpPr>
          <p:cNvPr id="11" name="identity-dot-0-0">
            <a:extLst>
              <a:ext uri="{FF2B5EF4-FFF2-40B4-BE49-F238E27FC236}">
                <a16:creationId xmlns:a16="http://schemas.microsoft.com/office/drawing/2014/main" id="{496D50CF-8578-4C36-995C-BB4ED8726C15}"/>
              </a:ext>
            </a:extLst>
          </p:cNvPr>
          <p:cNvSpPr>
            <a:spLocks noGrp="1"/>
          </p:cNvSpPr>
          <p:nvPr/>
        </p:nvSpPr>
        <p:spPr>
          <a:xfrm>
            <a:off x="952500" y="2943225"/>
            <a:ext cx="190500" cy="304800"/>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12" name="identity-line-0-0">
            <a:extLst>
              <a:ext uri="{FF2B5EF4-FFF2-40B4-BE49-F238E27FC236}">
                <a16:creationId xmlns:a16="http://schemas.microsoft.com/office/drawing/2014/main" id="{8C4257FE-186D-447A-895A-FB5E6E0CE800}"/>
              </a:ext>
            </a:extLst>
          </p:cNvPr>
          <p:cNvSpPr>
            <a:spLocks noGrp="1"/>
          </p:cNvSpPr>
          <p:nvPr/>
        </p:nvSpPr>
        <p:spPr>
          <a:xfrm>
            <a:off x="1219200" y="2943225"/>
            <a:ext cx="2571750" cy="4000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Argon2 password hashing</a:t>
            </a:r>
          </a:p>
        </p:txBody>
      </p:sp>
      <p:sp>
        <p:nvSpPr>
          <p:cNvPr id="13" name="identity-dot-0-1">
            <a:extLst>
              <a:ext uri="{FF2B5EF4-FFF2-40B4-BE49-F238E27FC236}">
                <a16:creationId xmlns:a16="http://schemas.microsoft.com/office/drawing/2014/main" id="{E2C8048C-005C-48D2-8F93-12AA5DE22C41}"/>
              </a:ext>
            </a:extLst>
          </p:cNvPr>
          <p:cNvSpPr>
            <a:spLocks noGrp="1"/>
          </p:cNvSpPr>
          <p:nvPr/>
        </p:nvSpPr>
        <p:spPr>
          <a:xfrm>
            <a:off x="952500" y="3400425"/>
            <a:ext cx="190500" cy="304800"/>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14" name="identity-line-0-1">
            <a:extLst>
              <a:ext uri="{FF2B5EF4-FFF2-40B4-BE49-F238E27FC236}">
                <a16:creationId xmlns:a16="http://schemas.microsoft.com/office/drawing/2014/main" id="{BF6FA035-B8EE-49DD-930B-CE7D1AE63E8D}"/>
              </a:ext>
            </a:extLst>
          </p:cNvPr>
          <p:cNvSpPr>
            <a:spLocks noGrp="1"/>
          </p:cNvSpPr>
          <p:nvPr/>
        </p:nvSpPr>
        <p:spPr>
          <a:xfrm>
            <a:off x="1219200" y="3400425"/>
            <a:ext cx="2571750" cy="4000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Cookie-backed server sessions</a:t>
            </a:r>
          </a:p>
        </p:txBody>
      </p:sp>
      <p:sp>
        <p:nvSpPr>
          <p:cNvPr id="15" name="identity-dot-0-2">
            <a:extLst>
              <a:ext uri="{FF2B5EF4-FFF2-40B4-BE49-F238E27FC236}">
                <a16:creationId xmlns:a16="http://schemas.microsoft.com/office/drawing/2014/main" id="{318193FD-9AA7-4A66-95A7-6D09C6353C51}"/>
              </a:ext>
            </a:extLst>
          </p:cNvPr>
          <p:cNvSpPr>
            <a:spLocks noGrp="1"/>
          </p:cNvSpPr>
          <p:nvPr/>
        </p:nvSpPr>
        <p:spPr>
          <a:xfrm>
            <a:off x="952500" y="3857625"/>
            <a:ext cx="190500" cy="304800"/>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16" name="identity-line-0-2">
            <a:extLst>
              <a:ext uri="{FF2B5EF4-FFF2-40B4-BE49-F238E27FC236}">
                <a16:creationId xmlns:a16="http://schemas.microsoft.com/office/drawing/2014/main" id="{36E8061E-2779-41F6-8770-3409C3D43B49}"/>
              </a:ext>
            </a:extLst>
          </p:cNvPr>
          <p:cNvSpPr>
            <a:spLocks noGrp="1"/>
          </p:cNvSpPr>
          <p:nvPr/>
        </p:nvSpPr>
        <p:spPr>
          <a:xfrm>
            <a:off x="1219200" y="3857625"/>
            <a:ext cx="2571750" cy="4000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CSRF protection and session rotation</a:t>
            </a:r>
          </a:p>
        </p:txBody>
      </p:sp>
      <p:sp>
        <p:nvSpPr>
          <p:cNvPr id="17" name="identity-card-1">
            <a:extLst>
              <a:ext uri="{FF2B5EF4-FFF2-40B4-BE49-F238E27FC236}">
                <a16:creationId xmlns:a16="http://schemas.microsoft.com/office/drawing/2014/main" id="{8BD4ACE4-E306-4899-ACC5-05DE300F8741}"/>
              </a:ext>
            </a:extLst>
          </p:cNvPr>
          <p:cNvSpPr>
            <a:spLocks noGrp="1"/>
          </p:cNvSpPr>
          <p:nvPr/>
        </p:nvSpPr>
        <p:spPr>
          <a:xfrm>
            <a:off x="4429125" y="2057400"/>
            <a:ext cx="3333750" cy="2609850"/>
          </a:xfrm>
          <a:prstGeom prst="roundRect">
            <a:avLst>
              <a:gd name="adj" fmla="val 5109"/>
            </a:avLst>
          </a:prstGeom>
          <a:solidFill>
            <a:srgbClr val="14141C"/>
          </a:solidFill>
          <a:ln w="9525">
            <a:solidFill>
              <a:srgbClr val="2A2A38"/>
            </a:solidFill>
            <a:prstDash val="solid"/>
          </a:ln>
        </p:spPr>
        <p:txBody>
          <a:bodyPr/>
          <a:lstStyle/>
          <a:p>
            <a:endParaRPr lang="en-IN"/>
          </a:p>
        </p:txBody>
      </p:sp>
      <p:sp>
        <p:nvSpPr>
          <p:cNvPr id="18" name="identity-title-1">
            <a:extLst>
              <a:ext uri="{FF2B5EF4-FFF2-40B4-BE49-F238E27FC236}">
                <a16:creationId xmlns:a16="http://schemas.microsoft.com/office/drawing/2014/main" id="{AA1AFD48-CF3B-4AF5-9117-5385E57B70B1}"/>
              </a:ext>
            </a:extLst>
          </p:cNvPr>
          <p:cNvSpPr>
            <a:spLocks noGrp="1"/>
          </p:cNvSpPr>
          <p:nvPr/>
        </p:nvSpPr>
        <p:spPr>
          <a:xfrm>
            <a:off x="4657725" y="2276475"/>
            <a:ext cx="2876550" cy="323850"/>
          </a:xfrm>
          <a:prstGeom prst="rect">
            <a:avLst/>
          </a:prstGeom>
          <a:noFill/>
          <a:ln w="0">
            <a:noFill/>
            <a:prstDash val="solid"/>
          </a:ln>
        </p:spPr>
        <p:txBody>
          <a:bodyPr wrap="square" lIns="0" tIns="0" rIns="0" bIns="0" anchor="ctr">
            <a:normAutofit/>
          </a:bodyPr>
          <a:lstStyle>
            <a:defPPr algn="l">
              <a:defRPr sz="1425" b="1">
                <a:solidFill>
                  <a:srgbClr val="8B7CF6"/>
                </a:solidFill>
                <a:latin typeface="Arial"/>
                <a:ea typeface="Arial"/>
                <a:cs typeface="Arial"/>
              </a:defRPr>
            </a:defPPr>
            <a:lvl1pPr algn="l">
              <a:defRPr sz="1425" b="1">
                <a:solidFill>
                  <a:srgbClr val="8B7CF6"/>
                </a:solidFill>
                <a:latin typeface="Arial"/>
                <a:ea typeface="Arial"/>
                <a:cs typeface="Arial"/>
              </a:defRPr>
            </a:lvl1pPr>
            <a:lvl2pPr algn="l">
              <a:defRPr sz="1425" b="1">
                <a:solidFill>
                  <a:srgbClr val="8B7CF6"/>
                </a:solidFill>
                <a:latin typeface="Arial"/>
                <a:ea typeface="Arial"/>
                <a:cs typeface="Arial"/>
              </a:defRPr>
            </a:lvl2pPr>
            <a:lvl3pPr algn="l">
              <a:defRPr sz="1425" b="1">
                <a:solidFill>
                  <a:srgbClr val="8B7CF6"/>
                </a:solidFill>
                <a:latin typeface="Arial"/>
                <a:ea typeface="Arial"/>
                <a:cs typeface="Arial"/>
              </a:defRPr>
            </a:lvl3pPr>
            <a:lvl4pPr algn="l">
              <a:defRPr sz="1425" b="1">
                <a:solidFill>
                  <a:srgbClr val="8B7CF6"/>
                </a:solidFill>
                <a:latin typeface="Arial"/>
                <a:ea typeface="Arial"/>
                <a:cs typeface="Arial"/>
              </a:defRPr>
            </a:lvl4pPr>
            <a:lvl5pPr algn="l">
              <a:defRPr sz="1425" b="1">
                <a:solidFill>
                  <a:srgbClr val="8B7CF6"/>
                </a:solidFill>
                <a:latin typeface="Arial"/>
                <a:ea typeface="Arial"/>
                <a:cs typeface="Arial"/>
              </a:defRPr>
            </a:lvl5pPr>
            <a:lvl6pPr algn="l">
              <a:defRPr sz="1425" b="1">
                <a:solidFill>
                  <a:srgbClr val="8B7CF6"/>
                </a:solidFill>
                <a:latin typeface="Arial"/>
                <a:ea typeface="Arial"/>
                <a:cs typeface="Arial"/>
              </a:defRPr>
            </a:lvl6pPr>
            <a:lvl7pPr algn="l">
              <a:defRPr sz="1425" b="1">
                <a:solidFill>
                  <a:srgbClr val="8B7CF6"/>
                </a:solidFill>
                <a:latin typeface="Arial"/>
                <a:ea typeface="Arial"/>
                <a:cs typeface="Arial"/>
              </a:defRPr>
            </a:lvl7pPr>
            <a:lvl8pPr algn="l">
              <a:defRPr sz="1425" b="1">
                <a:solidFill>
                  <a:srgbClr val="8B7CF6"/>
                </a:solidFill>
                <a:latin typeface="Arial"/>
                <a:ea typeface="Arial"/>
                <a:cs typeface="Arial"/>
              </a:defRPr>
            </a:lvl8pPr>
            <a:lvl9pPr algn="l">
              <a:defRPr sz="1425" b="1">
                <a:solidFill>
                  <a:srgbClr val="8B7CF6"/>
                </a:solidFill>
                <a:latin typeface="Arial"/>
                <a:ea typeface="Arial"/>
                <a:cs typeface="Arial"/>
              </a:defRPr>
            </a:lvl9pPr>
          </a:lstStyle>
          <a:p>
            <a:pPr algn="l">
              <a:lnSpc>
                <a:spcPct val="100000"/>
              </a:lnSpc>
              <a:buNone/>
              <a:defRPr sz="1425" b="1">
                <a:solidFill>
                  <a:srgbClr val="8B7CF6"/>
                </a:solidFill>
                <a:latin typeface="Arial"/>
                <a:ea typeface="Arial"/>
                <a:cs typeface="Arial"/>
              </a:defRPr>
            </a:pPr>
            <a:r>
              <a:rPr sz="1425" b="1">
                <a:solidFill>
                  <a:srgbClr val="8B7CF6"/>
                </a:solidFill>
                <a:latin typeface="Arial"/>
                <a:ea typeface="Arial"/>
                <a:cs typeface="Arial"/>
              </a:rPr>
              <a:t>ROLE BOUNDARIES</a:t>
            </a:r>
          </a:p>
        </p:txBody>
      </p:sp>
      <p:sp>
        <p:nvSpPr>
          <p:cNvPr id="19" name="identity-rule-1">
            <a:extLst>
              <a:ext uri="{FF2B5EF4-FFF2-40B4-BE49-F238E27FC236}">
                <a16:creationId xmlns:a16="http://schemas.microsoft.com/office/drawing/2014/main" id="{9197548D-6488-41C1-9845-94D45E14C2E7}"/>
              </a:ext>
            </a:extLst>
          </p:cNvPr>
          <p:cNvSpPr>
            <a:spLocks noGrp="1"/>
          </p:cNvSpPr>
          <p:nvPr/>
        </p:nvSpPr>
        <p:spPr>
          <a:xfrm>
            <a:off x="4657725" y="2686050"/>
            <a:ext cx="2876550" cy="28575"/>
          </a:xfrm>
          <a:prstGeom prst="rect">
            <a:avLst/>
          </a:prstGeom>
          <a:solidFill>
            <a:srgbClr val="8B7CF6"/>
          </a:solidFill>
          <a:ln w="0">
            <a:noFill/>
            <a:prstDash val="solid"/>
          </a:ln>
        </p:spPr>
        <p:txBody>
          <a:bodyPr/>
          <a:lstStyle/>
          <a:p>
            <a:endParaRPr lang="en-IN"/>
          </a:p>
        </p:txBody>
      </p:sp>
      <p:sp>
        <p:nvSpPr>
          <p:cNvPr id="20" name="identity-dot-1-0">
            <a:extLst>
              <a:ext uri="{FF2B5EF4-FFF2-40B4-BE49-F238E27FC236}">
                <a16:creationId xmlns:a16="http://schemas.microsoft.com/office/drawing/2014/main" id="{6B13E2BB-37F7-4E20-9794-404E8F1CB930}"/>
              </a:ext>
            </a:extLst>
          </p:cNvPr>
          <p:cNvSpPr>
            <a:spLocks noGrp="1"/>
          </p:cNvSpPr>
          <p:nvPr/>
        </p:nvSpPr>
        <p:spPr>
          <a:xfrm>
            <a:off x="4657725" y="2943225"/>
            <a:ext cx="190500" cy="304800"/>
          </a:xfrm>
          <a:prstGeom prst="rect">
            <a:avLst/>
          </a:prstGeom>
          <a:noFill/>
          <a:ln w="0">
            <a:noFill/>
            <a:prstDash val="solid"/>
          </a:ln>
        </p:spPr>
        <p:txBody>
          <a:bodyPr wrap="square" lIns="0" tIns="0" rIns="0" bIns="0" anchor="ctr">
            <a:normAutofit/>
          </a:bodyPr>
          <a:lstStyle>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t>
            </a:r>
          </a:p>
        </p:txBody>
      </p:sp>
      <p:sp>
        <p:nvSpPr>
          <p:cNvPr id="21" name="identity-line-1-0">
            <a:extLst>
              <a:ext uri="{FF2B5EF4-FFF2-40B4-BE49-F238E27FC236}">
                <a16:creationId xmlns:a16="http://schemas.microsoft.com/office/drawing/2014/main" id="{1DB0B65E-CBEE-45E7-8B8E-6C9D6BECE69F}"/>
              </a:ext>
            </a:extLst>
          </p:cNvPr>
          <p:cNvSpPr>
            <a:spLocks noGrp="1"/>
          </p:cNvSpPr>
          <p:nvPr/>
        </p:nvSpPr>
        <p:spPr>
          <a:xfrm>
            <a:off x="4924425" y="2943225"/>
            <a:ext cx="2571750" cy="4000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Viewer: read workspace data</a:t>
            </a:r>
          </a:p>
        </p:txBody>
      </p:sp>
      <p:sp>
        <p:nvSpPr>
          <p:cNvPr id="22" name="identity-dot-1-1">
            <a:extLst>
              <a:ext uri="{FF2B5EF4-FFF2-40B4-BE49-F238E27FC236}">
                <a16:creationId xmlns:a16="http://schemas.microsoft.com/office/drawing/2014/main" id="{49EAD2F5-144B-41A9-A0BB-4D3C79E2BF1A}"/>
              </a:ext>
            </a:extLst>
          </p:cNvPr>
          <p:cNvSpPr>
            <a:spLocks noGrp="1"/>
          </p:cNvSpPr>
          <p:nvPr/>
        </p:nvSpPr>
        <p:spPr>
          <a:xfrm>
            <a:off x="4657725" y="3400425"/>
            <a:ext cx="190500" cy="304800"/>
          </a:xfrm>
          <a:prstGeom prst="rect">
            <a:avLst/>
          </a:prstGeom>
          <a:noFill/>
          <a:ln w="0">
            <a:noFill/>
            <a:prstDash val="solid"/>
          </a:ln>
        </p:spPr>
        <p:txBody>
          <a:bodyPr wrap="square" lIns="0" tIns="0" rIns="0" bIns="0" anchor="ctr">
            <a:normAutofit/>
          </a:bodyPr>
          <a:lstStyle>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t>
            </a:r>
          </a:p>
        </p:txBody>
      </p:sp>
      <p:sp>
        <p:nvSpPr>
          <p:cNvPr id="23" name="identity-line-1-1">
            <a:extLst>
              <a:ext uri="{FF2B5EF4-FFF2-40B4-BE49-F238E27FC236}">
                <a16:creationId xmlns:a16="http://schemas.microsoft.com/office/drawing/2014/main" id="{AB0A82C6-98FE-4E9A-96A3-0A7BCC370B6D}"/>
              </a:ext>
            </a:extLst>
          </p:cNvPr>
          <p:cNvSpPr>
            <a:spLocks noGrp="1"/>
          </p:cNvSpPr>
          <p:nvPr/>
        </p:nvSpPr>
        <p:spPr>
          <a:xfrm>
            <a:off x="4924425" y="3400425"/>
            <a:ext cx="2571750" cy="4000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Analyst: protected investigation and response writes</a:t>
            </a:r>
          </a:p>
        </p:txBody>
      </p:sp>
      <p:sp>
        <p:nvSpPr>
          <p:cNvPr id="24" name="identity-dot-1-2">
            <a:extLst>
              <a:ext uri="{FF2B5EF4-FFF2-40B4-BE49-F238E27FC236}">
                <a16:creationId xmlns:a16="http://schemas.microsoft.com/office/drawing/2014/main" id="{88435E26-2E33-4E80-8C2C-7238B2F2CC93}"/>
              </a:ext>
            </a:extLst>
          </p:cNvPr>
          <p:cNvSpPr>
            <a:spLocks noGrp="1"/>
          </p:cNvSpPr>
          <p:nvPr/>
        </p:nvSpPr>
        <p:spPr>
          <a:xfrm>
            <a:off x="4657725" y="3857625"/>
            <a:ext cx="190500" cy="304800"/>
          </a:xfrm>
          <a:prstGeom prst="rect">
            <a:avLst/>
          </a:prstGeom>
          <a:noFill/>
          <a:ln w="0">
            <a:noFill/>
            <a:prstDash val="solid"/>
          </a:ln>
        </p:spPr>
        <p:txBody>
          <a:bodyPr wrap="square" lIns="0" tIns="0" rIns="0" bIns="0" anchor="ctr">
            <a:normAutofit/>
          </a:bodyPr>
          <a:lstStyle>
            <a:defPPr algn="l">
              <a:defRPr sz="1650" b="1">
                <a:solidFill>
                  <a:srgbClr val="8B7CF6"/>
                </a:solidFill>
                <a:latin typeface="Arial"/>
                <a:ea typeface="Arial"/>
                <a:cs typeface="Arial"/>
              </a:defRPr>
            </a:defPPr>
            <a:lvl1pPr algn="l">
              <a:defRPr sz="1650" b="1">
                <a:solidFill>
                  <a:srgbClr val="8B7CF6"/>
                </a:solidFill>
                <a:latin typeface="Arial"/>
                <a:ea typeface="Arial"/>
                <a:cs typeface="Arial"/>
              </a:defRPr>
            </a:lvl1pPr>
            <a:lvl2pPr algn="l">
              <a:defRPr sz="1650" b="1">
                <a:solidFill>
                  <a:srgbClr val="8B7CF6"/>
                </a:solidFill>
                <a:latin typeface="Arial"/>
                <a:ea typeface="Arial"/>
                <a:cs typeface="Arial"/>
              </a:defRPr>
            </a:lvl2pPr>
            <a:lvl3pPr algn="l">
              <a:defRPr sz="1650" b="1">
                <a:solidFill>
                  <a:srgbClr val="8B7CF6"/>
                </a:solidFill>
                <a:latin typeface="Arial"/>
                <a:ea typeface="Arial"/>
                <a:cs typeface="Arial"/>
              </a:defRPr>
            </a:lvl3pPr>
            <a:lvl4pPr algn="l">
              <a:defRPr sz="1650" b="1">
                <a:solidFill>
                  <a:srgbClr val="8B7CF6"/>
                </a:solidFill>
                <a:latin typeface="Arial"/>
                <a:ea typeface="Arial"/>
                <a:cs typeface="Arial"/>
              </a:defRPr>
            </a:lvl4pPr>
            <a:lvl5pPr algn="l">
              <a:defRPr sz="1650" b="1">
                <a:solidFill>
                  <a:srgbClr val="8B7CF6"/>
                </a:solidFill>
                <a:latin typeface="Arial"/>
                <a:ea typeface="Arial"/>
                <a:cs typeface="Arial"/>
              </a:defRPr>
            </a:lvl5pPr>
            <a:lvl6pPr algn="l">
              <a:defRPr sz="1650" b="1">
                <a:solidFill>
                  <a:srgbClr val="8B7CF6"/>
                </a:solidFill>
                <a:latin typeface="Arial"/>
                <a:ea typeface="Arial"/>
                <a:cs typeface="Arial"/>
              </a:defRPr>
            </a:lvl6pPr>
            <a:lvl7pPr algn="l">
              <a:defRPr sz="1650" b="1">
                <a:solidFill>
                  <a:srgbClr val="8B7CF6"/>
                </a:solidFill>
                <a:latin typeface="Arial"/>
                <a:ea typeface="Arial"/>
                <a:cs typeface="Arial"/>
              </a:defRPr>
            </a:lvl7pPr>
            <a:lvl8pPr algn="l">
              <a:defRPr sz="1650" b="1">
                <a:solidFill>
                  <a:srgbClr val="8B7CF6"/>
                </a:solidFill>
                <a:latin typeface="Arial"/>
                <a:ea typeface="Arial"/>
                <a:cs typeface="Arial"/>
              </a:defRPr>
            </a:lvl8pPr>
            <a:lvl9pPr algn="l">
              <a:defRPr sz="1650" b="1">
                <a:solidFill>
                  <a:srgbClr val="8B7CF6"/>
                </a:solidFill>
                <a:latin typeface="Arial"/>
                <a:ea typeface="Arial"/>
                <a:cs typeface="Arial"/>
              </a:defRPr>
            </a:lvl9pPr>
          </a:lstStyle>
          <a:p>
            <a:pPr algn="l">
              <a:lnSpc>
                <a:spcPct val="100000"/>
              </a:lnSpc>
              <a:buNone/>
              <a:defRPr sz="1650" b="1">
                <a:solidFill>
                  <a:srgbClr val="8B7CF6"/>
                </a:solidFill>
                <a:latin typeface="Arial"/>
                <a:ea typeface="Arial"/>
                <a:cs typeface="Arial"/>
              </a:defRPr>
            </a:pPr>
            <a:r>
              <a:rPr sz="1650" b="1">
                <a:solidFill>
                  <a:srgbClr val="8B7CF6"/>
                </a:solidFill>
                <a:latin typeface="Arial"/>
                <a:ea typeface="Arial"/>
                <a:cs typeface="Arial"/>
              </a:rPr>
              <a:t>•</a:t>
            </a:r>
          </a:p>
        </p:txBody>
      </p:sp>
      <p:sp>
        <p:nvSpPr>
          <p:cNvPr id="25" name="identity-line-1-2">
            <a:extLst>
              <a:ext uri="{FF2B5EF4-FFF2-40B4-BE49-F238E27FC236}">
                <a16:creationId xmlns:a16="http://schemas.microsoft.com/office/drawing/2014/main" id="{BB4C4229-1836-4863-BF67-E731A90EAB3F}"/>
              </a:ext>
            </a:extLst>
          </p:cNvPr>
          <p:cNvSpPr>
            <a:spLocks noGrp="1"/>
          </p:cNvSpPr>
          <p:nvPr/>
        </p:nvSpPr>
        <p:spPr>
          <a:xfrm>
            <a:off x="4924425" y="3857625"/>
            <a:ext cx="2571750" cy="4000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Admin: user and workspace administration</a:t>
            </a:r>
          </a:p>
        </p:txBody>
      </p:sp>
      <p:sp>
        <p:nvSpPr>
          <p:cNvPr id="26" name="identity-card-2">
            <a:extLst>
              <a:ext uri="{FF2B5EF4-FFF2-40B4-BE49-F238E27FC236}">
                <a16:creationId xmlns:a16="http://schemas.microsoft.com/office/drawing/2014/main" id="{FDC38BC7-48C3-4C85-B086-0718C5A11448}"/>
              </a:ext>
            </a:extLst>
          </p:cNvPr>
          <p:cNvSpPr>
            <a:spLocks noGrp="1"/>
          </p:cNvSpPr>
          <p:nvPr/>
        </p:nvSpPr>
        <p:spPr>
          <a:xfrm>
            <a:off x="8134350" y="2057400"/>
            <a:ext cx="3333750" cy="2609850"/>
          </a:xfrm>
          <a:prstGeom prst="roundRect">
            <a:avLst>
              <a:gd name="adj" fmla="val 5109"/>
            </a:avLst>
          </a:prstGeom>
          <a:solidFill>
            <a:srgbClr val="14141C"/>
          </a:solidFill>
          <a:ln w="9525">
            <a:solidFill>
              <a:srgbClr val="2A2A38"/>
            </a:solidFill>
            <a:prstDash val="solid"/>
          </a:ln>
        </p:spPr>
        <p:txBody>
          <a:bodyPr/>
          <a:lstStyle/>
          <a:p>
            <a:endParaRPr lang="en-IN"/>
          </a:p>
        </p:txBody>
      </p:sp>
      <p:sp>
        <p:nvSpPr>
          <p:cNvPr id="27" name="identity-title-2">
            <a:extLst>
              <a:ext uri="{FF2B5EF4-FFF2-40B4-BE49-F238E27FC236}">
                <a16:creationId xmlns:a16="http://schemas.microsoft.com/office/drawing/2014/main" id="{4DC99047-1226-44CF-A8EC-8254F6F618CF}"/>
              </a:ext>
            </a:extLst>
          </p:cNvPr>
          <p:cNvSpPr>
            <a:spLocks noGrp="1"/>
          </p:cNvSpPr>
          <p:nvPr/>
        </p:nvSpPr>
        <p:spPr>
          <a:xfrm>
            <a:off x="8362950" y="2276475"/>
            <a:ext cx="2876550" cy="323850"/>
          </a:xfrm>
          <a:prstGeom prst="rect">
            <a:avLst/>
          </a:prstGeom>
          <a:noFill/>
          <a:ln w="0">
            <a:noFill/>
            <a:prstDash val="solid"/>
          </a:ln>
        </p:spPr>
        <p:txBody>
          <a:bodyPr wrap="square" lIns="0" tIns="0" rIns="0" bIns="0" anchor="ctr">
            <a:normAutofit/>
          </a:bodyPr>
          <a:lstStyle>
            <a:defPPr algn="l">
              <a:defRPr sz="1425" b="1">
                <a:solidFill>
                  <a:srgbClr val="3DE8FF"/>
                </a:solidFill>
                <a:latin typeface="Arial"/>
                <a:ea typeface="Arial"/>
                <a:cs typeface="Arial"/>
              </a:defRPr>
            </a:defPPr>
            <a:lvl1pPr algn="l">
              <a:defRPr sz="1425" b="1">
                <a:solidFill>
                  <a:srgbClr val="3DE8FF"/>
                </a:solidFill>
                <a:latin typeface="Arial"/>
                <a:ea typeface="Arial"/>
                <a:cs typeface="Arial"/>
              </a:defRPr>
            </a:lvl1pPr>
            <a:lvl2pPr algn="l">
              <a:defRPr sz="1425" b="1">
                <a:solidFill>
                  <a:srgbClr val="3DE8FF"/>
                </a:solidFill>
                <a:latin typeface="Arial"/>
                <a:ea typeface="Arial"/>
                <a:cs typeface="Arial"/>
              </a:defRPr>
            </a:lvl2pPr>
            <a:lvl3pPr algn="l">
              <a:defRPr sz="1425" b="1">
                <a:solidFill>
                  <a:srgbClr val="3DE8FF"/>
                </a:solidFill>
                <a:latin typeface="Arial"/>
                <a:ea typeface="Arial"/>
                <a:cs typeface="Arial"/>
              </a:defRPr>
            </a:lvl3pPr>
            <a:lvl4pPr algn="l">
              <a:defRPr sz="1425" b="1">
                <a:solidFill>
                  <a:srgbClr val="3DE8FF"/>
                </a:solidFill>
                <a:latin typeface="Arial"/>
                <a:ea typeface="Arial"/>
                <a:cs typeface="Arial"/>
              </a:defRPr>
            </a:lvl4pPr>
            <a:lvl5pPr algn="l">
              <a:defRPr sz="1425" b="1">
                <a:solidFill>
                  <a:srgbClr val="3DE8FF"/>
                </a:solidFill>
                <a:latin typeface="Arial"/>
                <a:ea typeface="Arial"/>
                <a:cs typeface="Arial"/>
              </a:defRPr>
            </a:lvl5pPr>
            <a:lvl6pPr algn="l">
              <a:defRPr sz="1425" b="1">
                <a:solidFill>
                  <a:srgbClr val="3DE8FF"/>
                </a:solidFill>
                <a:latin typeface="Arial"/>
                <a:ea typeface="Arial"/>
                <a:cs typeface="Arial"/>
              </a:defRPr>
            </a:lvl6pPr>
            <a:lvl7pPr algn="l">
              <a:defRPr sz="1425" b="1">
                <a:solidFill>
                  <a:srgbClr val="3DE8FF"/>
                </a:solidFill>
                <a:latin typeface="Arial"/>
                <a:ea typeface="Arial"/>
                <a:cs typeface="Arial"/>
              </a:defRPr>
            </a:lvl7pPr>
            <a:lvl8pPr algn="l">
              <a:defRPr sz="1425" b="1">
                <a:solidFill>
                  <a:srgbClr val="3DE8FF"/>
                </a:solidFill>
                <a:latin typeface="Arial"/>
                <a:ea typeface="Arial"/>
                <a:cs typeface="Arial"/>
              </a:defRPr>
            </a:lvl8pPr>
            <a:lvl9pPr algn="l">
              <a:defRPr sz="1425" b="1">
                <a:solidFill>
                  <a:srgbClr val="3DE8FF"/>
                </a:solidFill>
                <a:latin typeface="Arial"/>
                <a:ea typeface="Arial"/>
                <a:cs typeface="Arial"/>
              </a:defRPr>
            </a:lvl9pPr>
          </a:lstStyle>
          <a:p>
            <a:pPr algn="l">
              <a:lnSpc>
                <a:spcPct val="100000"/>
              </a:lnSpc>
              <a:buNone/>
              <a:defRPr sz="1425" b="1">
                <a:solidFill>
                  <a:srgbClr val="3DE8FF"/>
                </a:solidFill>
                <a:latin typeface="Arial"/>
                <a:ea typeface="Arial"/>
                <a:cs typeface="Arial"/>
              </a:defRPr>
            </a:pPr>
            <a:r>
              <a:rPr sz="1425" b="1">
                <a:solidFill>
                  <a:srgbClr val="3DE8FF"/>
                </a:solidFill>
                <a:latin typeface="Arial"/>
                <a:ea typeface="Arial"/>
                <a:cs typeface="Arial"/>
              </a:rPr>
              <a:t>ACCOUNTABILITY</a:t>
            </a:r>
          </a:p>
        </p:txBody>
      </p:sp>
      <p:sp>
        <p:nvSpPr>
          <p:cNvPr id="28" name="identity-rule-2">
            <a:extLst>
              <a:ext uri="{FF2B5EF4-FFF2-40B4-BE49-F238E27FC236}">
                <a16:creationId xmlns:a16="http://schemas.microsoft.com/office/drawing/2014/main" id="{D4107772-ED54-43D1-90F4-74B077202894}"/>
              </a:ext>
            </a:extLst>
          </p:cNvPr>
          <p:cNvSpPr>
            <a:spLocks noGrp="1"/>
          </p:cNvSpPr>
          <p:nvPr/>
        </p:nvSpPr>
        <p:spPr>
          <a:xfrm>
            <a:off x="8362950" y="2686050"/>
            <a:ext cx="2876550" cy="28575"/>
          </a:xfrm>
          <a:prstGeom prst="rect">
            <a:avLst/>
          </a:prstGeom>
          <a:solidFill>
            <a:srgbClr val="3DE8FF"/>
          </a:solidFill>
          <a:ln w="0">
            <a:noFill/>
            <a:prstDash val="solid"/>
          </a:ln>
        </p:spPr>
        <p:txBody>
          <a:bodyPr/>
          <a:lstStyle/>
          <a:p>
            <a:endParaRPr lang="en-IN"/>
          </a:p>
        </p:txBody>
      </p:sp>
      <p:sp>
        <p:nvSpPr>
          <p:cNvPr id="29" name="identity-dot-2-0">
            <a:extLst>
              <a:ext uri="{FF2B5EF4-FFF2-40B4-BE49-F238E27FC236}">
                <a16:creationId xmlns:a16="http://schemas.microsoft.com/office/drawing/2014/main" id="{C931E7AE-CF86-4F9C-9972-74ABD63162F8}"/>
              </a:ext>
            </a:extLst>
          </p:cNvPr>
          <p:cNvSpPr>
            <a:spLocks noGrp="1"/>
          </p:cNvSpPr>
          <p:nvPr/>
        </p:nvSpPr>
        <p:spPr>
          <a:xfrm>
            <a:off x="8362950" y="2943225"/>
            <a:ext cx="190500" cy="304800"/>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30" name="identity-line-2-0">
            <a:extLst>
              <a:ext uri="{FF2B5EF4-FFF2-40B4-BE49-F238E27FC236}">
                <a16:creationId xmlns:a16="http://schemas.microsoft.com/office/drawing/2014/main" id="{CBF1C81A-3698-4E1B-B751-B695FBC77ABB}"/>
              </a:ext>
            </a:extLst>
          </p:cNvPr>
          <p:cNvSpPr>
            <a:spLocks noGrp="1"/>
          </p:cNvSpPr>
          <p:nvPr/>
        </p:nvSpPr>
        <p:spPr>
          <a:xfrm>
            <a:off x="8629650" y="2943225"/>
            <a:ext cx="2571750" cy="4000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Login throttling shared through Redis</a:t>
            </a:r>
          </a:p>
        </p:txBody>
      </p:sp>
      <p:sp>
        <p:nvSpPr>
          <p:cNvPr id="31" name="identity-dot-2-1">
            <a:extLst>
              <a:ext uri="{FF2B5EF4-FFF2-40B4-BE49-F238E27FC236}">
                <a16:creationId xmlns:a16="http://schemas.microsoft.com/office/drawing/2014/main" id="{4BF57652-515E-4062-8A65-45BD25CDFE8C}"/>
              </a:ext>
            </a:extLst>
          </p:cNvPr>
          <p:cNvSpPr>
            <a:spLocks noGrp="1"/>
          </p:cNvSpPr>
          <p:nvPr/>
        </p:nvSpPr>
        <p:spPr>
          <a:xfrm>
            <a:off x="8362950" y="3400425"/>
            <a:ext cx="190500" cy="304800"/>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32" name="identity-line-2-1">
            <a:extLst>
              <a:ext uri="{FF2B5EF4-FFF2-40B4-BE49-F238E27FC236}">
                <a16:creationId xmlns:a16="http://schemas.microsoft.com/office/drawing/2014/main" id="{FBA8A80F-8749-4B53-AAB6-2DF0E353A08F}"/>
              </a:ext>
            </a:extLst>
          </p:cNvPr>
          <p:cNvSpPr>
            <a:spLocks noGrp="1"/>
          </p:cNvSpPr>
          <p:nvPr/>
        </p:nvSpPr>
        <p:spPr>
          <a:xfrm>
            <a:off x="8629650" y="3400425"/>
            <a:ext cx="2571750" cy="4000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User and role changes are audited</a:t>
            </a:r>
          </a:p>
        </p:txBody>
      </p:sp>
      <p:sp>
        <p:nvSpPr>
          <p:cNvPr id="33" name="identity-dot-2-2">
            <a:extLst>
              <a:ext uri="{FF2B5EF4-FFF2-40B4-BE49-F238E27FC236}">
                <a16:creationId xmlns:a16="http://schemas.microsoft.com/office/drawing/2014/main" id="{F67D3325-6A60-4EDD-A8EB-2C09F7426DD1}"/>
              </a:ext>
            </a:extLst>
          </p:cNvPr>
          <p:cNvSpPr>
            <a:spLocks noGrp="1"/>
          </p:cNvSpPr>
          <p:nvPr/>
        </p:nvSpPr>
        <p:spPr>
          <a:xfrm>
            <a:off x="8362950" y="3857625"/>
            <a:ext cx="190500" cy="304800"/>
          </a:xfrm>
          <a:prstGeom prst="rect">
            <a:avLst/>
          </a:prstGeom>
          <a:noFill/>
          <a:ln w="0">
            <a:noFill/>
            <a:prstDash val="solid"/>
          </a:ln>
        </p:spPr>
        <p:txBody>
          <a:bodyPr wrap="square" lIns="0" tIns="0" rIns="0" bIns="0" anchor="ctr">
            <a:normAutofit/>
          </a:bodyPr>
          <a:lstStyle>
            <a:defPPr algn="l">
              <a:defRPr sz="1650" b="1">
                <a:solidFill>
                  <a:srgbClr val="3DE8FF"/>
                </a:solidFill>
                <a:latin typeface="Arial"/>
                <a:ea typeface="Arial"/>
                <a:cs typeface="Arial"/>
              </a:defRPr>
            </a:defPPr>
            <a:lvl1pPr algn="l">
              <a:defRPr sz="1650" b="1">
                <a:solidFill>
                  <a:srgbClr val="3DE8FF"/>
                </a:solidFill>
                <a:latin typeface="Arial"/>
                <a:ea typeface="Arial"/>
                <a:cs typeface="Arial"/>
              </a:defRPr>
            </a:lvl1pPr>
            <a:lvl2pPr algn="l">
              <a:defRPr sz="1650" b="1">
                <a:solidFill>
                  <a:srgbClr val="3DE8FF"/>
                </a:solidFill>
                <a:latin typeface="Arial"/>
                <a:ea typeface="Arial"/>
                <a:cs typeface="Arial"/>
              </a:defRPr>
            </a:lvl2pPr>
            <a:lvl3pPr algn="l">
              <a:defRPr sz="1650" b="1">
                <a:solidFill>
                  <a:srgbClr val="3DE8FF"/>
                </a:solidFill>
                <a:latin typeface="Arial"/>
                <a:ea typeface="Arial"/>
                <a:cs typeface="Arial"/>
              </a:defRPr>
            </a:lvl3pPr>
            <a:lvl4pPr algn="l">
              <a:defRPr sz="1650" b="1">
                <a:solidFill>
                  <a:srgbClr val="3DE8FF"/>
                </a:solidFill>
                <a:latin typeface="Arial"/>
                <a:ea typeface="Arial"/>
                <a:cs typeface="Arial"/>
              </a:defRPr>
            </a:lvl4pPr>
            <a:lvl5pPr algn="l">
              <a:defRPr sz="1650" b="1">
                <a:solidFill>
                  <a:srgbClr val="3DE8FF"/>
                </a:solidFill>
                <a:latin typeface="Arial"/>
                <a:ea typeface="Arial"/>
                <a:cs typeface="Arial"/>
              </a:defRPr>
            </a:lvl5pPr>
            <a:lvl6pPr algn="l">
              <a:defRPr sz="1650" b="1">
                <a:solidFill>
                  <a:srgbClr val="3DE8FF"/>
                </a:solidFill>
                <a:latin typeface="Arial"/>
                <a:ea typeface="Arial"/>
                <a:cs typeface="Arial"/>
              </a:defRPr>
            </a:lvl6pPr>
            <a:lvl7pPr algn="l">
              <a:defRPr sz="1650" b="1">
                <a:solidFill>
                  <a:srgbClr val="3DE8FF"/>
                </a:solidFill>
                <a:latin typeface="Arial"/>
                <a:ea typeface="Arial"/>
                <a:cs typeface="Arial"/>
              </a:defRPr>
            </a:lvl7pPr>
            <a:lvl8pPr algn="l">
              <a:defRPr sz="1650" b="1">
                <a:solidFill>
                  <a:srgbClr val="3DE8FF"/>
                </a:solidFill>
                <a:latin typeface="Arial"/>
                <a:ea typeface="Arial"/>
                <a:cs typeface="Arial"/>
              </a:defRPr>
            </a:lvl8pPr>
            <a:lvl9pPr algn="l">
              <a:defRPr sz="1650" b="1">
                <a:solidFill>
                  <a:srgbClr val="3DE8FF"/>
                </a:solidFill>
                <a:latin typeface="Arial"/>
                <a:ea typeface="Arial"/>
                <a:cs typeface="Arial"/>
              </a:defRPr>
            </a:lvl9pPr>
          </a:lstStyle>
          <a:p>
            <a:pPr algn="l">
              <a:lnSpc>
                <a:spcPct val="100000"/>
              </a:lnSpc>
              <a:buNone/>
              <a:defRPr sz="1650" b="1">
                <a:solidFill>
                  <a:srgbClr val="3DE8FF"/>
                </a:solidFill>
                <a:latin typeface="Arial"/>
                <a:ea typeface="Arial"/>
                <a:cs typeface="Arial"/>
              </a:defRPr>
            </a:pPr>
            <a:r>
              <a:rPr sz="1650" b="1">
                <a:solidFill>
                  <a:srgbClr val="3DE8FF"/>
                </a:solidFill>
                <a:latin typeface="Arial"/>
                <a:ea typeface="Arial"/>
                <a:cs typeface="Arial"/>
              </a:rPr>
              <a:t>•</a:t>
            </a:r>
          </a:p>
        </p:txBody>
      </p:sp>
      <p:sp>
        <p:nvSpPr>
          <p:cNvPr id="34" name="identity-line-2-2">
            <a:extLst>
              <a:ext uri="{FF2B5EF4-FFF2-40B4-BE49-F238E27FC236}">
                <a16:creationId xmlns:a16="http://schemas.microsoft.com/office/drawing/2014/main" id="{B4455E39-C035-4456-837A-812AC674AB15}"/>
              </a:ext>
            </a:extLst>
          </p:cNvPr>
          <p:cNvSpPr>
            <a:spLocks noGrp="1"/>
          </p:cNvSpPr>
          <p:nvPr/>
        </p:nvSpPr>
        <p:spPr>
          <a:xfrm>
            <a:off x="8629650" y="3857625"/>
            <a:ext cx="2571750" cy="4000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Tamper-evident append-only audit chain</a:t>
            </a:r>
          </a:p>
        </p:txBody>
      </p:sp>
      <p:sp>
        <p:nvSpPr>
          <p:cNvPr id="35" name="identity-boundary">
            <a:extLst>
              <a:ext uri="{FF2B5EF4-FFF2-40B4-BE49-F238E27FC236}">
                <a16:creationId xmlns:a16="http://schemas.microsoft.com/office/drawing/2014/main" id="{CD73FD2C-08B8-415E-9807-84CAF17ADFAF}"/>
              </a:ext>
            </a:extLst>
          </p:cNvPr>
          <p:cNvSpPr>
            <a:spLocks noGrp="1"/>
          </p:cNvSpPr>
          <p:nvPr/>
        </p:nvSpPr>
        <p:spPr>
          <a:xfrm>
            <a:off x="723900" y="5114925"/>
            <a:ext cx="10744200" cy="590550"/>
          </a:xfrm>
          <a:prstGeom prst="rect">
            <a:avLst/>
          </a:prstGeom>
          <a:noFill/>
          <a:ln w="0">
            <a:noFill/>
            <a:prstDash val="solid"/>
          </a:ln>
        </p:spPr>
        <p:txBody>
          <a:bodyPr wrap="square" lIns="0" tIns="0" rIns="0" bIns="0" anchor="ctr">
            <a:normAutofit/>
          </a:bodyPr>
          <a:lstStyle>
            <a:defPPr algn="ctr">
              <a:defRPr sz="1500" b="1">
                <a:solidFill>
                  <a:srgbClr val="C9C9D4"/>
                </a:solidFill>
                <a:latin typeface="Arial"/>
                <a:ea typeface="Arial"/>
                <a:cs typeface="Arial"/>
              </a:defRPr>
            </a:defPPr>
            <a:lvl1pPr algn="ctr">
              <a:defRPr sz="1500" b="1">
                <a:solidFill>
                  <a:srgbClr val="C9C9D4"/>
                </a:solidFill>
                <a:latin typeface="Arial"/>
                <a:ea typeface="Arial"/>
                <a:cs typeface="Arial"/>
              </a:defRPr>
            </a:lvl1pPr>
            <a:lvl2pPr algn="ctr">
              <a:defRPr sz="1500" b="1">
                <a:solidFill>
                  <a:srgbClr val="C9C9D4"/>
                </a:solidFill>
                <a:latin typeface="Arial"/>
                <a:ea typeface="Arial"/>
                <a:cs typeface="Arial"/>
              </a:defRPr>
            </a:lvl2pPr>
            <a:lvl3pPr algn="ctr">
              <a:defRPr sz="1500" b="1">
                <a:solidFill>
                  <a:srgbClr val="C9C9D4"/>
                </a:solidFill>
                <a:latin typeface="Arial"/>
                <a:ea typeface="Arial"/>
                <a:cs typeface="Arial"/>
              </a:defRPr>
            </a:lvl3pPr>
            <a:lvl4pPr algn="ctr">
              <a:defRPr sz="1500" b="1">
                <a:solidFill>
                  <a:srgbClr val="C9C9D4"/>
                </a:solidFill>
                <a:latin typeface="Arial"/>
                <a:ea typeface="Arial"/>
                <a:cs typeface="Arial"/>
              </a:defRPr>
            </a:lvl4pPr>
            <a:lvl5pPr algn="ctr">
              <a:defRPr sz="1500" b="1">
                <a:solidFill>
                  <a:srgbClr val="C9C9D4"/>
                </a:solidFill>
                <a:latin typeface="Arial"/>
                <a:ea typeface="Arial"/>
                <a:cs typeface="Arial"/>
              </a:defRPr>
            </a:lvl5pPr>
            <a:lvl6pPr algn="ctr">
              <a:defRPr sz="1500" b="1">
                <a:solidFill>
                  <a:srgbClr val="C9C9D4"/>
                </a:solidFill>
                <a:latin typeface="Arial"/>
                <a:ea typeface="Arial"/>
                <a:cs typeface="Arial"/>
              </a:defRPr>
            </a:lvl6pPr>
            <a:lvl7pPr algn="ctr">
              <a:defRPr sz="1500" b="1">
                <a:solidFill>
                  <a:srgbClr val="C9C9D4"/>
                </a:solidFill>
                <a:latin typeface="Arial"/>
                <a:ea typeface="Arial"/>
                <a:cs typeface="Arial"/>
              </a:defRPr>
            </a:lvl7pPr>
            <a:lvl8pPr algn="ctr">
              <a:defRPr sz="1500" b="1">
                <a:solidFill>
                  <a:srgbClr val="C9C9D4"/>
                </a:solidFill>
                <a:latin typeface="Arial"/>
                <a:ea typeface="Arial"/>
                <a:cs typeface="Arial"/>
              </a:defRPr>
            </a:lvl8pPr>
            <a:lvl9pPr algn="ctr">
              <a:defRPr sz="1500" b="1">
                <a:solidFill>
                  <a:srgbClr val="C9C9D4"/>
                </a:solidFill>
                <a:latin typeface="Arial"/>
                <a:ea typeface="Arial"/>
                <a:cs typeface="Arial"/>
              </a:defRPr>
            </a:lvl9pPr>
          </a:lstStyle>
          <a:p>
            <a:pPr algn="ctr">
              <a:lnSpc>
                <a:spcPct val="100000"/>
              </a:lnSpc>
              <a:buNone/>
              <a:defRPr sz="1500" b="1">
                <a:solidFill>
                  <a:srgbClr val="C9C9D4"/>
                </a:solidFill>
                <a:latin typeface="Arial"/>
                <a:ea typeface="Arial"/>
                <a:cs typeface="Arial"/>
              </a:defRPr>
            </a:pPr>
            <a:r>
              <a:rPr sz="1500" b="1">
                <a:solidFill>
                  <a:srgbClr val="C9C9D4"/>
                </a:solidFill>
                <a:latin typeface="Arial"/>
                <a:ea typeface="Arial"/>
                <a:cs typeface="Arial"/>
              </a:rPr>
              <a:t>Passwords and provider credentials are handled by the backend; roles limit who can make protected changes.</a:t>
            </a:r>
          </a:p>
        </p:txBody>
      </p:sp>
    </p:spTree>
    <p:extLst>
      <p:ext uri="{BB962C8B-B14F-4D97-AF65-F5344CB8AC3E}">
        <p14:creationId xmlns:p14="http://schemas.microsoft.com/office/powerpoint/2010/main" val="1933652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7" name="slide-14-title">
            <a:extLst>
              <a:ext uri="{FF2B5EF4-FFF2-40B4-BE49-F238E27FC236}">
                <a16:creationId xmlns:a16="http://schemas.microsoft.com/office/drawing/2014/main" id="{62FF5A33-A505-4876-BDF2-7DAAD605821F}"/>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Risk prioritization &amp; analyst review</a:t>
            </a:r>
          </a:p>
        </p:txBody>
      </p:sp>
      <p:sp>
        <p:nvSpPr>
          <p:cNvPr id="2" name="slide-14-accent-blue">
            <a:extLst>
              <a:ext uri="{FF2B5EF4-FFF2-40B4-BE49-F238E27FC236}">
                <a16:creationId xmlns:a16="http://schemas.microsoft.com/office/drawing/2014/main" id="{A2B80CF2-EAA6-4CA5-9C62-B1253B1E293C}"/>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14-accent-iris">
            <a:extLst>
              <a:ext uri="{FF2B5EF4-FFF2-40B4-BE49-F238E27FC236}">
                <a16:creationId xmlns:a16="http://schemas.microsoft.com/office/drawing/2014/main" id="{484992AD-B414-4565-A0D8-E653B2EB0D91}"/>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14-subtitle">
            <a:extLst>
              <a:ext uri="{FF2B5EF4-FFF2-40B4-BE49-F238E27FC236}">
                <a16:creationId xmlns:a16="http://schemas.microsoft.com/office/drawing/2014/main" id="{32C4CF4A-D67E-4251-92FB-397876E891AA}"/>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The risk view explains its inputs and keeps vulnerability context separate from analyst decisions.</a:t>
            </a:r>
          </a:p>
        </p:txBody>
      </p:sp>
      <p:sp>
        <p:nvSpPr>
          <p:cNvPr id="5" name="slide-14-footer-rule">
            <a:extLst>
              <a:ext uri="{FF2B5EF4-FFF2-40B4-BE49-F238E27FC236}">
                <a16:creationId xmlns:a16="http://schemas.microsoft.com/office/drawing/2014/main" id="{492AA655-41AF-4770-A6D0-FD9287CF35AA}"/>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14-footer">
            <a:extLst>
              <a:ext uri="{FF2B5EF4-FFF2-40B4-BE49-F238E27FC236}">
                <a16:creationId xmlns:a16="http://schemas.microsoft.com/office/drawing/2014/main" id="{114BD5D9-D65B-4D10-9B3C-E7B0E321A61C}"/>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4-page">
            <a:extLst>
              <a:ext uri="{FF2B5EF4-FFF2-40B4-BE49-F238E27FC236}">
                <a16:creationId xmlns:a16="http://schemas.microsoft.com/office/drawing/2014/main" id="{AEC05AAD-D065-4BA4-AD7E-2B09D18A2182}"/>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14</a:t>
            </a:r>
          </a:p>
        </p:txBody>
      </p:sp>
      <p:sp>
        <p:nvSpPr>
          <p:cNvPr id="8" name="risk-step-0">
            <a:extLst>
              <a:ext uri="{FF2B5EF4-FFF2-40B4-BE49-F238E27FC236}">
                <a16:creationId xmlns:a16="http://schemas.microsoft.com/office/drawing/2014/main" id="{69382084-EE0E-4725-9C3B-354D09E4EE4C}"/>
              </a:ext>
            </a:extLst>
          </p:cNvPr>
          <p:cNvSpPr>
            <a:spLocks noGrp="1"/>
          </p:cNvSpPr>
          <p:nvPr/>
        </p:nvSpPr>
        <p:spPr>
          <a:xfrm>
            <a:off x="723900" y="2076450"/>
            <a:ext cx="2419350" cy="1828800"/>
          </a:xfrm>
          <a:prstGeom prst="roundRect">
            <a:avLst>
              <a:gd name="adj" fmla="val 7292"/>
            </a:avLst>
          </a:prstGeom>
          <a:solidFill>
            <a:srgbClr val="14141C"/>
          </a:solidFill>
          <a:ln w="14288">
            <a:solidFill>
              <a:srgbClr val="3DE8FF"/>
            </a:solidFill>
            <a:prstDash val="solid"/>
          </a:ln>
        </p:spPr>
        <p:txBody>
          <a:bodyPr/>
          <a:lstStyle/>
          <a:p>
            <a:endParaRPr lang="en-IN"/>
          </a:p>
        </p:txBody>
      </p:sp>
      <p:sp>
        <p:nvSpPr>
          <p:cNvPr id="9" name="risk-num-0">
            <a:extLst>
              <a:ext uri="{FF2B5EF4-FFF2-40B4-BE49-F238E27FC236}">
                <a16:creationId xmlns:a16="http://schemas.microsoft.com/office/drawing/2014/main" id="{832948AB-ADD0-494B-861E-01C392B4BC24}"/>
              </a:ext>
            </a:extLst>
          </p:cNvPr>
          <p:cNvSpPr>
            <a:spLocks noGrp="1"/>
          </p:cNvSpPr>
          <p:nvPr/>
        </p:nvSpPr>
        <p:spPr>
          <a:xfrm>
            <a:off x="914400" y="2238375"/>
            <a:ext cx="2038350" cy="361950"/>
          </a:xfrm>
          <a:prstGeom prst="rect">
            <a:avLst/>
          </a:prstGeom>
          <a:noFill/>
          <a:ln w="0">
            <a:noFill/>
            <a:prstDash val="solid"/>
          </a:ln>
        </p:spPr>
        <p:txBody>
          <a:bodyPr wrap="square" lIns="0" tIns="0" rIns="0" bIns="0" anchor="ctr">
            <a:normAutofit/>
          </a:bodyPr>
          <a:lstStyle>
            <a:defPPr algn="l">
              <a:defRPr sz="1950" b="1">
                <a:solidFill>
                  <a:srgbClr val="3DE8FF"/>
                </a:solidFill>
                <a:latin typeface="Arial"/>
                <a:ea typeface="Arial"/>
                <a:cs typeface="Arial"/>
              </a:defRPr>
            </a:defPPr>
            <a:lvl1pPr algn="l">
              <a:defRPr sz="1950" b="1">
                <a:solidFill>
                  <a:srgbClr val="3DE8FF"/>
                </a:solidFill>
                <a:latin typeface="Arial"/>
                <a:ea typeface="Arial"/>
                <a:cs typeface="Arial"/>
              </a:defRPr>
            </a:lvl1pPr>
            <a:lvl2pPr algn="l">
              <a:defRPr sz="1950" b="1">
                <a:solidFill>
                  <a:srgbClr val="3DE8FF"/>
                </a:solidFill>
                <a:latin typeface="Arial"/>
                <a:ea typeface="Arial"/>
                <a:cs typeface="Arial"/>
              </a:defRPr>
            </a:lvl2pPr>
            <a:lvl3pPr algn="l">
              <a:defRPr sz="1950" b="1">
                <a:solidFill>
                  <a:srgbClr val="3DE8FF"/>
                </a:solidFill>
                <a:latin typeface="Arial"/>
                <a:ea typeface="Arial"/>
                <a:cs typeface="Arial"/>
              </a:defRPr>
            </a:lvl3pPr>
            <a:lvl4pPr algn="l">
              <a:defRPr sz="1950" b="1">
                <a:solidFill>
                  <a:srgbClr val="3DE8FF"/>
                </a:solidFill>
                <a:latin typeface="Arial"/>
                <a:ea typeface="Arial"/>
                <a:cs typeface="Arial"/>
              </a:defRPr>
            </a:lvl4pPr>
            <a:lvl5pPr algn="l">
              <a:defRPr sz="1950" b="1">
                <a:solidFill>
                  <a:srgbClr val="3DE8FF"/>
                </a:solidFill>
                <a:latin typeface="Arial"/>
                <a:ea typeface="Arial"/>
                <a:cs typeface="Arial"/>
              </a:defRPr>
            </a:lvl5pPr>
            <a:lvl6pPr algn="l">
              <a:defRPr sz="1950" b="1">
                <a:solidFill>
                  <a:srgbClr val="3DE8FF"/>
                </a:solidFill>
                <a:latin typeface="Arial"/>
                <a:ea typeface="Arial"/>
                <a:cs typeface="Arial"/>
              </a:defRPr>
            </a:lvl6pPr>
            <a:lvl7pPr algn="l">
              <a:defRPr sz="1950" b="1">
                <a:solidFill>
                  <a:srgbClr val="3DE8FF"/>
                </a:solidFill>
                <a:latin typeface="Arial"/>
                <a:ea typeface="Arial"/>
                <a:cs typeface="Arial"/>
              </a:defRPr>
            </a:lvl7pPr>
            <a:lvl8pPr algn="l">
              <a:defRPr sz="1950" b="1">
                <a:solidFill>
                  <a:srgbClr val="3DE8FF"/>
                </a:solidFill>
                <a:latin typeface="Arial"/>
                <a:ea typeface="Arial"/>
                <a:cs typeface="Arial"/>
              </a:defRPr>
            </a:lvl8pPr>
            <a:lvl9pPr algn="l">
              <a:defRPr sz="1950" b="1">
                <a:solidFill>
                  <a:srgbClr val="3DE8FF"/>
                </a:solidFill>
                <a:latin typeface="Arial"/>
                <a:ea typeface="Arial"/>
                <a:cs typeface="Arial"/>
              </a:defRPr>
            </a:lvl9pPr>
          </a:lstStyle>
          <a:p>
            <a:pPr algn="l">
              <a:lnSpc>
                <a:spcPct val="100000"/>
              </a:lnSpc>
              <a:buNone/>
              <a:defRPr sz="1950" b="1">
                <a:solidFill>
                  <a:srgbClr val="3DE8FF"/>
                </a:solidFill>
                <a:latin typeface="Arial"/>
                <a:ea typeface="Arial"/>
                <a:cs typeface="Arial"/>
              </a:defRPr>
            </a:pPr>
            <a:r>
              <a:rPr sz="1950" b="1">
                <a:solidFill>
                  <a:srgbClr val="3DE8FF"/>
                </a:solidFill>
                <a:latin typeface="Arial"/>
                <a:ea typeface="Arial"/>
                <a:cs typeface="Arial"/>
              </a:rPr>
              <a:t>01</a:t>
            </a:r>
          </a:p>
        </p:txBody>
      </p:sp>
      <p:sp>
        <p:nvSpPr>
          <p:cNvPr id="10" name="risk-title-0">
            <a:extLst>
              <a:ext uri="{FF2B5EF4-FFF2-40B4-BE49-F238E27FC236}">
                <a16:creationId xmlns:a16="http://schemas.microsoft.com/office/drawing/2014/main" id="{A99C5A5D-A4AA-4346-93F4-3EC27156C997}"/>
              </a:ext>
            </a:extLst>
          </p:cNvPr>
          <p:cNvSpPr>
            <a:spLocks noGrp="1"/>
          </p:cNvSpPr>
          <p:nvPr/>
        </p:nvSpPr>
        <p:spPr>
          <a:xfrm>
            <a:off x="914400" y="2686050"/>
            <a:ext cx="2038350" cy="32385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Evidence</a:t>
            </a:r>
          </a:p>
        </p:txBody>
      </p:sp>
      <p:sp>
        <p:nvSpPr>
          <p:cNvPr id="11" name="risk-body-0">
            <a:extLst>
              <a:ext uri="{FF2B5EF4-FFF2-40B4-BE49-F238E27FC236}">
                <a16:creationId xmlns:a16="http://schemas.microsoft.com/office/drawing/2014/main" id="{06CC30D6-B7BF-4998-8CBB-9BBDBDDF7487}"/>
              </a:ext>
            </a:extLst>
          </p:cNvPr>
          <p:cNvSpPr>
            <a:spLocks noGrp="1"/>
          </p:cNvSpPr>
          <p:nvPr/>
        </p:nvSpPr>
        <p:spPr>
          <a:xfrm>
            <a:off x="914400" y="3105150"/>
            <a:ext cx="2038350" cy="647700"/>
          </a:xfrm>
          <a:prstGeom prst="rect">
            <a:avLst/>
          </a:prstGeom>
          <a:noFill/>
          <a:ln w="0">
            <a:noFill/>
            <a:prstDash val="solid"/>
          </a:ln>
        </p:spPr>
        <p:txBody>
          <a:bodyPr wrap="square" lIns="0" tIns="0" rIns="0" bIns="0" anchor="t">
            <a:normAutofit/>
          </a:bodyPr>
          <a:lstStyle>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Collect source observations and coverage status.</a:t>
            </a:r>
          </a:p>
        </p:txBody>
      </p:sp>
      <p:sp>
        <p:nvSpPr>
          <p:cNvPr id="12" name="risk-step-1">
            <a:extLst>
              <a:ext uri="{FF2B5EF4-FFF2-40B4-BE49-F238E27FC236}">
                <a16:creationId xmlns:a16="http://schemas.microsoft.com/office/drawing/2014/main" id="{D08A493B-1928-47F2-843C-9A8CB30A9BC8}"/>
              </a:ext>
            </a:extLst>
          </p:cNvPr>
          <p:cNvSpPr>
            <a:spLocks noGrp="1"/>
          </p:cNvSpPr>
          <p:nvPr/>
        </p:nvSpPr>
        <p:spPr>
          <a:xfrm>
            <a:off x="3448050" y="2076450"/>
            <a:ext cx="2419350" cy="1828800"/>
          </a:xfrm>
          <a:prstGeom prst="roundRect">
            <a:avLst>
              <a:gd name="adj" fmla="val 7292"/>
            </a:avLst>
          </a:prstGeom>
          <a:solidFill>
            <a:srgbClr val="14141C"/>
          </a:solidFill>
          <a:ln w="14288">
            <a:solidFill>
              <a:srgbClr val="8B7CF6"/>
            </a:solidFill>
            <a:prstDash val="solid"/>
          </a:ln>
        </p:spPr>
        <p:txBody>
          <a:bodyPr/>
          <a:lstStyle/>
          <a:p>
            <a:endParaRPr lang="en-IN"/>
          </a:p>
        </p:txBody>
      </p:sp>
      <p:sp>
        <p:nvSpPr>
          <p:cNvPr id="13" name="risk-num-1">
            <a:extLst>
              <a:ext uri="{FF2B5EF4-FFF2-40B4-BE49-F238E27FC236}">
                <a16:creationId xmlns:a16="http://schemas.microsoft.com/office/drawing/2014/main" id="{784670FD-11B5-4F1E-96CE-0A3B055BD9E1}"/>
              </a:ext>
            </a:extLst>
          </p:cNvPr>
          <p:cNvSpPr>
            <a:spLocks noGrp="1"/>
          </p:cNvSpPr>
          <p:nvPr/>
        </p:nvSpPr>
        <p:spPr>
          <a:xfrm>
            <a:off x="3638550" y="2238375"/>
            <a:ext cx="2038350" cy="361950"/>
          </a:xfrm>
          <a:prstGeom prst="rect">
            <a:avLst/>
          </a:prstGeom>
          <a:noFill/>
          <a:ln w="0">
            <a:noFill/>
            <a:prstDash val="solid"/>
          </a:ln>
        </p:spPr>
        <p:txBody>
          <a:bodyPr wrap="square" lIns="0" tIns="0" rIns="0" bIns="0" anchor="ctr">
            <a:normAutofit/>
          </a:bodyPr>
          <a:lstStyle>
            <a:defPPr algn="l">
              <a:defRPr sz="1950" b="1">
                <a:solidFill>
                  <a:srgbClr val="8B7CF6"/>
                </a:solidFill>
                <a:latin typeface="Arial"/>
                <a:ea typeface="Arial"/>
                <a:cs typeface="Arial"/>
              </a:defRPr>
            </a:defPPr>
            <a:lvl1pPr algn="l">
              <a:defRPr sz="1950" b="1">
                <a:solidFill>
                  <a:srgbClr val="8B7CF6"/>
                </a:solidFill>
                <a:latin typeface="Arial"/>
                <a:ea typeface="Arial"/>
                <a:cs typeface="Arial"/>
              </a:defRPr>
            </a:lvl1pPr>
            <a:lvl2pPr algn="l">
              <a:defRPr sz="1950" b="1">
                <a:solidFill>
                  <a:srgbClr val="8B7CF6"/>
                </a:solidFill>
                <a:latin typeface="Arial"/>
                <a:ea typeface="Arial"/>
                <a:cs typeface="Arial"/>
              </a:defRPr>
            </a:lvl2pPr>
            <a:lvl3pPr algn="l">
              <a:defRPr sz="1950" b="1">
                <a:solidFill>
                  <a:srgbClr val="8B7CF6"/>
                </a:solidFill>
                <a:latin typeface="Arial"/>
                <a:ea typeface="Arial"/>
                <a:cs typeface="Arial"/>
              </a:defRPr>
            </a:lvl3pPr>
            <a:lvl4pPr algn="l">
              <a:defRPr sz="1950" b="1">
                <a:solidFill>
                  <a:srgbClr val="8B7CF6"/>
                </a:solidFill>
                <a:latin typeface="Arial"/>
                <a:ea typeface="Arial"/>
                <a:cs typeface="Arial"/>
              </a:defRPr>
            </a:lvl4pPr>
            <a:lvl5pPr algn="l">
              <a:defRPr sz="1950" b="1">
                <a:solidFill>
                  <a:srgbClr val="8B7CF6"/>
                </a:solidFill>
                <a:latin typeface="Arial"/>
                <a:ea typeface="Arial"/>
                <a:cs typeface="Arial"/>
              </a:defRPr>
            </a:lvl5pPr>
            <a:lvl6pPr algn="l">
              <a:defRPr sz="1950" b="1">
                <a:solidFill>
                  <a:srgbClr val="8B7CF6"/>
                </a:solidFill>
                <a:latin typeface="Arial"/>
                <a:ea typeface="Arial"/>
                <a:cs typeface="Arial"/>
              </a:defRPr>
            </a:lvl6pPr>
            <a:lvl7pPr algn="l">
              <a:defRPr sz="1950" b="1">
                <a:solidFill>
                  <a:srgbClr val="8B7CF6"/>
                </a:solidFill>
                <a:latin typeface="Arial"/>
                <a:ea typeface="Arial"/>
                <a:cs typeface="Arial"/>
              </a:defRPr>
            </a:lvl7pPr>
            <a:lvl8pPr algn="l">
              <a:defRPr sz="1950" b="1">
                <a:solidFill>
                  <a:srgbClr val="8B7CF6"/>
                </a:solidFill>
                <a:latin typeface="Arial"/>
                <a:ea typeface="Arial"/>
                <a:cs typeface="Arial"/>
              </a:defRPr>
            </a:lvl8pPr>
            <a:lvl9pPr algn="l">
              <a:defRPr sz="1950" b="1">
                <a:solidFill>
                  <a:srgbClr val="8B7CF6"/>
                </a:solidFill>
                <a:latin typeface="Arial"/>
                <a:ea typeface="Arial"/>
                <a:cs typeface="Arial"/>
              </a:defRPr>
            </a:lvl9pPr>
          </a:lstStyle>
          <a:p>
            <a:pPr algn="l">
              <a:lnSpc>
                <a:spcPct val="100000"/>
              </a:lnSpc>
              <a:buNone/>
              <a:defRPr sz="1950" b="1">
                <a:solidFill>
                  <a:srgbClr val="8B7CF6"/>
                </a:solidFill>
                <a:latin typeface="Arial"/>
                <a:ea typeface="Arial"/>
                <a:cs typeface="Arial"/>
              </a:defRPr>
            </a:pPr>
            <a:r>
              <a:rPr sz="1950" b="1">
                <a:solidFill>
                  <a:srgbClr val="8B7CF6"/>
                </a:solidFill>
                <a:latin typeface="Arial"/>
                <a:ea typeface="Arial"/>
                <a:cs typeface="Arial"/>
              </a:rPr>
              <a:t>02</a:t>
            </a:r>
          </a:p>
        </p:txBody>
      </p:sp>
      <p:sp>
        <p:nvSpPr>
          <p:cNvPr id="14" name="risk-title-1">
            <a:extLst>
              <a:ext uri="{FF2B5EF4-FFF2-40B4-BE49-F238E27FC236}">
                <a16:creationId xmlns:a16="http://schemas.microsoft.com/office/drawing/2014/main" id="{BB38A837-4A0B-48D6-B8E4-C7C3B9719C30}"/>
              </a:ext>
            </a:extLst>
          </p:cNvPr>
          <p:cNvSpPr>
            <a:spLocks noGrp="1"/>
          </p:cNvSpPr>
          <p:nvPr/>
        </p:nvSpPr>
        <p:spPr>
          <a:xfrm>
            <a:off x="3638550" y="2686050"/>
            <a:ext cx="2038350" cy="32385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Candidate</a:t>
            </a:r>
          </a:p>
        </p:txBody>
      </p:sp>
      <p:sp>
        <p:nvSpPr>
          <p:cNvPr id="15" name="risk-body-1">
            <a:extLst>
              <a:ext uri="{FF2B5EF4-FFF2-40B4-BE49-F238E27FC236}">
                <a16:creationId xmlns:a16="http://schemas.microsoft.com/office/drawing/2014/main" id="{EBB82B4C-79B3-42FB-85CD-3B43425FB725}"/>
              </a:ext>
            </a:extLst>
          </p:cNvPr>
          <p:cNvSpPr>
            <a:spLocks noGrp="1"/>
          </p:cNvSpPr>
          <p:nvPr/>
        </p:nvSpPr>
        <p:spPr>
          <a:xfrm>
            <a:off x="3638550" y="3105150"/>
            <a:ext cx="2038350" cy="647700"/>
          </a:xfrm>
          <a:prstGeom prst="rect">
            <a:avLst/>
          </a:prstGeom>
          <a:noFill/>
          <a:ln w="0">
            <a:noFill/>
            <a:prstDash val="solid"/>
          </a:ln>
        </p:spPr>
        <p:txBody>
          <a:bodyPr wrap="square" lIns="0" tIns="0" rIns="0" bIns="0" anchor="t">
            <a:normAutofit/>
          </a:bodyPr>
          <a:lstStyle>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Create finding candidates with provider details.</a:t>
            </a:r>
          </a:p>
        </p:txBody>
      </p:sp>
      <p:sp>
        <p:nvSpPr>
          <p:cNvPr id="16" name="risk-step-2">
            <a:extLst>
              <a:ext uri="{FF2B5EF4-FFF2-40B4-BE49-F238E27FC236}">
                <a16:creationId xmlns:a16="http://schemas.microsoft.com/office/drawing/2014/main" id="{C0F19380-59EF-4D22-8C55-44FCD1408F24}"/>
              </a:ext>
            </a:extLst>
          </p:cNvPr>
          <p:cNvSpPr>
            <a:spLocks noGrp="1"/>
          </p:cNvSpPr>
          <p:nvPr/>
        </p:nvSpPr>
        <p:spPr>
          <a:xfrm>
            <a:off x="6172200" y="2076450"/>
            <a:ext cx="2419350" cy="1828800"/>
          </a:xfrm>
          <a:prstGeom prst="roundRect">
            <a:avLst>
              <a:gd name="adj" fmla="val 7292"/>
            </a:avLst>
          </a:prstGeom>
          <a:solidFill>
            <a:srgbClr val="14141C"/>
          </a:solidFill>
          <a:ln w="14288">
            <a:solidFill>
              <a:srgbClr val="3DE8FF"/>
            </a:solidFill>
            <a:prstDash val="solid"/>
          </a:ln>
        </p:spPr>
        <p:txBody>
          <a:bodyPr/>
          <a:lstStyle/>
          <a:p>
            <a:endParaRPr lang="en-IN"/>
          </a:p>
        </p:txBody>
      </p:sp>
      <p:sp>
        <p:nvSpPr>
          <p:cNvPr id="17" name="risk-num-2">
            <a:extLst>
              <a:ext uri="{FF2B5EF4-FFF2-40B4-BE49-F238E27FC236}">
                <a16:creationId xmlns:a16="http://schemas.microsoft.com/office/drawing/2014/main" id="{A1127EF6-6AF9-4A12-98DF-E34FD8801384}"/>
              </a:ext>
            </a:extLst>
          </p:cNvPr>
          <p:cNvSpPr>
            <a:spLocks noGrp="1"/>
          </p:cNvSpPr>
          <p:nvPr/>
        </p:nvSpPr>
        <p:spPr>
          <a:xfrm>
            <a:off x="6362700" y="2238375"/>
            <a:ext cx="2038350" cy="361950"/>
          </a:xfrm>
          <a:prstGeom prst="rect">
            <a:avLst/>
          </a:prstGeom>
          <a:noFill/>
          <a:ln w="0">
            <a:noFill/>
            <a:prstDash val="solid"/>
          </a:ln>
        </p:spPr>
        <p:txBody>
          <a:bodyPr wrap="square" lIns="0" tIns="0" rIns="0" bIns="0" anchor="ctr">
            <a:normAutofit/>
          </a:bodyPr>
          <a:lstStyle>
            <a:defPPr algn="l">
              <a:defRPr sz="1950" b="1">
                <a:solidFill>
                  <a:srgbClr val="3DE8FF"/>
                </a:solidFill>
                <a:latin typeface="Arial"/>
                <a:ea typeface="Arial"/>
                <a:cs typeface="Arial"/>
              </a:defRPr>
            </a:defPPr>
            <a:lvl1pPr algn="l">
              <a:defRPr sz="1950" b="1">
                <a:solidFill>
                  <a:srgbClr val="3DE8FF"/>
                </a:solidFill>
                <a:latin typeface="Arial"/>
                <a:ea typeface="Arial"/>
                <a:cs typeface="Arial"/>
              </a:defRPr>
            </a:lvl1pPr>
            <a:lvl2pPr algn="l">
              <a:defRPr sz="1950" b="1">
                <a:solidFill>
                  <a:srgbClr val="3DE8FF"/>
                </a:solidFill>
                <a:latin typeface="Arial"/>
                <a:ea typeface="Arial"/>
                <a:cs typeface="Arial"/>
              </a:defRPr>
            </a:lvl2pPr>
            <a:lvl3pPr algn="l">
              <a:defRPr sz="1950" b="1">
                <a:solidFill>
                  <a:srgbClr val="3DE8FF"/>
                </a:solidFill>
                <a:latin typeface="Arial"/>
                <a:ea typeface="Arial"/>
                <a:cs typeface="Arial"/>
              </a:defRPr>
            </a:lvl3pPr>
            <a:lvl4pPr algn="l">
              <a:defRPr sz="1950" b="1">
                <a:solidFill>
                  <a:srgbClr val="3DE8FF"/>
                </a:solidFill>
                <a:latin typeface="Arial"/>
                <a:ea typeface="Arial"/>
                <a:cs typeface="Arial"/>
              </a:defRPr>
            </a:lvl4pPr>
            <a:lvl5pPr algn="l">
              <a:defRPr sz="1950" b="1">
                <a:solidFill>
                  <a:srgbClr val="3DE8FF"/>
                </a:solidFill>
                <a:latin typeface="Arial"/>
                <a:ea typeface="Arial"/>
                <a:cs typeface="Arial"/>
              </a:defRPr>
            </a:lvl5pPr>
            <a:lvl6pPr algn="l">
              <a:defRPr sz="1950" b="1">
                <a:solidFill>
                  <a:srgbClr val="3DE8FF"/>
                </a:solidFill>
                <a:latin typeface="Arial"/>
                <a:ea typeface="Arial"/>
                <a:cs typeface="Arial"/>
              </a:defRPr>
            </a:lvl6pPr>
            <a:lvl7pPr algn="l">
              <a:defRPr sz="1950" b="1">
                <a:solidFill>
                  <a:srgbClr val="3DE8FF"/>
                </a:solidFill>
                <a:latin typeface="Arial"/>
                <a:ea typeface="Arial"/>
                <a:cs typeface="Arial"/>
              </a:defRPr>
            </a:lvl7pPr>
            <a:lvl8pPr algn="l">
              <a:defRPr sz="1950" b="1">
                <a:solidFill>
                  <a:srgbClr val="3DE8FF"/>
                </a:solidFill>
                <a:latin typeface="Arial"/>
                <a:ea typeface="Arial"/>
                <a:cs typeface="Arial"/>
              </a:defRPr>
            </a:lvl8pPr>
            <a:lvl9pPr algn="l">
              <a:defRPr sz="1950" b="1">
                <a:solidFill>
                  <a:srgbClr val="3DE8FF"/>
                </a:solidFill>
                <a:latin typeface="Arial"/>
                <a:ea typeface="Arial"/>
                <a:cs typeface="Arial"/>
              </a:defRPr>
            </a:lvl9pPr>
          </a:lstStyle>
          <a:p>
            <a:pPr algn="l">
              <a:lnSpc>
                <a:spcPct val="100000"/>
              </a:lnSpc>
              <a:buNone/>
              <a:defRPr sz="1950" b="1">
                <a:solidFill>
                  <a:srgbClr val="3DE8FF"/>
                </a:solidFill>
                <a:latin typeface="Arial"/>
                <a:ea typeface="Arial"/>
                <a:cs typeface="Arial"/>
              </a:defRPr>
            </a:pPr>
            <a:r>
              <a:rPr sz="1950" b="1">
                <a:solidFill>
                  <a:srgbClr val="3DE8FF"/>
                </a:solidFill>
                <a:latin typeface="Arial"/>
                <a:ea typeface="Arial"/>
                <a:cs typeface="Arial"/>
              </a:rPr>
              <a:t>03</a:t>
            </a:r>
          </a:p>
        </p:txBody>
      </p:sp>
      <p:sp>
        <p:nvSpPr>
          <p:cNvPr id="18" name="risk-title-2">
            <a:extLst>
              <a:ext uri="{FF2B5EF4-FFF2-40B4-BE49-F238E27FC236}">
                <a16:creationId xmlns:a16="http://schemas.microsoft.com/office/drawing/2014/main" id="{762C81AB-F7E2-48A7-BC99-C98BD4208375}"/>
              </a:ext>
            </a:extLst>
          </p:cNvPr>
          <p:cNvSpPr>
            <a:spLocks noGrp="1"/>
          </p:cNvSpPr>
          <p:nvPr/>
        </p:nvSpPr>
        <p:spPr>
          <a:xfrm>
            <a:off x="6362700" y="2686050"/>
            <a:ext cx="2038350" cy="32385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Applicability</a:t>
            </a:r>
          </a:p>
        </p:txBody>
      </p:sp>
      <p:sp>
        <p:nvSpPr>
          <p:cNvPr id="19" name="risk-body-2">
            <a:extLst>
              <a:ext uri="{FF2B5EF4-FFF2-40B4-BE49-F238E27FC236}">
                <a16:creationId xmlns:a16="http://schemas.microsoft.com/office/drawing/2014/main" id="{2C894FA2-392C-4053-8D09-4116E990B9B0}"/>
              </a:ext>
            </a:extLst>
          </p:cNvPr>
          <p:cNvSpPr>
            <a:spLocks noGrp="1"/>
          </p:cNvSpPr>
          <p:nvPr/>
        </p:nvSpPr>
        <p:spPr>
          <a:xfrm>
            <a:off x="6362700" y="3105150"/>
            <a:ext cx="2038350" cy="647700"/>
          </a:xfrm>
          <a:prstGeom prst="rect">
            <a:avLst/>
          </a:prstGeom>
          <a:noFill/>
          <a:ln w="0">
            <a:noFill/>
            <a:prstDash val="solid"/>
          </a:ln>
        </p:spPr>
        <p:txBody>
          <a:bodyPr wrap="square" lIns="0" tIns="0" rIns="0" bIns="0" anchor="t">
            <a:normAutofit/>
          </a:bodyPr>
          <a:lstStyle>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Analyst checks whether the finding matches the asset.</a:t>
            </a:r>
          </a:p>
        </p:txBody>
      </p:sp>
      <p:sp>
        <p:nvSpPr>
          <p:cNvPr id="20" name="risk-step-3">
            <a:extLst>
              <a:ext uri="{FF2B5EF4-FFF2-40B4-BE49-F238E27FC236}">
                <a16:creationId xmlns:a16="http://schemas.microsoft.com/office/drawing/2014/main" id="{7DDCE354-E72C-4963-A547-97116EEF1739}"/>
              </a:ext>
            </a:extLst>
          </p:cNvPr>
          <p:cNvSpPr>
            <a:spLocks noGrp="1"/>
          </p:cNvSpPr>
          <p:nvPr/>
        </p:nvSpPr>
        <p:spPr>
          <a:xfrm>
            <a:off x="8896350" y="2076450"/>
            <a:ext cx="2419350" cy="1828800"/>
          </a:xfrm>
          <a:prstGeom prst="roundRect">
            <a:avLst>
              <a:gd name="adj" fmla="val 7292"/>
            </a:avLst>
          </a:prstGeom>
          <a:solidFill>
            <a:srgbClr val="14141C"/>
          </a:solidFill>
          <a:ln w="14288">
            <a:solidFill>
              <a:srgbClr val="8B7CF6"/>
            </a:solidFill>
            <a:prstDash val="solid"/>
          </a:ln>
        </p:spPr>
        <p:txBody>
          <a:bodyPr/>
          <a:lstStyle/>
          <a:p>
            <a:endParaRPr lang="en-IN"/>
          </a:p>
        </p:txBody>
      </p:sp>
      <p:sp>
        <p:nvSpPr>
          <p:cNvPr id="21" name="risk-num-3">
            <a:extLst>
              <a:ext uri="{FF2B5EF4-FFF2-40B4-BE49-F238E27FC236}">
                <a16:creationId xmlns:a16="http://schemas.microsoft.com/office/drawing/2014/main" id="{88B6C051-6B36-4B82-AA8A-35E7AB857259}"/>
              </a:ext>
            </a:extLst>
          </p:cNvPr>
          <p:cNvSpPr>
            <a:spLocks noGrp="1"/>
          </p:cNvSpPr>
          <p:nvPr/>
        </p:nvSpPr>
        <p:spPr>
          <a:xfrm>
            <a:off x="9086850" y="2238375"/>
            <a:ext cx="2038350" cy="361950"/>
          </a:xfrm>
          <a:prstGeom prst="rect">
            <a:avLst/>
          </a:prstGeom>
          <a:noFill/>
          <a:ln w="0">
            <a:noFill/>
            <a:prstDash val="solid"/>
          </a:ln>
        </p:spPr>
        <p:txBody>
          <a:bodyPr wrap="square" lIns="0" tIns="0" rIns="0" bIns="0" anchor="ctr">
            <a:normAutofit/>
          </a:bodyPr>
          <a:lstStyle>
            <a:defPPr algn="l">
              <a:defRPr sz="1950" b="1">
                <a:solidFill>
                  <a:srgbClr val="8B7CF6"/>
                </a:solidFill>
                <a:latin typeface="Arial"/>
                <a:ea typeface="Arial"/>
                <a:cs typeface="Arial"/>
              </a:defRPr>
            </a:defPPr>
            <a:lvl1pPr algn="l">
              <a:defRPr sz="1950" b="1">
                <a:solidFill>
                  <a:srgbClr val="8B7CF6"/>
                </a:solidFill>
                <a:latin typeface="Arial"/>
                <a:ea typeface="Arial"/>
                <a:cs typeface="Arial"/>
              </a:defRPr>
            </a:lvl1pPr>
            <a:lvl2pPr algn="l">
              <a:defRPr sz="1950" b="1">
                <a:solidFill>
                  <a:srgbClr val="8B7CF6"/>
                </a:solidFill>
                <a:latin typeface="Arial"/>
                <a:ea typeface="Arial"/>
                <a:cs typeface="Arial"/>
              </a:defRPr>
            </a:lvl2pPr>
            <a:lvl3pPr algn="l">
              <a:defRPr sz="1950" b="1">
                <a:solidFill>
                  <a:srgbClr val="8B7CF6"/>
                </a:solidFill>
                <a:latin typeface="Arial"/>
                <a:ea typeface="Arial"/>
                <a:cs typeface="Arial"/>
              </a:defRPr>
            </a:lvl3pPr>
            <a:lvl4pPr algn="l">
              <a:defRPr sz="1950" b="1">
                <a:solidFill>
                  <a:srgbClr val="8B7CF6"/>
                </a:solidFill>
                <a:latin typeface="Arial"/>
                <a:ea typeface="Arial"/>
                <a:cs typeface="Arial"/>
              </a:defRPr>
            </a:lvl4pPr>
            <a:lvl5pPr algn="l">
              <a:defRPr sz="1950" b="1">
                <a:solidFill>
                  <a:srgbClr val="8B7CF6"/>
                </a:solidFill>
                <a:latin typeface="Arial"/>
                <a:ea typeface="Arial"/>
                <a:cs typeface="Arial"/>
              </a:defRPr>
            </a:lvl5pPr>
            <a:lvl6pPr algn="l">
              <a:defRPr sz="1950" b="1">
                <a:solidFill>
                  <a:srgbClr val="8B7CF6"/>
                </a:solidFill>
                <a:latin typeface="Arial"/>
                <a:ea typeface="Arial"/>
                <a:cs typeface="Arial"/>
              </a:defRPr>
            </a:lvl6pPr>
            <a:lvl7pPr algn="l">
              <a:defRPr sz="1950" b="1">
                <a:solidFill>
                  <a:srgbClr val="8B7CF6"/>
                </a:solidFill>
                <a:latin typeface="Arial"/>
                <a:ea typeface="Arial"/>
                <a:cs typeface="Arial"/>
              </a:defRPr>
            </a:lvl7pPr>
            <a:lvl8pPr algn="l">
              <a:defRPr sz="1950" b="1">
                <a:solidFill>
                  <a:srgbClr val="8B7CF6"/>
                </a:solidFill>
                <a:latin typeface="Arial"/>
                <a:ea typeface="Arial"/>
                <a:cs typeface="Arial"/>
              </a:defRPr>
            </a:lvl8pPr>
            <a:lvl9pPr algn="l">
              <a:defRPr sz="1950" b="1">
                <a:solidFill>
                  <a:srgbClr val="8B7CF6"/>
                </a:solidFill>
                <a:latin typeface="Arial"/>
                <a:ea typeface="Arial"/>
                <a:cs typeface="Arial"/>
              </a:defRPr>
            </a:lvl9pPr>
          </a:lstStyle>
          <a:p>
            <a:pPr algn="l">
              <a:lnSpc>
                <a:spcPct val="100000"/>
              </a:lnSpc>
              <a:buNone/>
              <a:defRPr sz="1950" b="1">
                <a:solidFill>
                  <a:srgbClr val="8B7CF6"/>
                </a:solidFill>
                <a:latin typeface="Arial"/>
                <a:ea typeface="Arial"/>
                <a:cs typeface="Arial"/>
              </a:defRPr>
            </a:pPr>
            <a:r>
              <a:rPr sz="1950" b="1">
                <a:solidFill>
                  <a:srgbClr val="8B7CF6"/>
                </a:solidFill>
                <a:latin typeface="Arial"/>
                <a:ea typeface="Arial"/>
                <a:cs typeface="Arial"/>
              </a:rPr>
              <a:t>04</a:t>
            </a:r>
          </a:p>
        </p:txBody>
      </p:sp>
      <p:sp>
        <p:nvSpPr>
          <p:cNvPr id="22" name="risk-title-3">
            <a:extLst>
              <a:ext uri="{FF2B5EF4-FFF2-40B4-BE49-F238E27FC236}">
                <a16:creationId xmlns:a16="http://schemas.microsoft.com/office/drawing/2014/main" id="{B1BE89DA-0B34-47BB-A377-29010A8EA01E}"/>
              </a:ext>
            </a:extLst>
          </p:cNvPr>
          <p:cNvSpPr>
            <a:spLocks noGrp="1"/>
          </p:cNvSpPr>
          <p:nvPr/>
        </p:nvSpPr>
        <p:spPr>
          <a:xfrm>
            <a:off x="9086850" y="2686050"/>
            <a:ext cx="2038350" cy="32385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Assessment</a:t>
            </a:r>
          </a:p>
        </p:txBody>
      </p:sp>
      <p:sp>
        <p:nvSpPr>
          <p:cNvPr id="23" name="risk-body-3">
            <a:extLst>
              <a:ext uri="{FF2B5EF4-FFF2-40B4-BE49-F238E27FC236}">
                <a16:creationId xmlns:a16="http://schemas.microsoft.com/office/drawing/2014/main" id="{8C788467-6B73-46CA-9EF2-BE57FDCB6005}"/>
              </a:ext>
            </a:extLst>
          </p:cNvPr>
          <p:cNvSpPr>
            <a:spLocks noGrp="1"/>
          </p:cNvSpPr>
          <p:nvPr/>
        </p:nvSpPr>
        <p:spPr>
          <a:xfrm>
            <a:off x="9086850" y="3105150"/>
            <a:ext cx="2038350" cy="647700"/>
          </a:xfrm>
          <a:prstGeom prst="rect">
            <a:avLst/>
          </a:prstGeom>
          <a:noFill/>
          <a:ln w="0">
            <a:noFill/>
            <a:prstDash val="solid"/>
          </a:ln>
        </p:spPr>
        <p:txBody>
          <a:bodyPr wrap="square" lIns="0" tIns="0" rIns="0" bIns="0" anchor="t">
            <a:normAutofit/>
          </a:bodyPr>
          <a:lstStyle>
            <a:defPPr algn="l">
              <a:defRPr sz="1275" b="0">
                <a:solidFill>
                  <a:srgbClr val="C9C9D4"/>
                </a:solidFill>
                <a:latin typeface="Arial"/>
                <a:ea typeface="Arial"/>
                <a:cs typeface="Arial"/>
              </a:defRPr>
            </a:defPPr>
            <a:lvl1pPr algn="l">
              <a:defRPr sz="1275" b="0">
                <a:solidFill>
                  <a:srgbClr val="C9C9D4"/>
                </a:solidFill>
                <a:latin typeface="Arial"/>
                <a:ea typeface="Arial"/>
                <a:cs typeface="Arial"/>
              </a:defRPr>
            </a:lvl1pPr>
            <a:lvl2pPr algn="l">
              <a:defRPr sz="1275" b="0">
                <a:solidFill>
                  <a:srgbClr val="C9C9D4"/>
                </a:solidFill>
                <a:latin typeface="Arial"/>
                <a:ea typeface="Arial"/>
                <a:cs typeface="Arial"/>
              </a:defRPr>
            </a:lvl2pPr>
            <a:lvl3pPr algn="l">
              <a:defRPr sz="1275" b="0">
                <a:solidFill>
                  <a:srgbClr val="C9C9D4"/>
                </a:solidFill>
                <a:latin typeface="Arial"/>
                <a:ea typeface="Arial"/>
                <a:cs typeface="Arial"/>
              </a:defRPr>
            </a:lvl3pPr>
            <a:lvl4pPr algn="l">
              <a:defRPr sz="1275" b="0">
                <a:solidFill>
                  <a:srgbClr val="C9C9D4"/>
                </a:solidFill>
                <a:latin typeface="Arial"/>
                <a:ea typeface="Arial"/>
                <a:cs typeface="Arial"/>
              </a:defRPr>
            </a:lvl4pPr>
            <a:lvl5pPr algn="l">
              <a:defRPr sz="1275" b="0">
                <a:solidFill>
                  <a:srgbClr val="C9C9D4"/>
                </a:solidFill>
                <a:latin typeface="Arial"/>
                <a:ea typeface="Arial"/>
                <a:cs typeface="Arial"/>
              </a:defRPr>
            </a:lvl5pPr>
            <a:lvl6pPr algn="l">
              <a:defRPr sz="1275" b="0">
                <a:solidFill>
                  <a:srgbClr val="C9C9D4"/>
                </a:solidFill>
                <a:latin typeface="Arial"/>
                <a:ea typeface="Arial"/>
                <a:cs typeface="Arial"/>
              </a:defRPr>
            </a:lvl6pPr>
            <a:lvl7pPr algn="l">
              <a:defRPr sz="1275" b="0">
                <a:solidFill>
                  <a:srgbClr val="C9C9D4"/>
                </a:solidFill>
                <a:latin typeface="Arial"/>
                <a:ea typeface="Arial"/>
                <a:cs typeface="Arial"/>
              </a:defRPr>
            </a:lvl7pPr>
            <a:lvl8pPr algn="l">
              <a:defRPr sz="1275" b="0">
                <a:solidFill>
                  <a:srgbClr val="C9C9D4"/>
                </a:solidFill>
                <a:latin typeface="Arial"/>
                <a:ea typeface="Arial"/>
                <a:cs typeface="Arial"/>
              </a:defRPr>
            </a:lvl8pPr>
            <a:lvl9pPr algn="l">
              <a:defRPr sz="1275" b="0">
                <a:solidFill>
                  <a:srgbClr val="C9C9D4"/>
                </a:solidFill>
                <a:latin typeface="Arial"/>
                <a:ea typeface="Arial"/>
                <a:cs typeface="Arial"/>
              </a:defRPr>
            </a:lvl9pPr>
          </a:lstStyle>
          <a:p>
            <a:pPr algn="l">
              <a:lnSpc>
                <a:spcPct val="108000"/>
              </a:lnSpc>
              <a:buNone/>
              <a:defRPr sz="1275" b="0">
                <a:solidFill>
                  <a:srgbClr val="C9C9D4"/>
                </a:solidFill>
                <a:latin typeface="Arial"/>
                <a:ea typeface="Arial"/>
                <a:cs typeface="Arial"/>
              </a:defRPr>
            </a:pPr>
            <a:r>
              <a:rPr sz="1275" b="0">
                <a:solidFill>
                  <a:srgbClr val="C9C9D4"/>
                </a:solidFill>
                <a:latin typeface="Arial"/>
                <a:ea typeface="Arial"/>
                <a:cs typeface="Arial"/>
              </a:rPr>
              <a:t>Versioned policy records a score and its contributors.</a:t>
            </a:r>
          </a:p>
        </p:txBody>
      </p:sp>
      <p:sp>
        <p:nvSpPr>
          <p:cNvPr id="24" name="risk-note-bg">
            <a:extLst>
              <a:ext uri="{FF2B5EF4-FFF2-40B4-BE49-F238E27FC236}">
                <a16:creationId xmlns:a16="http://schemas.microsoft.com/office/drawing/2014/main" id="{C05BDF31-E05D-416A-9730-0EF9C91B9875}"/>
              </a:ext>
            </a:extLst>
          </p:cNvPr>
          <p:cNvSpPr>
            <a:spLocks noGrp="1"/>
          </p:cNvSpPr>
          <p:nvPr/>
        </p:nvSpPr>
        <p:spPr>
          <a:xfrm>
            <a:off x="723900" y="4257675"/>
            <a:ext cx="10744200" cy="1504950"/>
          </a:xfrm>
          <a:prstGeom prst="roundRect">
            <a:avLst>
              <a:gd name="adj" fmla="val 7595"/>
            </a:avLst>
          </a:prstGeom>
          <a:solidFill>
            <a:srgbClr val="211E38"/>
          </a:solidFill>
          <a:ln w="9525">
            <a:solidFill>
              <a:srgbClr val="8B7CF6"/>
            </a:solidFill>
            <a:prstDash val="solid"/>
          </a:ln>
        </p:spPr>
        <p:txBody>
          <a:bodyPr/>
          <a:lstStyle/>
          <a:p>
            <a:endParaRPr lang="en-IN"/>
          </a:p>
        </p:txBody>
      </p:sp>
      <p:sp>
        <p:nvSpPr>
          <p:cNvPr id="25" name="risk-note-title">
            <a:extLst>
              <a:ext uri="{FF2B5EF4-FFF2-40B4-BE49-F238E27FC236}">
                <a16:creationId xmlns:a16="http://schemas.microsoft.com/office/drawing/2014/main" id="{8DD0EC7E-CB96-4011-B6B3-8AFC3665766E}"/>
              </a:ext>
            </a:extLst>
          </p:cNvPr>
          <p:cNvSpPr>
            <a:spLocks noGrp="1"/>
          </p:cNvSpPr>
          <p:nvPr/>
        </p:nvSpPr>
        <p:spPr>
          <a:xfrm>
            <a:off x="933450" y="4410075"/>
            <a:ext cx="10239375" cy="295275"/>
          </a:xfrm>
          <a:prstGeom prst="rect">
            <a:avLst/>
          </a:prstGeom>
          <a:noFill/>
          <a:ln w="0">
            <a:noFill/>
            <a:prstDash val="solid"/>
          </a:ln>
        </p:spPr>
        <p:txBody>
          <a:bodyPr wrap="square" lIns="0" tIns="0" rIns="0" bIns="0" anchor="ctr">
            <a:normAutofit/>
          </a:bodyPr>
          <a:lstStyle>
            <a:defPPr algn="l">
              <a:defRPr sz="1425" b="1">
                <a:solidFill>
                  <a:srgbClr val="8B7CF6"/>
                </a:solidFill>
                <a:latin typeface="Arial"/>
                <a:ea typeface="Arial"/>
                <a:cs typeface="Arial"/>
              </a:defRPr>
            </a:defPPr>
            <a:lvl1pPr algn="l">
              <a:defRPr sz="1425" b="1">
                <a:solidFill>
                  <a:srgbClr val="8B7CF6"/>
                </a:solidFill>
                <a:latin typeface="Arial"/>
                <a:ea typeface="Arial"/>
                <a:cs typeface="Arial"/>
              </a:defRPr>
            </a:lvl1pPr>
            <a:lvl2pPr algn="l">
              <a:defRPr sz="1425" b="1">
                <a:solidFill>
                  <a:srgbClr val="8B7CF6"/>
                </a:solidFill>
                <a:latin typeface="Arial"/>
                <a:ea typeface="Arial"/>
                <a:cs typeface="Arial"/>
              </a:defRPr>
            </a:lvl2pPr>
            <a:lvl3pPr algn="l">
              <a:defRPr sz="1425" b="1">
                <a:solidFill>
                  <a:srgbClr val="8B7CF6"/>
                </a:solidFill>
                <a:latin typeface="Arial"/>
                <a:ea typeface="Arial"/>
                <a:cs typeface="Arial"/>
              </a:defRPr>
            </a:lvl3pPr>
            <a:lvl4pPr algn="l">
              <a:defRPr sz="1425" b="1">
                <a:solidFill>
                  <a:srgbClr val="8B7CF6"/>
                </a:solidFill>
                <a:latin typeface="Arial"/>
                <a:ea typeface="Arial"/>
                <a:cs typeface="Arial"/>
              </a:defRPr>
            </a:lvl4pPr>
            <a:lvl5pPr algn="l">
              <a:defRPr sz="1425" b="1">
                <a:solidFill>
                  <a:srgbClr val="8B7CF6"/>
                </a:solidFill>
                <a:latin typeface="Arial"/>
                <a:ea typeface="Arial"/>
                <a:cs typeface="Arial"/>
              </a:defRPr>
            </a:lvl5pPr>
            <a:lvl6pPr algn="l">
              <a:defRPr sz="1425" b="1">
                <a:solidFill>
                  <a:srgbClr val="8B7CF6"/>
                </a:solidFill>
                <a:latin typeface="Arial"/>
                <a:ea typeface="Arial"/>
                <a:cs typeface="Arial"/>
              </a:defRPr>
            </a:lvl6pPr>
            <a:lvl7pPr algn="l">
              <a:defRPr sz="1425" b="1">
                <a:solidFill>
                  <a:srgbClr val="8B7CF6"/>
                </a:solidFill>
                <a:latin typeface="Arial"/>
                <a:ea typeface="Arial"/>
                <a:cs typeface="Arial"/>
              </a:defRPr>
            </a:lvl7pPr>
            <a:lvl8pPr algn="l">
              <a:defRPr sz="1425" b="1">
                <a:solidFill>
                  <a:srgbClr val="8B7CF6"/>
                </a:solidFill>
                <a:latin typeface="Arial"/>
                <a:ea typeface="Arial"/>
                <a:cs typeface="Arial"/>
              </a:defRPr>
            </a:lvl8pPr>
            <a:lvl9pPr algn="l">
              <a:defRPr sz="1425" b="1">
                <a:solidFill>
                  <a:srgbClr val="8B7CF6"/>
                </a:solidFill>
                <a:latin typeface="Arial"/>
                <a:ea typeface="Arial"/>
                <a:cs typeface="Arial"/>
              </a:defRPr>
            </a:lvl9pPr>
          </a:lstStyle>
          <a:p>
            <a:pPr algn="l">
              <a:lnSpc>
                <a:spcPct val="100000"/>
              </a:lnSpc>
              <a:buNone/>
              <a:defRPr sz="1425" b="1">
                <a:solidFill>
                  <a:srgbClr val="8B7CF6"/>
                </a:solidFill>
                <a:latin typeface="Arial"/>
                <a:ea typeface="Arial"/>
                <a:cs typeface="Arial"/>
              </a:defRPr>
            </a:pPr>
            <a:r>
              <a:rPr sz="1425" b="1">
                <a:solidFill>
                  <a:srgbClr val="8B7CF6"/>
                </a:solidFill>
                <a:latin typeface="Arial"/>
                <a:ea typeface="Arial"/>
                <a:cs typeface="Arial"/>
              </a:rPr>
              <a:t>How to describe the score</a:t>
            </a:r>
          </a:p>
        </p:txBody>
      </p:sp>
      <p:sp>
        <p:nvSpPr>
          <p:cNvPr id="26" name="risk-note-body">
            <a:extLst>
              <a:ext uri="{FF2B5EF4-FFF2-40B4-BE49-F238E27FC236}">
                <a16:creationId xmlns:a16="http://schemas.microsoft.com/office/drawing/2014/main" id="{00AED510-1636-4F3E-A3BE-414B037B8341}"/>
              </a:ext>
            </a:extLst>
          </p:cNvPr>
          <p:cNvSpPr>
            <a:spLocks noGrp="1"/>
          </p:cNvSpPr>
          <p:nvPr/>
        </p:nvSpPr>
        <p:spPr>
          <a:xfrm>
            <a:off x="933450" y="4791075"/>
            <a:ext cx="10239375" cy="781050"/>
          </a:xfrm>
          <a:prstGeom prst="rect">
            <a:avLst/>
          </a:prstGeom>
          <a:noFill/>
          <a:ln w="0">
            <a:noFill/>
            <a:prstDash val="solid"/>
          </a:ln>
        </p:spPr>
        <p:txBody>
          <a:bodyPr wrap="square" lIns="0" tIns="0" rIns="0" bIns="0" anchor="t">
            <a:normAutofit/>
          </a:bodyPr>
          <a:lstStyle>
            <a:defPPr algn="l">
              <a:defRPr sz="1425" b="0">
                <a:solidFill>
                  <a:srgbClr val="EDEDF2"/>
                </a:solidFill>
                <a:latin typeface="Arial"/>
                <a:ea typeface="Arial"/>
                <a:cs typeface="Arial"/>
              </a:defRPr>
            </a:defPPr>
            <a:lvl1pPr algn="l">
              <a:defRPr sz="1425" b="0">
                <a:solidFill>
                  <a:srgbClr val="EDEDF2"/>
                </a:solidFill>
                <a:latin typeface="Arial"/>
                <a:ea typeface="Arial"/>
                <a:cs typeface="Arial"/>
              </a:defRPr>
            </a:lvl1pPr>
            <a:lvl2pPr algn="l">
              <a:defRPr sz="1425" b="0">
                <a:solidFill>
                  <a:srgbClr val="EDEDF2"/>
                </a:solidFill>
                <a:latin typeface="Arial"/>
                <a:ea typeface="Arial"/>
                <a:cs typeface="Arial"/>
              </a:defRPr>
            </a:lvl2pPr>
            <a:lvl3pPr algn="l">
              <a:defRPr sz="1425" b="0">
                <a:solidFill>
                  <a:srgbClr val="EDEDF2"/>
                </a:solidFill>
                <a:latin typeface="Arial"/>
                <a:ea typeface="Arial"/>
                <a:cs typeface="Arial"/>
              </a:defRPr>
            </a:lvl3pPr>
            <a:lvl4pPr algn="l">
              <a:defRPr sz="1425" b="0">
                <a:solidFill>
                  <a:srgbClr val="EDEDF2"/>
                </a:solidFill>
                <a:latin typeface="Arial"/>
                <a:ea typeface="Arial"/>
                <a:cs typeface="Arial"/>
              </a:defRPr>
            </a:lvl4pPr>
            <a:lvl5pPr algn="l">
              <a:defRPr sz="1425" b="0">
                <a:solidFill>
                  <a:srgbClr val="EDEDF2"/>
                </a:solidFill>
                <a:latin typeface="Arial"/>
                <a:ea typeface="Arial"/>
                <a:cs typeface="Arial"/>
              </a:defRPr>
            </a:lvl5pPr>
            <a:lvl6pPr algn="l">
              <a:defRPr sz="1425" b="0">
                <a:solidFill>
                  <a:srgbClr val="EDEDF2"/>
                </a:solidFill>
                <a:latin typeface="Arial"/>
                <a:ea typeface="Arial"/>
                <a:cs typeface="Arial"/>
              </a:defRPr>
            </a:lvl6pPr>
            <a:lvl7pPr algn="l">
              <a:defRPr sz="1425" b="0">
                <a:solidFill>
                  <a:srgbClr val="EDEDF2"/>
                </a:solidFill>
                <a:latin typeface="Arial"/>
                <a:ea typeface="Arial"/>
                <a:cs typeface="Arial"/>
              </a:defRPr>
            </a:lvl7pPr>
            <a:lvl8pPr algn="l">
              <a:defRPr sz="1425" b="0">
                <a:solidFill>
                  <a:srgbClr val="EDEDF2"/>
                </a:solidFill>
                <a:latin typeface="Arial"/>
                <a:ea typeface="Arial"/>
                <a:cs typeface="Arial"/>
              </a:defRPr>
            </a:lvl8pPr>
            <a:lvl9pPr algn="l">
              <a:defRPr sz="1425" b="0">
                <a:solidFill>
                  <a:srgbClr val="EDEDF2"/>
                </a:solidFill>
                <a:latin typeface="Arial"/>
                <a:ea typeface="Arial"/>
                <a:cs typeface="Arial"/>
              </a:defRPr>
            </a:lvl9pPr>
          </a:lstStyle>
          <a:p>
            <a:pPr algn="l">
              <a:lnSpc>
                <a:spcPct val="112000"/>
              </a:lnSpc>
              <a:buNone/>
              <a:defRPr sz="1425" b="0">
                <a:solidFill>
                  <a:srgbClr val="EDEDF2"/>
                </a:solidFill>
                <a:latin typeface="Arial"/>
                <a:ea typeface="Arial"/>
                <a:cs typeface="Arial"/>
              </a:defRPr>
            </a:pPr>
            <a:r>
              <a:rPr sz="1425" b="0">
                <a:solidFill>
                  <a:srgbClr val="EDEDF2"/>
                </a:solidFill>
                <a:latin typeface="Arial"/>
                <a:ea typeface="Arial"/>
                <a:cs typeface="Arial"/>
              </a:rPr>
              <a:t>It is an academic prioritization score, not a probability of compromise or a calibrated industry metric. EPSS is shown separately and does not change the score. Missing coverage stays visible; it is never treated as zero risk.</a:t>
            </a:r>
          </a:p>
        </p:txBody>
      </p:sp>
    </p:spTree>
    <p:extLst>
      <p:ext uri="{BB962C8B-B14F-4D97-AF65-F5344CB8AC3E}">
        <p14:creationId xmlns:p14="http://schemas.microsoft.com/office/powerpoint/2010/main" val="1213747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7" name="slide-15-title">
            <a:extLst>
              <a:ext uri="{FF2B5EF4-FFF2-40B4-BE49-F238E27FC236}">
                <a16:creationId xmlns:a16="http://schemas.microsoft.com/office/drawing/2014/main" id="{E8A452F6-F3A7-41FE-B899-0D9336502BA1}"/>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Operating modes for the panel</a:t>
            </a:r>
          </a:p>
        </p:txBody>
      </p:sp>
      <p:sp>
        <p:nvSpPr>
          <p:cNvPr id="2" name="slide-15-accent-blue">
            <a:extLst>
              <a:ext uri="{FF2B5EF4-FFF2-40B4-BE49-F238E27FC236}">
                <a16:creationId xmlns:a16="http://schemas.microsoft.com/office/drawing/2014/main" id="{347B0199-6AB5-4CFB-9385-660FE0203646}"/>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15-accent-iris">
            <a:extLst>
              <a:ext uri="{FF2B5EF4-FFF2-40B4-BE49-F238E27FC236}">
                <a16:creationId xmlns:a16="http://schemas.microsoft.com/office/drawing/2014/main" id="{27C01931-E190-45E0-8A90-A20D4435FBB6}"/>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15-subtitle">
            <a:extLst>
              <a:ext uri="{FF2B5EF4-FFF2-40B4-BE49-F238E27FC236}">
                <a16:creationId xmlns:a16="http://schemas.microsoft.com/office/drawing/2014/main" id="{6EFB7AA1-145A-469A-AE30-541CC45250B1}"/>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Use the isolated offline Demo profile for a repeatable showcase.</a:t>
            </a:r>
          </a:p>
        </p:txBody>
      </p:sp>
      <p:sp>
        <p:nvSpPr>
          <p:cNvPr id="5" name="slide-15-footer-rule">
            <a:extLst>
              <a:ext uri="{FF2B5EF4-FFF2-40B4-BE49-F238E27FC236}">
                <a16:creationId xmlns:a16="http://schemas.microsoft.com/office/drawing/2014/main" id="{27BB2654-2274-4B2F-B878-D044BFBD2927}"/>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15-footer">
            <a:extLst>
              <a:ext uri="{FF2B5EF4-FFF2-40B4-BE49-F238E27FC236}">
                <a16:creationId xmlns:a16="http://schemas.microsoft.com/office/drawing/2014/main" id="{77C91258-C270-4B3E-A38F-1846FE759E27}"/>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5-page">
            <a:extLst>
              <a:ext uri="{FF2B5EF4-FFF2-40B4-BE49-F238E27FC236}">
                <a16:creationId xmlns:a16="http://schemas.microsoft.com/office/drawing/2014/main" id="{163A78FB-37B3-46A0-827D-3191B9ACDAA7}"/>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15</a:t>
            </a:r>
          </a:p>
        </p:txBody>
      </p:sp>
      <p:sp>
        <p:nvSpPr>
          <p:cNvPr id="8" name="mode-demo-label">
            <a:extLst>
              <a:ext uri="{FF2B5EF4-FFF2-40B4-BE49-F238E27FC236}">
                <a16:creationId xmlns:a16="http://schemas.microsoft.com/office/drawing/2014/main" id="{2832C8ED-B10A-4249-BE2F-AF8FD434DFFF}"/>
              </a:ext>
            </a:extLst>
          </p:cNvPr>
          <p:cNvSpPr>
            <a:spLocks noGrp="1"/>
          </p:cNvSpPr>
          <p:nvPr/>
        </p:nvSpPr>
        <p:spPr>
          <a:xfrm>
            <a:off x="781050" y="1790700"/>
            <a:ext cx="4286250" cy="438150"/>
          </a:xfrm>
          <a:prstGeom prst="rect">
            <a:avLst/>
          </a:prstGeom>
          <a:noFill/>
          <a:ln w="0">
            <a:noFill/>
            <a:prstDash val="solid"/>
          </a:ln>
        </p:spPr>
        <p:txBody>
          <a:bodyPr wrap="square" lIns="0" tIns="0" rIns="0" bIns="0" anchor="ctr">
            <a:normAutofit/>
          </a:bodyPr>
          <a:lstStyle>
            <a:defPPr algn="l">
              <a:defRPr sz="2175" b="1">
                <a:solidFill>
                  <a:srgbClr val="8B7CF6"/>
                </a:solidFill>
                <a:latin typeface="Arial"/>
                <a:ea typeface="Arial"/>
                <a:cs typeface="Arial"/>
              </a:defRPr>
            </a:defPPr>
            <a:lvl1pPr algn="l">
              <a:defRPr sz="2175" b="1">
                <a:solidFill>
                  <a:srgbClr val="8B7CF6"/>
                </a:solidFill>
                <a:latin typeface="Arial"/>
                <a:ea typeface="Arial"/>
                <a:cs typeface="Arial"/>
              </a:defRPr>
            </a:lvl1pPr>
            <a:lvl2pPr algn="l">
              <a:defRPr sz="2175" b="1">
                <a:solidFill>
                  <a:srgbClr val="8B7CF6"/>
                </a:solidFill>
                <a:latin typeface="Arial"/>
                <a:ea typeface="Arial"/>
                <a:cs typeface="Arial"/>
              </a:defRPr>
            </a:lvl2pPr>
            <a:lvl3pPr algn="l">
              <a:defRPr sz="2175" b="1">
                <a:solidFill>
                  <a:srgbClr val="8B7CF6"/>
                </a:solidFill>
                <a:latin typeface="Arial"/>
                <a:ea typeface="Arial"/>
                <a:cs typeface="Arial"/>
              </a:defRPr>
            </a:lvl3pPr>
            <a:lvl4pPr algn="l">
              <a:defRPr sz="2175" b="1">
                <a:solidFill>
                  <a:srgbClr val="8B7CF6"/>
                </a:solidFill>
                <a:latin typeface="Arial"/>
                <a:ea typeface="Arial"/>
                <a:cs typeface="Arial"/>
              </a:defRPr>
            </a:lvl4pPr>
            <a:lvl5pPr algn="l">
              <a:defRPr sz="2175" b="1">
                <a:solidFill>
                  <a:srgbClr val="8B7CF6"/>
                </a:solidFill>
                <a:latin typeface="Arial"/>
                <a:ea typeface="Arial"/>
                <a:cs typeface="Arial"/>
              </a:defRPr>
            </a:lvl5pPr>
            <a:lvl6pPr algn="l">
              <a:defRPr sz="2175" b="1">
                <a:solidFill>
                  <a:srgbClr val="8B7CF6"/>
                </a:solidFill>
                <a:latin typeface="Arial"/>
                <a:ea typeface="Arial"/>
                <a:cs typeface="Arial"/>
              </a:defRPr>
            </a:lvl6pPr>
            <a:lvl7pPr algn="l">
              <a:defRPr sz="2175" b="1">
                <a:solidFill>
                  <a:srgbClr val="8B7CF6"/>
                </a:solidFill>
                <a:latin typeface="Arial"/>
                <a:ea typeface="Arial"/>
                <a:cs typeface="Arial"/>
              </a:defRPr>
            </a:lvl7pPr>
            <a:lvl8pPr algn="l">
              <a:defRPr sz="2175" b="1">
                <a:solidFill>
                  <a:srgbClr val="8B7CF6"/>
                </a:solidFill>
                <a:latin typeface="Arial"/>
                <a:ea typeface="Arial"/>
                <a:cs typeface="Arial"/>
              </a:defRPr>
            </a:lvl8pPr>
            <a:lvl9pPr algn="l">
              <a:defRPr sz="2175" b="1">
                <a:solidFill>
                  <a:srgbClr val="8B7CF6"/>
                </a:solidFill>
                <a:latin typeface="Arial"/>
                <a:ea typeface="Arial"/>
                <a:cs typeface="Arial"/>
              </a:defRPr>
            </a:lvl9pPr>
          </a:lstStyle>
          <a:p>
            <a:pPr algn="l">
              <a:lnSpc>
                <a:spcPct val="100000"/>
              </a:lnSpc>
              <a:buNone/>
              <a:defRPr sz="2175" b="1">
                <a:solidFill>
                  <a:srgbClr val="8B7CF6"/>
                </a:solidFill>
                <a:latin typeface="Arial"/>
                <a:ea typeface="Arial"/>
                <a:cs typeface="Arial"/>
              </a:defRPr>
            </a:pPr>
            <a:r>
              <a:rPr sz="2175" b="1">
                <a:solidFill>
                  <a:srgbClr val="8B7CF6"/>
                </a:solidFill>
                <a:latin typeface="Arial"/>
                <a:ea typeface="Arial"/>
                <a:cs typeface="Arial"/>
              </a:rPr>
              <a:t>DEMO</a:t>
            </a:r>
          </a:p>
        </p:txBody>
      </p:sp>
      <p:sp>
        <p:nvSpPr>
          <p:cNvPr id="9" name="mode-live-label">
            <a:extLst>
              <a:ext uri="{FF2B5EF4-FFF2-40B4-BE49-F238E27FC236}">
                <a16:creationId xmlns:a16="http://schemas.microsoft.com/office/drawing/2014/main" id="{128580D5-92B0-4C0C-8EE4-B24B30812F29}"/>
              </a:ext>
            </a:extLst>
          </p:cNvPr>
          <p:cNvSpPr>
            <a:spLocks noGrp="1"/>
          </p:cNvSpPr>
          <p:nvPr/>
        </p:nvSpPr>
        <p:spPr>
          <a:xfrm>
            <a:off x="6419850" y="1790700"/>
            <a:ext cx="4286250" cy="438150"/>
          </a:xfrm>
          <a:prstGeom prst="rect">
            <a:avLst/>
          </a:prstGeom>
          <a:noFill/>
          <a:ln w="0">
            <a:noFill/>
            <a:prstDash val="solid"/>
          </a:ln>
        </p:spPr>
        <p:txBody>
          <a:bodyPr wrap="square" lIns="0" tIns="0" rIns="0" bIns="0" anchor="ctr">
            <a:normAutofit/>
          </a:bodyPr>
          <a:lstStyle>
            <a:defPPr algn="l">
              <a:defRPr sz="2175" b="1">
                <a:solidFill>
                  <a:srgbClr val="3DE8FF"/>
                </a:solidFill>
                <a:latin typeface="Arial"/>
                <a:ea typeface="Arial"/>
                <a:cs typeface="Arial"/>
              </a:defRPr>
            </a:defPPr>
            <a:lvl1pPr algn="l">
              <a:defRPr sz="2175" b="1">
                <a:solidFill>
                  <a:srgbClr val="3DE8FF"/>
                </a:solidFill>
                <a:latin typeface="Arial"/>
                <a:ea typeface="Arial"/>
                <a:cs typeface="Arial"/>
              </a:defRPr>
            </a:lvl1pPr>
            <a:lvl2pPr algn="l">
              <a:defRPr sz="2175" b="1">
                <a:solidFill>
                  <a:srgbClr val="3DE8FF"/>
                </a:solidFill>
                <a:latin typeface="Arial"/>
                <a:ea typeface="Arial"/>
                <a:cs typeface="Arial"/>
              </a:defRPr>
            </a:lvl2pPr>
            <a:lvl3pPr algn="l">
              <a:defRPr sz="2175" b="1">
                <a:solidFill>
                  <a:srgbClr val="3DE8FF"/>
                </a:solidFill>
                <a:latin typeface="Arial"/>
                <a:ea typeface="Arial"/>
                <a:cs typeface="Arial"/>
              </a:defRPr>
            </a:lvl3pPr>
            <a:lvl4pPr algn="l">
              <a:defRPr sz="2175" b="1">
                <a:solidFill>
                  <a:srgbClr val="3DE8FF"/>
                </a:solidFill>
                <a:latin typeface="Arial"/>
                <a:ea typeface="Arial"/>
                <a:cs typeface="Arial"/>
              </a:defRPr>
            </a:lvl4pPr>
            <a:lvl5pPr algn="l">
              <a:defRPr sz="2175" b="1">
                <a:solidFill>
                  <a:srgbClr val="3DE8FF"/>
                </a:solidFill>
                <a:latin typeface="Arial"/>
                <a:ea typeface="Arial"/>
                <a:cs typeface="Arial"/>
              </a:defRPr>
            </a:lvl5pPr>
            <a:lvl6pPr algn="l">
              <a:defRPr sz="2175" b="1">
                <a:solidFill>
                  <a:srgbClr val="3DE8FF"/>
                </a:solidFill>
                <a:latin typeface="Arial"/>
                <a:ea typeface="Arial"/>
                <a:cs typeface="Arial"/>
              </a:defRPr>
            </a:lvl6pPr>
            <a:lvl7pPr algn="l">
              <a:defRPr sz="2175" b="1">
                <a:solidFill>
                  <a:srgbClr val="3DE8FF"/>
                </a:solidFill>
                <a:latin typeface="Arial"/>
                <a:ea typeface="Arial"/>
                <a:cs typeface="Arial"/>
              </a:defRPr>
            </a:lvl7pPr>
            <a:lvl8pPr algn="l">
              <a:defRPr sz="2175" b="1">
                <a:solidFill>
                  <a:srgbClr val="3DE8FF"/>
                </a:solidFill>
                <a:latin typeface="Arial"/>
                <a:ea typeface="Arial"/>
                <a:cs typeface="Arial"/>
              </a:defRPr>
            </a:lvl8pPr>
            <a:lvl9pPr algn="l">
              <a:defRPr sz="2175" b="1">
                <a:solidFill>
                  <a:srgbClr val="3DE8FF"/>
                </a:solidFill>
                <a:latin typeface="Arial"/>
                <a:ea typeface="Arial"/>
                <a:cs typeface="Arial"/>
              </a:defRPr>
            </a:lvl9pPr>
          </a:lstStyle>
          <a:p>
            <a:pPr algn="l">
              <a:lnSpc>
                <a:spcPct val="100000"/>
              </a:lnSpc>
              <a:buNone/>
              <a:defRPr sz="2175" b="1">
                <a:solidFill>
                  <a:srgbClr val="3DE8FF"/>
                </a:solidFill>
                <a:latin typeface="Arial"/>
                <a:ea typeface="Arial"/>
                <a:cs typeface="Arial"/>
              </a:defRPr>
            </a:pPr>
            <a:r>
              <a:rPr sz="2175" b="1">
                <a:solidFill>
                  <a:srgbClr val="3DE8FF"/>
                </a:solidFill>
                <a:latin typeface="Arial"/>
                <a:ea typeface="Arial"/>
                <a:cs typeface="Arial"/>
              </a:rPr>
              <a:t>LIVE</a:t>
            </a:r>
          </a:p>
        </p:txBody>
      </p:sp>
      <p:sp>
        <p:nvSpPr>
          <p:cNvPr id="10" name="mode-divider">
            <a:extLst>
              <a:ext uri="{FF2B5EF4-FFF2-40B4-BE49-F238E27FC236}">
                <a16:creationId xmlns:a16="http://schemas.microsoft.com/office/drawing/2014/main" id="{19C770A6-7914-44DA-962E-043ED0E05504}"/>
              </a:ext>
            </a:extLst>
          </p:cNvPr>
          <p:cNvSpPr>
            <a:spLocks noGrp="1"/>
          </p:cNvSpPr>
          <p:nvPr/>
        </p:nvSpPr>
        <p:spPr>
          <a:xfrm>
            <a:off x="6000750" y="1828800"/>
            <a:ext cx="9525" cy="2476500"/>
          </a:xfrm>
          <a:prstGeom prst="rect">
            <a:avLst/>
          </a:prstGeom>
          <a:solidFill>
            <a:srgbClr val="2A2A38"/>
          </a:solidFill>
          <a:ln w="0">
            <a:noFill/>
            <a:prstDash val="solid"/>
          </a:ln>
        </p:spPr>
        <p:txBody>
          <a:bodyPr/>
          <a:lstStyle/>
          <a:p>
            <a:endParaRPr lang="en-IN"/>
          </a:p>
        </p:txBody>
      </p:sp>
      <p:sp>
        <p:nvSpPr>
          <p:cNvPr id="11" name="demo-bullet-0">
            <a:extLst>
              <a:ext uri="{FF2B5EF4-FFF2-40B4-BE49-F238E27FC236}">
                <a16:creationId xmlns:a16="http://schemas.microsoft.com/office/drawing/2014/main" id="{9AD17053-FDC7-48DB-AB91-936BC5CB54DA}"/>
              </a:ext>
            </a:extLst>
          </p:cNvPr>
          <p:cNvSpPr>
            <a:spLocks noGrp="1"/>
          </p:cNvSpPr>
          <p:nvPr/>
        </p:nvSpPr>
        <p:spPr>
          <a:xfrm>
            <a:off x="819150" y="2352675"/>
            <a:ext cx="228600" cy="342900"/>
          </a:xfrm>
          <a:prstGeom prst="rect">
            <a:avLst/>
          </a:prstGeom>
          <a:noFill/>
          <a:ln w="0">
            <a:noFill/>
            <a:prstDash val="solid"/>
          </a:ln>
        </p:spPr>
        <p:txBody>
          <a:bodyPr wrap="square" lIns="0" tIns="0" rIns="0" bIns="0" anchor="ctr">
            <a:normAutofit/>
          </a:bodyPr>
          <a:lstStyle>
            <a:defPPr algn="l">
              <a:defRPr sz="1800" b="1">
                <a:solidFill>
                  <a:srgbClr val="8B7CF6"/>
                </a:solidFill>
                <a:latin typeface="Arial"/>
                <a:ea typeface="Arial"/>
                <a:cs typeface="Arial"/>
              </a:defRPr>
            </a:defPPr>
            <a:lvl1pPr algn="l">
              <a:defRPr sz="1800" b="1">
                <a:solidFill>
                  <a:srgbClr val="8B7CF6"/>
                </a:solidFill>
                <a:latin typeface="Arial"/>
                <a:ea typeface="Arial"/>
                <a:cs typeface="Arial"/>
              </a:defRPr>
            </a:lvl1pPr>
            <a:lvl2pPr algn="l">
              <a:defRPr sz="1800" b="1">
                <a:solidFill>
                  <a:srgbClr val="8B7CF6"/>
                </a:solidFill>
                <a:latin typeface="Arial"/>
                <a:ea typeface="Arial"/>
                <a:cs typeface="Arial"/>
              </a:defRPr>
            </a:lvl2pPr>
            <a:lvl3pPr algn="l">
              <a:defRPr sz="1800" b="1">
                <a:solidFill>
                  <a:srgbClr val="8B7CF6"/>
                </a:solidFill>
                <a:latin typeface="Arial"/>
                <a:ea typeface="Arial"/>
                <a:cs typeface="Arial"/>
              </a:defRPr>
            </a:lvl3pPr>
            <a:lvl4pPr algn="l">
              <a:defRPr sz="1800" b="1">
                <a:solidFill>
                  <a:srgbClr val="8B7CF6"/>
                </a:solidFill>
                <a:latin typeface="Arial"/>
                <a:ea typeface="Arial"/>
                <a:cs typeface="Arial"/>
              </a:defRPr>
            </a:lvl4pPr>
            <a:lvl5pPr algn="l">
              <a:defRPr sz="1800" b="1">
                <a:solidFill>
                  <a:srgbClr val="8B7CF6"/>
                </a:solidFill>
                <a:latin typeface="Arial"/>
                <a:ea typeface="Arial"/>
                <a:cs typeface="Arial"/>
              </a:defRPr>
            </a:lvl5pPr>
            <a:lvl6pPr algn="l">
              <a:defRPr sz="1800" b="1">
                <a:solidFill>
                  <a:srgbClr val="8B7CF6"/>
                </a:solidFill>
                <a:latin typeface="Arial"/>
                <a:ea typeface="Arial"/>
                <a:cs typeface="Arial"/>
              </a:defRPr>
            </a:lvl6pPr>
            <a:lvl7pPr algn="l">
              <a:defRPr sz="1800" b="1">
                <a:solidFill>
                  <a:srgbClr val="8B7CF6"/>
                </a:solidFill>
                <a:latin typeface="Arial"/>
                <a:ea typeface="Arial"/>
                <a:cs typeface="Arial"/>
              </a:defRPr>
            </a:lvl7pPr>
            <a:lvl8pPr algn="l">
              <a:defRPr sz="1800" b="1">
                <a:solidFill>
                  <a:srgbClr val="8B7CF6"/>
                </a:solidFill>
                <a:latin typeface="Arial"/>
                <a:ea typeface="Arial"/>
                <a:cs typeface="Arial"/>
              </a:defRPr>
            </a:lvl8pPr>
            <a:lvl9pPr algn="l">
              <a:defRPr sz="1800" b="1">
                <a:solidFill>
                  <a:srgbClr val="8B7CF6"/>
                </a:solidFill>
                <a:latin typeface="Arial"/>
                <a:ea typeface="Arial"/>
                <a:cs typeface="Arial"/>
              </a:defRPr>
            </a:lvl9pPr>
          </a:lstStyle>
          <a:p>
            <a:pPr algn="l">
              <a:lnSpc>
                <a:spcPct val="100000"/>
              </a:lnSpc>
              <a:buNone/>
              <a:defRPr sz="1800" b="1">
                <a:solidFill>
                  <a:srgbClr val="8B7CF6"/>
                </a:solidFill>
                <a:latin typeface="Arial"/>
                <a:ea typeface="Arial"/>
                <a:cs typeface="Arial"/>
              </a:defRPr>
            </a:pPr>
            <a:r>
              <a:rPr sz="1800" b="1">
                <a:solidFill>
                  <a:srgbClr val="8B7CF6"/>
                </a:solidFill>
                <a:latin typeface="Arial"/>
                <a:ea typeface="Arial"/>
                <a:cs typeface="Arial"/>
              </a:rPr>
              <a:t>•</a:t>
            </a:r>
          </a:p>
        </p:txBody>
      </p:sp>
      <p:sp>
        <p:nvSpPr>
          <p:cNvPr id="12" name="demo-text-0">
            <a:extLst>
              <a:ext uri="{FF2B5EF4-FFF2-40B4-BE49-F238E27FC236}">
                <a16:creationId xmlns:a16="http://schemas.microsoft.com/office/drawing/2014/main" id="{0A27F720-34DE-4E41-9032-717C5C0BBAA2}"/>
              </a:ext>
            </a:extLst>
          </p:cNvPr>
          <p:cNvSpPr>
            <a:spLocks noGrp="1"/>
          </p:cNvSpPr>
          <p:nvPr/>
        </p:nvSpPr>
        <p:spPr>
          <a:xfrm>
            <a:off x="1104900" y="2352675"/>
            <a:ext cx="4476750" cy="428625"/>
          </a:xfrm>
          <a:prstGeom prst="rect">
            <a:avLst/>
          </a:prstGeom>
          <a:noFill/>
          <a:ln w="0">
            <a:noFill/>
            <a:prstDash val="solid"/>
          </a:ln>
        </p:spPr>
        <p:txBody>
          <a:bodyPr wrap="square" lIns="0" tIns="0" rIns="0" bIns="0" anchor="t">
            <a:normAutofit/>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Synthetic fixtures; no provider or website requests</a:t>
            </a:r>
          </a:p>
        </p:txBody>
      </p:sp>
      <p:sp>
        <p:nvSpPr>
          <p:cNvPr id="13" name="demo-bullet-1">
            <a:extLst>
              <a:ext uri="{FF2B5EF4-FFF2-40B4-BE49-F238E27FC236}">
                <a16:creationId xmlns:a16="http://schemas.microsoft.com/office/drawing/2014/main" id="{F350B415-B838-4782-93AA-109BA382B68B}"/>
              </a:ext>
            </a:extLst>
          </p:cNvPr>
          <p:cNvSpPr>
            <a:spLocks noGrp="1"/>
          </p:cNvSpPr>
          <p:nvPr/>
        </p:nvSpPr>
        <p:spPr>
          <a:xfrm>
            <a:off x="819150" y="2895600"/>
            <a:ext cx="228600" cy="342900"/>
          </a:xfrm>
          <a:prstGeom prst="rect">
            <a:avLst/>
          </a:prstGeom>
          <a:noFill/>
          <a:ln w="0">
            <a:noFill/>
            <a:prstDash val="solid"/>
          </a:ln>
        </p:spPr>
        <p:txBody>
          <a:bodyPr wrap="square" lIns="0" tIns="0" rIns="0" bIns="0" anchor="ctr">
            <a:normAutofit/>
          </a:bodyPr>
          <a:lstStyle>
            <a:defPPr algn="l">
              <a:defRPr sz="1800" b="1">
                <a:solidFill>
                  <a:srgbClr val="8B7CF6"/>
                </a:solidFill>
                <a:latin typeface="Arial"/>
                <a:ea typeface="Arial"/>
                <a:cs typeface="Arial"/>
              </a:defRPr>
            </a:defPPr>
            <a:lvl1pPr algn="l">
              <a:defRPr sz="1800" b="1">
                <a:solidFill>
                  <a:srgbClr val="8B7CF6"/>
                </a:solidFill>
                <a:latin typeface="Arial"/>
                <a:ea typeface="Arial"/>
                <a:cs typeface="Arial"/>
              </a:defRPr>
            </a:lvl1pPr>
            <a:lvl2pPr algn="l">
              <a:defRPr sz="1800" b="1">
                <a:solidFill>
                  <a:srgbClr val="8B7CF6"/>
                </a:solidFill>
                <a:latin typeface="Arial"/>
                <a:ea typeface="Arial"/>
                <a:cs typeface="Arial"/>
              </a:defRPr>
            </a:lvl2pPr>
            <a:lvl3pPr algn="l">
              <a:defRPr sz="1800" b="1">
                <a:solidFill>
                  <a:srgbClr val="8B7CF6"/>
                </a:solidFill>
                <a:latin typeface="Arial"/>
                <a:ea typeface="Arial"/>
                <a:cs typeface="Arial"/>
              </a:defRPr>
            </a:lvl3pPr>
            <a:lvl4pPr algn="l">
              <a:defRPr sz="1800" b="1">
                <a:solidFill>
                  <a:srgbClr val="8B7CF6"/>
                </a:solidFill>
                <a:latin typeface="Arial"/>
                <a:ea typeface="Arial"/>
                <a:cs typeface="Arial"/>
              </a:defRPr>
            </a:lvl4pPr>
            <a:lvl5pPr algn="l">
              <a:defRPr sz="1800" b="1">
                <a:solidFill>
                  <a:srgbClr val="8B7CF6"/>
                </a:solidFill>
                <a:latin typeface="Arial"/>
                <a:ea typeface="Arial"/>
                <a:cs typeface="Arial"/>
              </a:defRPr>
            </a:lvl5pPr>
            <a:lvl6pPr algn="l">
              <a:defRPr sz="1800" b="1">
                <a:solidFill>
                  <a:srgbClr val="8B7CF6"/>
                </a:solidFill>
                <a:latin typeface="Arial"/>
                <a:ea typeface="Arial"/>
                <a:cs typeface="Arial"/>
              </a:defRPr>
            </a:lvl6pPr>
            <a:lvl7pPr algn="l">
              <a:defRPr sz="1800" b="1">
                <a:solidFill>
                  <a:srgbClr val="8B7CF6"/>
                </a:solidFill>
                <a:latin typeface="Arial"/>
                <a:ea typeface="Arial"/>
                <a:cs typeface="Arial"/>
              </a:defRPr>
            </a:lvl7pPr>
            <a:lvl8pPr algn="l">
              <a:defRPr sz="1800" b="1">
                <a:solidFill>
                  <a:srgbClr val="8B7CF6"/>
                </a:solidFill>
                <a:latin typeface="Arial"/>
                <a:ea typeface="Arial"/>
                <a:cs typeface="Arial"/>
              </a:defRPr>
            </a:lvl8pPr>
            <a:lvl9pPr algn="l">
              <a:defRPr sz="1800" b="1">
                <a:solidFill>
                  <a:srgbClr val="8B7CF6"/>
                </a:solidFill>
                <a:latin typeface="Arial"/>
                <a:ea typeface="Arial"/>
                <a:cs typeface="Arial"/>
              </a:defRPr>
            </a:lvl9pPr>
          </a:lstStyle>
          <a:p>
            <a:pPr algn="l">
              <a:lnSpc>
                <a:spcPct val="100000"/>
              </a:lnSpc>
              <a:buNone/>
              <a:defRPr sz="1800" b="1">
                <a:solidFill>
                  <a:srgbClr val="8B7CF6"/>
                </a:solidFill>
                <a:latin typeface="Arial"/>
                <a:ea typeface="Arial"/>
                <a:cs typeface="Arial"/>
              </a:defRPr>
            </a:pPr>
            <a:r>
              <a:rPr sz="1800" b="1">
                <a:solidFill>
                  <a:srgbClr val="8B7CF6"/>
                </a:solidFill>
                <a:latin typeface="Arial"/>
                <a:ea typeface="Arial"/>
                <a:cs typeface="Arial"/>
              </a:rPr>
              <a:t>•</a:t>
            </a:r>
          </a:p>
        </p:txBody>
      </p:sp>
      <p:sp>
        <p:nvSpPr>
          <p:cNvPr id="14" name="demo-text-1">
            <a:extLst>
              <a:ext uri="{FF2B5EF4-FFF2-40B4-BE49-F238E27FC236}">
                <a16:creationId xmlns:a16="http://schemas.microsoft.com/office/drawing/2014/main" id="{06278237-C791-4892-A551-1E963AAA46F7}"/>
              </a:ext>
            </a:extLst>
          </p:cNvPr>
          <p:cNvSpPr>
            <a:spLocks noGrp="1"/>
          </p:cNvSpPr>
          <p:nvPr/>
        </p:nvSpPr>
        <p:spPr>
          <a:xfrm>
            <a:off x="1104900" y="2895600"/>
            <a:ext cx="4476750" cy="428625"/>
          </a:xfrm>
          <a:prstGeom prst="rect">
            <a:avLst/>
          </a:prstGeom>
          <a:noFill/>
          <a:ln w="0">
            <a:noFill/>
            <a:prstDash val="solid"/>
          </a:ln>
        </p:spPr>
        <p:txBody>
          <a:bodyPr wrap="square" lIns="0" tIns="0" rIns="0" bIns="0" anchor="t">
            <a:normAutofit fontScale="93750"/>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Repeatable scenarios for success, vulnerability, and outage states</a:t>
            </a:r>
          </a:p>
        </p:txBody>
      </p:sp>
      <p:sp>
        <p:nvSpPr>
          <p:cNvPr id="15" name="demo-bullet-2">
            <a:extLst>
              <a:ext uri="{FF2B5EF4-FFF2-40B4-BE49-F238E27FC236}">
                <a16:creationId xmlns:a16="http://schemas.microsoft.com/office/drawing/2014/main" id="{EFBD26A3-F2FE-4382-8AC1-D42678BCB6A2}"/>
              </a:ext>
            </a:extLst>
          </p:cNvPr>
          <p:cNvSpPr>
            <a:spLocks noGrp="1"/>
          </p:cNvSpPr>
          <p:nvPr/>
        </p:nvSpPr>
        <p:spPr>
          <a:xfrm>
            <a:off x="819150" y="3438525"/>
            <a:ext cx="228600" cy="342900"/>
          </a:xfrm>
          <a:prstGeom prst="rect">
            <a:avLst/>
          </a:prstGeom>
          <a:noFill/>
          <a:ln w="0">
            <a:noFill/>
            <a:prstDash val="solid"/>
          </a:ln>
        </p:spPr>
        <p:txBody>
          <a:bodyPr wrap="square" lIns="0" tIns="0" rIns="0" bIns="0" anchor="ctr">
            <a:normAutofit/>
          </a:bodyPr>
          <a:lstStyle>
            <a:defPPr algn="l">
              <a:defRPr sz="1800" b="1">
                <a:solidFill>
                  <a:srgbClr val="8B7CF6"/>
                </a:solidFill>
                <a:latin typeface="Arial"/>
                <a:ea typeface="Arial"/>
                <a:cs typeface="Arial"/>
              </a:defRPr>
            </a:defPPr>
            <a:lvl1pPr algn="l">
              <a:defRPr sz="1800" b="1">
                <a:solidFill>
                  <a:srgbClr val="8B7CF6"/>
                </a:solidFill>
                <a:latin typeface="Arial"/>
                <a:ea typeface="Arial"/>
                <a:cs typeface="Arial"/>
              </a:defRPr>
            </a:lvl1pPr>
            <a:lvl2pPr algn="l">
              <a:defRPr sz="1800" b="1">
                <a:solidFill>
                  <a:srgbClr val="8B7CF6"/>
                </a:solidFill>
                <a:latin typeface="Arial"/>
                <a:ea typeface="Arial"/>
                <a:cs typeface="Arial"/>
              </a:defRPr>
            </a:lvl2pPr>
            <a:lvl3pPr algn="l">
              <a:defRPr sz="1800" b="1">
                <a:solidFill>
                  <a:srgbClr val="8B7CF6"/>
                </a:solidFill>
                <a:latin typeface="Arial"/>
                <a:ea typeface="Arial"/>
                <a:cs typeface="Arial"/>
              </a:defRPr>
            </a:lvl3pPr>
            <a:lvl4pPr algn="l">
              <a:defRPr sz="1800" b="1">
                <a:solidFill>
                  <a:srgbClr val="8B7CF6"/>
                </a:solidFill>
                <a:latin typeface="Arial"/>
                <a:ea typeface="Arial"/>
                <a:cs typeface="Arial"/>
              </a:defRPr>
            </a:lvl4pPr>
            <a:lvl5pPr algn="l">
              <a:defRPr sz="1800" b="1">
                <a:solidFill>
                  <a:srgbClr val="8B7CF6"/>
                </a:solidFill>
                <a:latin typeface="Arial"/>
                <a:ea typeface="Arial"/>
                <a:cs typeface="Arial"/>
              </a:defRPr>
            </a:lvl5pPr>
            <a:lvl6pPr algn="l">
              <a:defRPr sz="1800" b="1">
                <a:solidFill>
                  <a:srgbClr val="8B7CF6"/>
                </a:solidFill>
                <a:latin typeface="Arial"/>
                <a:ea typeface="Arial"/>
                <a:cs typeface="Arial"/>
              </a:defRPr>
            </a:lvl6pPr>
            <a:lvl7pPr algn="l">
              <a:defRPr sz="1800" b="1">
                <a:solidFill>
                  <a:srgbClr val="8B7CF6"/>
                </a:solidFill>
                <a:latin typeface="Arial"/>
                <a:ea typeface="Arial"/>
                <a:cs typeface="Arial"/>
              </a:defRPr>
            </a:lvl7pPr>
            <a:lvl8pPr algn="l">
              <a:defRPr sz="1800" b="1">
                <a:solidFill>
                  <a:srgbClr val="8B7CF6"/>
                </a:solidFill>
                <a:latin typeface="Arial"/>
                <a:ea typeface="Arial"/>
                <a:cs typeface="Arial"/>
              </a:defRPr>
            </a:lvl8pPr>
            <a:lvl9pPr algn="l">
              <a:defRPr sz="1800" b="1">
                <a:solidFill>
                  <a:srgbClr val="8B7CF6"/>
                </a:solidFill>
                <a:latin typeface="Arial"/>
                <a:ea typeface="Arial"/>
                <a:cs typeface="Arial"/>
              </a:defRPr>
            </a:lvl9pPr>
          </a:lstStyle>
          <a:p>
            <a:pPr algn="l">
              <a:lnSpc>
                <a:spcPct val="100000"/>
              </a:lnSpc>
              <a:buNone/>
              <a:defRPr sz="1800" b="1">
                <a:solidFill>
                  <a:srgbClr val="8B7CF6"/>
                </a:solidFill>
                <a:latin typeface="Arial"/>
                <a:ea typeface="Arial"/>
                <a:cs typeface="Arial"/>
              </a:defRPr>
            </a:pPr>
            <a:r>
              <a:rPr sz="1800" b="1">
                <a:solidFill>
                  <a:srgbClr val="8B7CF6"/>
                </a:solidFill>
                <a:latin typeface="Arial"/>
                <a:ea typeface="Arial"/>
                <a:cs typeface="Arial"/>
              </a:rPr>
              <a:t>•</a:t>
            </a:r>
          </a:p>
        </p:txBody>
      </p:sp>
      <p:sp>
        <p:nvSpPr>
          <p:cNvPr id="16" name="demo-text-2">
            <a:extLst>
              <a:ext uri="{FF2B5EF4-FFF2-40B4-BE49-F238E27FC236}">
                <a16:creationId xmlns:a16="http://schemas.microsoft.com/office/drawing/2014/main" id="{B89E4329-F856-4011-B812-7E6E138F0EE9}"/>
              </a:ext>
            </a:extLst>
          </p:cNvPr>
          <p:cNvSpPr>
            <a:spLocks noGrp="1"/>
          </p:cNvSpPr>
          <p:nvPr/>
        </p:nvSpPr>
        <p:spPr>
          <a:xfrm>
            <a:off x="1104900" y="3438525"/>
            <a:ext cx="4476750" cy="428625"/>
          </a:xfrm>
          <a:prstGeom prst="rect">
            <a:avLst/>
          </a:prstGeom>
          <a:noFill/>
          <a:ln w="0">
            <a:noFill/>
            <a:prstDash val="solid"/>
          </a:ln>
        </p:spPr>
        <p:txBody>
          <a:bodyPr wrap="square" lIns="0" tIns="0" rIns="0" bIns="0" anchor="t">
            <a:normAutofit/>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Separate Demo Compose project and data volumes</a:t>
            </a:r>
          </a:p>
        </p:txBody>
      </p:sp>
      <p:sp>
        <p:nvSpPr>
          <p:cNvPr id="17" name="live-bullet-0">
            <a:extLst>
              <a:ext uri="{FF2B5EF4-FFF2-40B4-BE49-F238E27FC236}">
                <a16:creationId xmlns:a16="http://schemas.microsoft.com/office/drawing/2014/main" id="{1CC3C511-F859-4378-B416-CE535A25A25D}"/>
              </a:ext>
            </a:extLst>
          </p:cNvPr>
          <p:cNvSpPr>
            <a:spLocks noGrp="1"/>
          </p:cNvSpPr>
          <p:nvPr/>
        </p:nvSpPr>
        <p:spPr>
          <a:xfrm>
            <a:off x="6477000" y="2352675"/>
            <a:ext cx="228600" cy="342900"/>
          </a:xfrm>
          <a:prstGeom prst="rect">
            <a:avLst/>
          </a:prstGeom>
          <a:noFill/>
          <a:ln w="0">
            <a:noFill/>
            <a:prstDash val="solid"/>
          </a:ln>
        </p:spPr>
        <p:txBody>
          <a:bodyPr wrap="square" lIns="0" tIns="0" rIns="0" bIns="0" anchor="ctr">
            <a:normAutofit/>
          </a:bodyPr>
          <a:lstStyle>
            <a:defPPr algn="l">
              <a:defRPr sz="1800" b="1">
                <a:solidFill>
                  <a:srgbClr val="3DE8FF"/>
                </a:solidFill>
                <a:latin typeface="Arial"/>
                <a:ea typeface="Arial"/>
                <a:cs typeface="Arial"/>
              </a:defRPr>
            </a:defPPr>
            <a:lvl1pPr algn="l">
              <a:defRPr sz="1800" b="1">
                <a:solidFill>
                  <a:srgbClr val="3DE8FF"/>
                </a:solidFill>
                <a:latin typeface="Arial"/>
                <a:ea typeface="Arial"/>
                <a:cs typeface="Arial"/>
              </a:defRPr>
            </a:lvl1pPr>
            <a:lvl2pPr algn="l">
              <a:defRPr sz="1800" b="1">
                <a:solidFill>
                  <a:srgbClr val="3DE8FF"/>
                </a:solidFill>
                <a:latin typeface="Arial"/>
                <a:ea typeface="Arial"/>
                <a:cs typeface="Arial"/>
              </a:defRPr>
            </a:lvl2pPr>
            <a:lvl3pPr algn="l">
              <a:defRPr sz="1800" b="1">
                <a:solidFill>
                  <a:srgbClr val="3DE8FF"/>
                </a:solidFill>
                <a:latin typeface="Arial"/>
                <a:ea typeface="Arial"/>
                <a:cs typeface="Arial"/>
              </a:defRPr>
            </a:lvl3pPr>
            <a:lvl4pPr algn="l">
              <a:defRPr sz="1800" b="1">
                <a:solidFill>
                  <a:srgbClr val="3DE8FF"/>
                </a:solidFill>
                <a:latin typeface="Arial"/>
                <a:ea typeface="Arial"/>
                <a:cs typeface="Arial"/>
              </a:defRPr>
            </a:lvl4pPr>
            <a:lvl5pPr algn="l">
              <a:defRPr sz="1800" b="1">
                <a:solidFill>
                  <a:srgbClr val="3DE8FF"/>
                </a:solidFill>
                <a:latin typeface="Arial"/>
                <a:ea typeface="Arial"/>
                <a:cs typeface="Arial"/>
              </a:defRPr>
            </a:lvl5pPr>
            <a:lvl6pPr algn="l">
              <a:defRPr sz="1800" b="1">
                <a:solidFill>
                  <a:srgbClr val="3DE8FF"/>
                </a:solidFill>
                <a:latin typeface="Arial"/>
                <a:ea typeface="Arial"/>
                <a:cs typeface="Arial"/>
              </a:defRPr>
            </a:lvl6pPr>
            <a:lvl7pPr algn="l">
              <a:defRPr sz="1800" b="1">
                <a:solidFill>
                  <a:srgbClr val="3DE8FF"/>
                </a:solidFill>
                <a:latin typeface="Arial"/>
                <a:ea typeface="Arial"/>
                <a:cs typeface="Arial"/>
              </a:defRPr>
            </a:lvl7pPr>
            <a:lvl8pPr algn="l">
              <a:defRPr sz="1800" b="1">
                <a:solidFill>
                  <a:srgbClr val="3DE8FF"/>
                </a:solidFill>
                <a:latin typeface="Arial"/>
                <a:ea typeface="Arial"/>
                <a:cs typeface="Arial"/>
              </a:defRPr>
            </a:lvl8pPr>
            <a:lvl9pPr algn="l">
              <a:defRPr sz="1800" b="1">
                <a:solidFill>
                  <a:srgbClr val="3DE8FF"/>
                </a:solidFill>
                <a:latin typeface="Arial"/>
                <a:ea typeface="Arial"/>
                <a:cs typeface="Arial"/>
              </a:defRPr>
            </a:lvl9pPr>
          </a:lstStyle>
          <a:p>
            <a:pPr algn="l">
              <a:lnSpc>
                <a:spcPct val="100000"/>
              </a:lnSpc>
              <a:buNone/>
              <a:defRPr sz="1800" b="1">
                <a:solidFill>
                  <a:srgbClr val="3DE8FF"/>
                </a:solidFill>
                <a:latin typeface="Arial"/>
                <a:ea typeface="Arial"/>
                <a:cs typeface="Arial"/>
              </a:defRPr>
            </a:pPr>
            <a:r>
              <a:rPr sz="1800" b="1">
                <a:solidFill>
                  <a:srgbClr val="3DE8FF"/>
                </a:solidFill>
                <a:latin typeface="Arial"/>
                <a:ea typeface="Arial"/>
                <a:cs typeface="Arial"/>
              </a:rPr>
              <a:t>•</a:t>
            </a:r>
          </a:p>
        </p:txBody>
      </p:sp>
      <p:sp>
        <p:nvSpPr>
          <p:cNvPr id="18" name="live-text-0">
            <a:extLst>
              <a:ext uri="{FF2B5EF4-FFF2-40B4-BE49-F238E27FC236}">
                <a16:creationId xmlns:a16="http://schemas.microsoft.com/office/drawing/2014/main" id="{4714D901-79C6-4187-B9A2-718CF7611E67}"/>
              </a:ext>
            </a:extLst>
          </p:cNvPr>
          <p:cNvSpPr>
            <a:spLocks noGrp="1"/>
          </p:cNvSpPr>
          <p:nvPr/>
        </p:nvSpPr>
        <p:spPr>
          <a:xfrm>
            <a:off x="6762750" y="2352675"/>
            <a:ext cx="4476750" cy="428625"/>
          </a:xfrm>
          <a:prstGeom prst="rect">
            <a:avLst/>
          </a:prstGeom>
          <a:noFill/>
          <a:ln w="0">
            <a:noFill/>
            <a:prstDash val="solid"/>
          </a:ln>
        </p:spPr>
        <p:txBody>
          <a:bodyPr wrap="square" lIns="0" tIns="0" rIns="0" bIns="0" anchor="t">
            <a:normAutofit fontScale="93750"/>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Uses configured sources and explicit target authorization</a:t>
            </a:r>
          </a:p>
        </p:txBody>
      </p:sp>
      <p:sp>
        <p:nvSpPr>
          <p:cNvPr id="19" name="live-bullet-1">
            <a:extLst>
              <a:ext uri="{FF2B5EF4-FFF2-40B4-BE49-F238E27FC236}">
                <a16:creationId xmlns:a16="http://schemas.microsoft.com/office/drawing/2014/main" id="{C23ACBD2-9BCD-4651-946E-F419321AD3BC}"/>
              </a:ext>
            </a:extLst>
          </p:cNvPr>
          <p:cNvSpPr>
            <a:spLocks noGrp="1"/>
          </p:cNvSpPr>
          <p:nvPr/>
        </p:nvSpPr>
        <p:spPr>
          <a:xfrm>
            <a:off x="6477000" y="2895600"/>
            <a:ext cx="228600" cy="342900"/>
          </a:xfrm>
          <a:prstGeom prst="rect">
            <a:avLst/>
          </a:prstGeom>
          <a:noFill/>
          <a:ln w="0">
            <a:noFill/>
            <a:prstDash val="solid"/>
          </a:ln>
        </p:spPr>
        <p:txBody>
          <a:bodyPr wrap="square" lIns="0" tIns="0" rIns="0" bIns="0" anchor="ctr">
            <a:normAutofit/>
          </a:bodyPr>
          <a:lstStyle>
            <a:defPPr algn="l">
              <a:defRPr sz="1800" b="1">
                <a:solidFill>
                  <a:srgbClr val="3DE8FF"/>
                </a:solidFill>
                <a:latin typeface="Arial"/>
                <a:ea typeface="Arial"/>
                <a:cs typeface="Arial"/>
              </a:defRPr>
            </a:defPPr>
            <a:lvl1pPr algn="l">
              <a:defRPr sz="1800" b="1">
                <a:solidFill>
                  <a:srgbClr val="3DE8FF"/>
                </a:solidFill>
                <a:latin typeface="Arial"/>
                <a:ea typeface="Arial"/>
                <a:cs typeface="Arial"/>
              </a:defRPr>
            </a:lvl1pPr>
            <a:lvl2pPr algn="l">
              <a:defRPr sz="1800" b="1">
                <a:solidFill>
                  <a:srgbClr val="3DE8FF"/>
                </a:solidFill>
                <a:latin typeface="Arial"/>
                <a:ea typeface="Arial"/>
                <a:cs typeface="Arial"/>
              </a:defRPr>
            </a:lvl2pPr>
            <a:lvl3pPr algn="l">
              <a:defRPr sz="1800" b="1">
                <a:solidFill>
                  <a:srgbClr val="3DE8FF"/>
                </a:solidFill>
                <a:latin typeface="Arial"/>
                <a:ea typeface="Arial"/>
                <a:cs typeface="Arial"/>
              </a:defRPr>
            </a:lvl3pPr>
            <a:lvl4pPr algn="l">
              <a:defRPr sz="1800" b="1">
                <a:solidFill>
                  <a:srgbClr val="3DE8FF"/>
                </a:solidFill>
                <a:latin typeface="Arial"/>
                <a:ea typeface="Arial"/>
                <a:cs typeface="Arial"/>
              </a:defRPr>
            </a:lvl4pPr>
            <a:lvl5pPr algn="l">
              <a:defRPr sz="1800" b="1">
                <a:solidFill>
                  <a:srgbClr val="3DE8FF"/>
                </a:solidFill>
                <a:latin typeface="Arial"/>
                <a:ea typeface="Arial"/>
                <a:cs typeface="Arial"/>
              </a:defRPr>
            </a:lvl5pPr>
            <a:lvl6pPr algn="l">
              <a:defRPr sz="1800" b="1">
                <a:solidFill>
                  <a:srgbClr val="3DE8FF"/>
                </a:solidFill>
                <a:latin typeface="Arial"/>
                <a:ea typeface="Arial"/>
                <a:cs typeface="Arial"/>
              </a:defRPr>
            </a:lvl6pPr>
            <a:lvl7pPr algn="l">
              <a:defRPr sz="1800" b="1">
                <a:solidFill>
                  <a:srgbClr val="3DE8FF"/>
                </a:solidFill>
                <a:latin typeface="Arial"/>
                <a:ea typeface="Arial"/>
                <a:cs typeface="Arial"/>
              </a:defRPr>
            </a:lvl7pPr>
            <a:lvl8pPr algn="l">
              <a:defRPr sz="1800" b="1">
                <a:solidFill>
                  <a:srgbClr val="3DE8FF"/>
                </a:solidFill>
                <a:latin typeface="Arial"/>
                <a:ea typeface="Arial"/>
                <a:cs typeface="Arial"/>
              </a:defRPr>
            </a:lvl8pPr>
            <a:lvl9pPr algn="l">
              <a:defRPr sz="1800" b="1">
                <a:solidFill>
                  <a:srgbClr val="3DE8FF"/>
                </a:solidFill>
                <a:latin typeface="Arial"/>
                <a:ea typeface="Arial"/>
                <a:cs typeface="Arial"/>
              </a:defRPr>
            </a:lvl9pPr>
          </a:lstStyle>
          <a:p>
            <a:pPr algn="l">
              <a:lnSpc>
                <a:spcPct val="100000"/>
              </a:lnSpc>
              <a:buNone/>
              <a:defRPr sz="1800" b="1">
                <a:solidFill>
                  <a:srgbClr val="3DE8FF"/>
                </a:solidFill>
                <a:latin typeface="Arial"/>
                <a:ea typeface="Arial"/>
                <a:cs typeface="Arial"/>
              </a:defRPr>
            </a:pPr>
            <a:r>
              <a:rPr sz="1800" b="1">
                <a:solidFill>
                  <a:srgbClr val="3DE8FF"/>
                </a:solidFill>
                <a:latin typeface="Arial"/>
                <a:ea typeface="Arial"/>
                <a:cs typeface="Arial"/>
              </a:rPr>
              <a:t>•</a:t>
            </a:r>
          </a:p>
        </p:txBody>
      </p:sp>
      <p:sp>
        <p:nvSpPr>
          <p:cNvPr id="20" name="live-text-1">
            <a:extLst>
              <a:ext uri="{FF2B5EF4-FFF2-40B4-BE49-F238E27FC236}">
                <a16:creationId xmlns:a16="http://schemas.microsoft.com/office/drawing/2014/main" id="{BBDB3E6B-4FBC-4ACD-9166-087E59DAA469}"/>
              </a:ext>
            </a:extLst>
          </p:cNvPr>
          <p:cNvSpPr>
            <a:spLocks noGrp="1"/>
          </p:cNvSpPr>
          <p:nvPr/>
        </p:nvSpPr>
        <p:spPr>
          <a:xfrm>
            <a:off x="6762750" y="2895600"/>
            <a:ext cx="4476750" cy="428625"/>
          </a:xfrm>
          <a:prstGeom prst="rect">
            <a:avLst/>
          </a:prstGeom>
          <a:noFill/>
          <a:ln w="0">
            <a:noFill/>
            <a:prstDash val="solid"/>
          </a:ln>
        </p:spPr>
        <p:txBody>
          <a:bodyPr wrap="square" lIns="0" tIns="0" rIns="0" bIns="0" anchor="t">
            <a:normAutofit fontScale="93750"/>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Results depend on provider access, quotas, freshness, and network</a:t>
            </a:r>
          </a:p>
        </p:txBody>
      </p:sp>
      <p:sp>
        <p:nvSpPr>
          <p:cNvPr id="21" name="live-bullet-2">
            <a:extLst>
              <a:ext uri="{FF2B5EF4-FFF2-40B4-BE49-F238E27FC236}">
                <a16:creationId xmlns:a16="http://schemas.microsoft.com/office/drawing/2014/main" id="{9C64A69A-5E87-4A06-BABE-9CC4288CB560}"/>
              </a:ext>
            </a:extLst>
          </p:cNvPr>
          <p:cNvSpPr>
            <a:spLocks noGrp="1"/>
          </p:cNvSpPr>
          <p:nvPr/>
        </p:nvSpPr>
        <p:spPr>
          <a:xfrm>
            <a:off x="6477000" y="3438525"/>
            <a:ext cx="228600" cy="342900"/>
          </a:xfrm>
          <a:prstGeom prst="rect">
            <a:avLst/>
          </a:prstGeom>
          <a:noFill/>
          <a:ln w="0">
            <a:noFill/>
            <a:prstDash val="solid"/>
          </a:ln>
        </p:spPr>
        <p:txBody>
          <a:bodyPr wrap="square" lIns="0" tIns="0" rIns="0" bIns="0" anchor="ctr">
            <a:normAutofit/>
          </a:bodyPr>
          <a:lstStyle>
            <a:defPPr algn="l">
              <a:defRPr sz="1800" b="1">
                <a:solidFill>
                  <a:srgbClr val="3DE8FF"/>
                </a:solidFill>
                <a:latin typeface="Arial"/>
                <a:ea typeface="Arial"/>
                <a:cs typeface="Arial"/>
              </a:defRPr>
            </a:defPPr>
            <a:lvl1pPr algn="l">
              <a:defRPr sz="1800" b="1">
                <a:solidFill>
                  <a:srgbClr val="3DE8FF"/>
                </a:solidFill>
                <a:latin typeface="Arial"/>
                <a:ea typeface="Arial"/>
                <a:cs typeface="Arial"/>
              </a:defRPr>
            </a:lvl1pPr>
            <a:lvl2pPr algn="l">
              <a:defRPr sz="1800" b="1">
                <a:solidFill>
                  <a:srgbClr val="3DE8FF"/>
                </a:solidFill>
                <a:latin typeface="Arial"/>
                <a:ea typeface="Arial"/>
                <a:cs typeface="Arial"/>
              </a:defRPr>
            </a:lvl2pPr>
            <a:lvl3pPr algn="l">
              <a:defRPr sz="1800" b="1">
                <a:solidFill>
                  <a:srgbClr val="3DE8FF"/>
                </a:solidFill>
                <a:latin typeface="Arial"/>
                <a:ea typeface="Arial"/>
                <a:cs typeface="Arial"/>
              </a:defRPr>
            </a:lvl3pPr>
            <a:lvl4pPr algn="l">
              <a:defRPr sz="1800" b="1">
                <a:solidFill>
                  <a:srgbClr val="3DE8FF"/>
                </a:solidFill>
                <a:latin typeface="Arial"/>
                <a:ea typeface="Arial"/>
                <a:cs typeface="Arial"/>
              </a:defRPr>
            </a:lvl4pPr>
            <a:lvl5pPr algn="l">
              <a:defRPr sz="1800" b="1">
                <a:solidFill>
                  <a:srgbClr val="3DE8FF"/>
                </a:solidFill>
                <a:latin typeface="Arial"/>
                <a:ea typeface="Arial"/>
                <a:cs typeface="Arial"/>
              </a:defRPr>
            </a:lvl5pPr>
            <a:lvl6pPr algn="l">
              <a:defRPr sz="1800" b="1">
                <a:solidFill>
                  <a:srgbClr val="3DE8FF"/>
                </a:solidFill>
                <a:latin typeface="Arial"/>
                <a:ea typeface="Arial"/>
                <a:cs typeface="Arial"/>
              </a:defRPr>
            </a:lvl6pPr>
            <a:lvl7pPr algn="l">
              <a:defRPr sz="1800" b="1">
                <a:solidFill>
                  <a:srgbClr val="3DE8FF"/>
                </a:solidFill>
                <a:latin typeface="Arial"/>
                <a:ea typeface="Arial"/>
                <a:cs typeface="Arial"/>
              </a:defRPr>
            </a:lvl7pPr>
            <a:lvl8pPr algn="l">
              <a:defRPr sz="1800" b="1">
                <a:solidFill>
                  <a:srgbClr val="3DE8FF"/>
                </a:solidFill>
                <a:latin typeface="Arial"/>
                <a:ea typeface="Arial"/>
                <a:cs typeface="Arial"/>
              </a:defRPr>
            </a:lvl8pPr>
            <a:lvl9pPr algn="l">
              <a:defRPr sz="1800" b="1">
                <a:solidFill>
                  <a:srgbClr val="3DE8FF"/>
                </a:solidFill>
                <a:latin typeface="Arial"/>
                <a:ea typeface="Arial"/>
                <a:cs typeface="Arial"/>
              </a:defRPr>
            </a:lvl9pPr>
          </a:lstStyle>
          <a:p>
            <a:pPr algn="l">
              <a:lnSpc>
                <a:spcPct val="100000"/>
              </a:lnSpc>
              <a:buNone/>
              <a:defRPr sz="1800" b="1">
                <a:solidFill>
                  <a:srgbClr val="3DE8FF"/>
                </a:solidFill>
                <a:latin typeface="Arial"/>
                <a:ea typeface="Arial"/>
                <a:cs typeface="Arial"/>
              </a:defRPr>
            </a:pPr>
            <a:r>
              <a:rPr sz="1800" b="1">
                <a:solidFill>
                  <a:srgbClr val="3DE8FF"/>
                </a:solidFill>
                <a:latin typeface="Arial"/>
                <a:ea typeface="Arial"/>
                <a:cs typeface="Arial"/>
              </a:rPr>
              <a:t>•</a:t>
            </a:r>
          </a:p>
        </p:txBody>
      </p:sp>
      <p:sp>
        <p:nvSpPr>
          <p:cNvPr id="22" name="live-text-2">
            <a:extLst>
              <a:ext uri="{FF2B5EF4-FFF2-40B4-BE49-F238E27FC236}">
                <a16:creationId xmlns:a16="http://schemas.microsoft.com/office/drawing/2014/main" id="{12EF141B-4B68-4A25-B845-643C3E09F525}"/>
              </a:ext>
            </a:extLst>
          </p:cNvPr>
          <p:cNvSpPr>
            <a:spLocks noGrp="1"/>
          </p:cNvSpPr>
          <p:nvPr/>
        </p:nvSpPr>
        <p:spPr>
          <a:xfrm>
            <a:off x="6762750" y="3438525"/>
            <a:ext cx="4476750" cy="428625"/>
          </a:xfrm>
          <a:prstGeom prst="rect">
            <a:avLst/>
          </a:prstGeom>
          <a:noFill/>
          <a:ln w="0">
            <a:noFill/>
            <a:prstDash val="solid"/>
          </a:ln>
        </p:spPr>
        <p:txBody>
          <a:bodyPr wrap="square" lIns="0" tIns="0" rIns="0" bIns="0" anchor="t">
            <a:normAutofit/>
          </a:bodyPr>
          <a:lstStyle>
            <a:defPPr algn="l">
              <a:defRPr sz="1500" b="0">
                <a:solidFill>
                  <a:srgbClr val="EDEDF2"/>
                </a:solidFill>
                <a:latin typeface="Arial"/>
                <a:ea typeface="Arial"/>
                <a:cs typeface="Arial"/>
              </a:defRPr>
            </a:defPPr>
            <a:lvl1pPr algn="l">
              <a:defRPr sz="1500" b="0">
                <a:solidFill>
                  <a:srgbClr val="EDEDF2"/>
                </a:solidFill>
                <a:latin typeface="Arial"/>
                <a:ea typeface="Arial"/>
                <a:cs typeface="Arial"/>
              </a:defRPr>
            </a:lvl1pPr>
            <a:lvl2pPr algn="l">
              <a:defRPr sz="1500" b="0">
                <a:solidFill>
                  <a:srgbClr val="EDEDF2"/>
                </a:solidFill>
                <a:latin typeface="Arial"/>
                <a:ea typeface="Arial"/>
                <a:cs typeface="Arial"/>
              </a:defRPr>
            </a:lvl2pPr>
            <a:lvl3pPr algn="l">
              <a:defRPr sz="1500" b="0">
                <a:solidFill>
                  <a:srgbClr val="EDEDF2"/>
                </a:solidFill>
                <a:latin typeface="Arial"/>
                <a:ea typeface="Arial"/>
                <a:cs typeface="Arial"/>
              </a:defRPr>
            </a:lvl3pPr>
            <a:lvl4pPr algn="l">
              <a:defRPr sz="1500" b="0">
                <a:solidFill>
                  <a:srgbClr val="EDEDF2"/>
                </a:solidFill>
                <a:latin typeface="Arial"/>
                <a:ea typeface="Arial"/>
                <a:cs typeface="Arial"/>
              </a:defRPr>
            </a:lvl4pPr>
            <a:lvl5pPr algn="l">
              <a:defRPr sz="1500" b="0">
                <a:solidFill>
                  <a:srgbClr val="EDEDF2"/>
                </a:solidFill>
                <a:latin typeface="Arial"/>
                <a:ea typeface="Arial"/>
                <a:cs typeface="Arial"/>
              </a:defRPr>
            </a:lvl5pPr>
            <a:lvl6pPr algn="l">
              <a:defRPr sz="1500" b="0">
                <a:solidFill>
                  <a:srgbClr val="EDEDF2"/>
                </a:solidFill>
                <a:latin typeface="Arial"/>
                <a:ea typeface="Arial"/>
                <a:cs typeface="Arial"/>
              </a:defRPr>
            </a:lvl6pPr>
            <a:lvl7pPr algn="l">
              <a:defRPr sz="1500" b="0">
                <a:solidFill>
                  <a:srgbClr val="EDEDF2"/>
                </a:solidFill>
                <a:latin typeface="Arial"/>
                <a:ea typeface="Arial"/>
                <a:cs typeface="Arial"/>
              </a:defRPr>
            </a:lvl7pPr>
            <a:lvl8pPr algn="l">
              <a:defRPr sz="1500" b="0">
                <a:solidFill>
                  <a:srgbClr val="EDEDF2"/>
                </a:solidFill>
                <a:latin typeface="Arial"/>
                <a:ea typeface="Arial"/>
                <a:cs typeface="Arial"/>
              </a:defRPr>
            </a:lvl8pPr>
            <a:lvl9pPr algn="l">
              <a:defRPr sz="1500" b="0">
                <a:solidFill>
                  <a:srgbClr val="EDEDF2"/>
                </a:solidFill>
                <a:latin typeface="Arial"/>
                <a:ea typeface="Arial"/>
                <a:cs typeface="Arial"/>
              </a:defRPr>
            </a:lvl9pPr>
          </a:lstStyle>
          <a:p>
            <a:pPr algn="l">
              <a:lnSpc>
                <a:spcPct val="100000"/>
              </a:lnSpc>
              <a:buNone/>
              <a:defRPr sz="1500" b="0">
                <a:solidFill>
                  <a:srgbClr val="EDEDF2"/>
                </a:solidFill>
                <a:latin typeface="Arial"/>
                <a:ea typeface="Arial"/>
                <a:cs typeface="Arial"/>
              </a:defRPr>
            </a:pPr>
            <a:r>
              <a:rPr sz="1500" b="0">
                <a:solidFill>
                  <a:srgbClr val="EDEDF2"/>
                </a:solidFill>
                <a:latin typeface="Arial"/>
                <a:ea typeface="Arial"/>
                <a:cs typeface="Arial"/>
              </a:rPr>
              <a:t>Local showcase profile—not a public deployment</a:t>
            </a:r>
          </a:p>
        </p:txBody>
      </p:sp>
      <p:sp>
        <p:nvSpPr>
          <p:cNvPr id="23" name="panel-flow-bg">
            <a:extLst>
              <a:ext uri="{FF2B5EF4-FFF2-40B4-BE49-F238E27FC236}">
                <a16:creationId xmlns:a16="http://schemas.microsoft.com/office/drawing/2014/main" id="{CF5B9539-0EC3-464D-BD58-2B5DD1E81408}"/>
              </a:ext>
            </a:extLst>
          </p:cNvPr>
          <p:cNvSpPr>
            <a:spLocks noGrp="1"/>
          </p:cNvSpPr>
          <p:nvPr/>
        </p:nvSpPr>
        <p:spPr>
          <a:xfrm>
            <a:off x="723900" y="4438650"/>
            <a:ext cx="10744200" cy="1371600"/>
          </a:xfrm>
          <a:prstGeom prst="roundRect">
            <a:avLst>
              <a:gd name="adj" fmla="val 9722"/>
            </a:avLst>
          </a:prstGeom>
          <a:solidFill>
            <a:srgbClr val="14141C"/>
          </a:solidFill>
          <a:ln w="9525">
            <a:solidFill>
              <a:srgbClr val="2A2A38"/>
            </a:solidFill>
            <a:prstDash val="solid"/>
          </a:ln>
        </p:spPr>
        <p:txBody>
          <a:bodyPr/>
          <a:lstStyle/>
          <a:p>
            <a:endParaRPr lang="en-IN"/>
          </a:p>
        </p:txBody>
      </p:sp>
      <p:sp>
        <p:nvSpPr>
          <p:cNvPr id="24" name="panel-flow-label">
            <a:extLst>
              <a:ext uri="{FF2B5EF4-FFF2-40B4-BE49-F238E27FC236}">
                <a16:creationId xmlns:a16="http://schemas.microsoft.com/office/drawing/2014/main" id="{FBB54A92-C69B-44CF-8439-568DA11083E2}"/>
              </a:ext>
            </a:extLst>
          </p:cNvPr>
          <p:cNvSpPr>
            <a:spLocks noGrp="1"/>
          </p:cNvSpPr>
          <p:nvPr/>
        </p:nvSpPr>
        <p:spPr>
          <a:xfrm>
            <a:off x="933450" y="4572000"/>
            <a:ext cx="10287000" cy="266700"/>
          </a:xfrm>
          <a:prstGeom prst="rect">
            <a:avLst/>
          </a:prstGeom>
          <a:noFill/>
          <a:ln w="0">
            <a:noFill/>
            <a:prstDash val="solid"/>
          </a:ln>
        </p:spPr>
        <p:txBody>
          <a:bodyPr wrap="square" lIns="0" tIns="0" rIns="0" bIns="0" anchor="ctr">
            <a:normAutofit/>
          </a:bodyPr>
          <a:lstStyle>
            <a:defPPr algn="l">
              <a:defRPr sz="1200" b="1">
                <a:solidFill>
                  <a:srgbClr val="3DE8FF"/>
                </a:solidFill>
                <a:latin typeface="Arial"/>
                <a:ea typeface="Arial"/>
                <a:cs typeface="Arial"/>
              </a:defRPr>
            </a:defPPr>
            <a:lvl1pPr algn="l">
              <a:defRPr sz="1200" b="1">
                <a:solidFill>
                  <a:srgbClr val="3DE8FF"/>
                </a:solidFill>
                <a:latin typeface="Arial"/>
                <a:ea typeface="Arial"/>
                <a:cs typeface="Arial"/>
              </a:defRPr>
            </a:lvl1pPr>
            <a:lvl2pPr algn="l">
              <a:defRPr sz="1200" b="1">
                <a:solidFill>
                  <a:srgbClr val="3DE8FF"/>
                </a:solidFill>
                <a:latin typeface="Arial"/>
                <a:ea typeface="Arial"/>
                <a:cs typeface="Arial"/>
              </a:defRPr>
            </a:lvl2pPr>
            <a:lvl3pPr algn="l">
              <a:defRPr sz="1200" b="1">
                <a:solidFill>
                  <a:srgbClr val="3DE8FF"/>
                </a:solidFill>
                <a:latin typeface="Arial"/>
                <a:ea typeface="Arial"/>
                <a:cs typeface="Arial"/>
              </a:defRPr>
            </a:lvl3pPr>
            <a:lvl4pPr algn="l">
              <a:defRPr sz="1200" b="1">
                <a:solidFill>
                  <a:srgbClr val="3DE8FF"/>
                </a:solidFill>
                <a:latin typeface="Arial"/>
                <a:ea typeface="Arial"/>
                <a:cs typeface="Arial"/>
              </a:defRPr>
            </a:lvl4pPr>
            <a:lvl5pPr algn="l">
              <a:defRPr sz="1200" b="1">
                <a:solidFill>
                  <a:srgbClr val="3DE8FF"/>
                </a:solidFill>
                <a:latin typeface="Arial"/>
                <a:ea typeface="Arial"/>
                <a:cs typeface="Arial"/>
              </a:defRPr>
            </a:lvl5pPr>
            <a:lvl6pPr algn="l">
              <a:defRPr sz="1200" b="1">
                <a:solidFill>
                  <a:srgbClr val="3DE8FF"/>
                </a:solidFill>
                <a:latin typeface="Arial"/>
                <a:ea typeface="Arial"/>
                <a:cs typeface="Arial"/>
              </a:defRPr>
            </a:lvl6pPr>
            <a:lvl7pPr algn="l">
              <a:defRPr sz="1200" b="1">
                <a:solidFill>
                  <a:srgbClr val="3DE8FF"/>
                </a:solidFill>
                <a:latin typeface="Arial"/>
                <a:ea typeface="Arial"/>
                <a:cs typeface="Arial"/>
              </a:defRPr>
            </a:lvl7pPr>
            <a:lvl8pPr algn="l">
              <a:defRPr sz="1200" b="1">
                <a:solidFill>
                  <a:srgbClr val="3DE8FF"/>
                </a:solidFill>
                <a:latin typeface="Arial"/>
                <a:ea typeface="Arial"/>
                <a:cs typeface="Arial"/>
              </a:defRPr>
            </a:lvl8pPr>
            <a:lvl9pPr algn="l">
              <a:defRPr sz="1200" b="1">
                <a:solidFill>
                  <a:srgbClr val="3DE8FF"/>
                </a:solidFill>
                <a:latin typeface="Arial"/>
                <a:ea typeface="Arial"/>
                <a:cs typeface="Arial"/>
              </a:defRPr>
            </a:lvl9pPr>
          </a:lstStyle>
          <a:p>
            <a:pPr algn="l">
              <a:lnSpc>
                <a:spcPct val="100000"/>
              </a:lnSpc>
              <a:buNone/>
              <a:defRPr sz="1200" b="1">
                <a:solidFill>
                  <a:srgbClr val="3DE8FF"/>
                </a:solidFill>
                <a:latin typeface="Arial"/>
                <a:ea typeface="Arial"/>
                <a:cs typeface="Arial"/>
              </a:defRPr>
            </a:pPr>
            <a:r>
              <a:rPr sz="1200" b="1">
                <a:solidFill>
                  <a:srgbClr val="3DE8FF"/>
                </a:solidFill>
                <a:latin typeface="Arial"/>
                <a:ea typeface="Arial"/>
                <a:cs typeface="Arial"/>
              </a:rPr>
              <a:t>RECOMMENDED DEMO PATH</a:t>
            </a:r>
          </a:p>
        </p:txBody>
      </p:sp>
      <p:sp>
        <p:nvSpPr>
          <p:cNvPr id="25" name="panel-flow">
            <a:extLst>
              <a:ext uri="{FF2B5EF4-FFF2-40B4-BE49-F238E27FC236}">
                <a16:creationId xmlns:a16="http://schemas.microsoft.com/office/drawing/2014/main" id="{BE486C46-2030-4887-A909-ECE27F0935C9}"/>
              </a:ext>
            </a:extLst>
          </p:cNvPr>
          <p:cNvSpPr>
            <a:spLocks noGrp="1"/>
          </p:cNvSpPr>
          <p:nvPr/>
        </p:nvSpPr>
        <p:spPr>
          <a:xfrm>
            <a:off x="933450" y="4943475"/>
            <a:ext cx="10287000" cy="561975"/>
          </a:xfrm>
          <a:prstGeom prst="rect">
            <a:avLst/>
          </a:prstGeom>
          <a:noFill/>
          <a:ln w="0">
            <a:noFill/>
            <a:prstDash val="solid"/>
          </a:ln>
        </p:spPr>
        <p:txBody>
          <a:bodyPr wrap="square" lIns="0" tIns="0" rIns="0" bIns="0" anchor="ctr">
            <a:normAutofit/>
          </a:bodyPr>
          <a:lstStyle>
            <a:defPPr algn="ctr">
              <a:defRPr sz="1650" b="1">
                <a:solidFill>
                  <a:srgbClr val="EDEDF2"/>
                </a:solidFill>
                <a:latin typeface="Arial"/>
                <a:ea typeface="Arial"/>
                <a:cs typeface="Arial"/>
              </a:defRPr>
            </a:defPPr>
            <a:lvl1pPr algn="ctr">
              <a:defRPr sz="1650" b="1">
                <a:solidFill>
                  <a:srgbClr val="EDEDF2"/>
                </a:solidFill>
                <a:latin typeface="Arial"/>
                <a:ea typeface="Arial"/>
                <a:cs typeface="Arial"/>
              </a:defRPr>
            </a:lvl1pPr>
            <a:lvl2pPr algn="ctr">
              <a:defRPr sz="1650" b="1">
                <a:solidFill>
                  <a:srgbClr val="EDEDF2"/>
                </a:solidFill>
                <a:latin typeface="Arial"/>
                <a:ea typeface="Arial"/>
                <a:cs typeface="Arial"/>
              </a:defRPr>
            </a:lvl2pPr>
            <a:lvl3pPr algn="ctr">
              <a:defRPr sz="1650" b="1">
                <a:solidFill>
                  <a:srgbClr val="EDEDF2"/>
                </a:solidFill>
                <a:latin typeface="Arial"/>
                <a:ea typeface="Arial"/>
                <a:cs typeface="Arial"/>
              </a:defRPr>
            </a:lvl3pPr>
            <a:lvl4pPr algn="ctr">
              <a:defRPr sz="1650" b="1">
                <a:solidFill>
                  <a:srgbClr val="EDEDF2"/>
                </a:solidFill>
                <a:latin typeface="Arial"/>
                <a:ea typeface="Arial"/>
                <a:cs typeface="Arial"/>
              </a:defRPr>
            </a:lvl4pPr>
            <a:lvl5pPr algn="ctr">
              <a:defRPr sz="1650" b="1">
                <a:solidFill>
                  <a:srgbClr val="EDEDF2"/>
                </a:solidFill>
                <a:latin typeface="Arial"/>
                <a:ea typeface="Arial"/>
                <a:cs typeface="Arial"/>
              </a:defRPr>
            </a:lvl5pPr>
            <a:lvl6pPr algn="ctr">
              <a:defRPr sz="1650" b="1">
                <a:solidFill>
                  <a:srgbClr val="EDEDF2"/>
                </a:solidFill>
                <a:latin typeface="Arial"/>
                <a:ea typeface="Arial"/>
                <a:cs typeface="Arial"/>
              </a:defRPr>
            </a:lvl6pPr>
            <a:lvl7pPr algn="ctr">
              <a:defRPr sz="1650" b="1">
                <a:solidFill>
                  <a:srgbClr val="EDEDF2"/>
                </a:solidFill>
                <a:latin typeface="Arial"/>
                <a:ea typeface="Arial"/>
                <a:cs typeface="Arial"/>
              </a:defRPr>
            </a:lvl7pPr>
            <a:lvl8pPr algn="ctr">
              <a:defRPr sz="1650" b="1">
                <a:solidFill>
                  <a:srgbClr val="EDEDF2"/>
                </a:solidFill>
                <a:latin typeface="Arial"/>
                <a:ea typeface="Arial"/>
                <a:cs typeface="Arial"/>
              </a:defRPr>
            </a:lvl8pPr>
            <a:lvl9pPr algn="ctr">
              <a:defRPr sz="1650" b="1">
                <a:solidFill>
                  <a:srgbClr val="EDEDF2"/>
                </a:solidFill>
                <a:latin typeface="Arial"/>
                <a:ea typeface="Arial"/>
                <a:cs typeface="Arial"/>
              </a:defRPr>
            </a:lvl9pPr>
          </a:lstStyle>
          <a:p>
            <a:pPr algn="ctr">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Routine website  →  vulnerable app  →  applicability review  →  incident case  →  saved report</a:t>
            </a:r>
          </a:p>
        </p:txBody>
      </p:sp>
      <p:sp>
        <p:nvSpPr>
          <p:cNvPr id="26" name="panel-flow-disclosure">
            <a:extLst>
              <a:ext uri="{FF2B5EF4-FFF2-40B4-BE49-F238E27FC236}">
                <a16:creationId xmlns:a16="http://schemas.microsoft.com/office/drawing/2014/main" id="{9B1D8B58-4C8E-4BDC-87CD-04A19CB57DF6}"/>
              </a:ext>
            </a:extLst>
          </p:cNvPr>
          <p:cNvSpPr>
            <a:spLocks noGrp="1"/>
          </p:cNvSpPr>
          <p:nvPr/>
        </p:nvSpPr>
        <p:spPr>
          <a:xfrm>
            <a:off x="933450" y="5543550"/>
            <a:ext cx="10287000" cy="228600"/>
          </a:xfrm>
          <a:prstGeom prst="rect">
            <a:avLst/>
          </a:prstGeom>
          <a:noFill/>
          <a:ln w="0">
            <a:noFill/>
            <a:prstDash val="solid"/>
          </a:ln>
        </p:spPr>
        <p:txBody>
          <a:bodyPr wrap="square" lIns="0" tIns="0" rIns="0" bIns="0" anchor="ctr">
            <a:normAutofit/>
          </a:bodyPr>
          <a:lstStyle>
            <a:defPPr algn="ctr">
              <a:defRPr sz="1200" b="0">
                <a:solidFill>
                  <a:srgbClr val="C9C9D4"/>
                </a:solidFill>
                <a:latin typeface="Arial"/>
                <a:ea typeface="Arial"/>
                <a:cs typeface="Arial"/>
              </a:defRPr>
            </a:defPPr>
            <a:lvl1pPr algn="ctr">
              <a:defRPr sz="1200" b="0">
                <a:solidFill>
                  <a:srgbClr val="C9C9D4"/>
                </a:solidFill>
                <a:latin typeface="Arial"/>
                <a:ea typeface="Arial"/>
                <a:cs typeface="Arial"/>
              </a:defRPr>
            </a:lvl1pPr>
            <a:lvl2pPr algn="ctr">
              <a:defRPr sz="1200" b="0">
                <a:solidFill>
                  <a:srgbClr val="C9C9D4"/>
                </a:solidFill>
                <a:latin typeface="Arial"/>
                <a:ea typeface="Arial"/>
                <a:cs typeface="Arial"/>
              </a:defRPr>
            </a:lvl2pPr>
            <a:lvl3pPr algn="ctr">
              <a:defRPr sz="1200" b="0">
                <a:solidFill>
                  <a:srgbClr val="C9C9D4"/>
                </a:solidFill>
                <a:latin typeface="Arial"/>
                <a:ea typeface="Arial"/>
                <a:cs typeface="Arial"/>
              </a:defRPr>
            </a:lvl3pPr>
            <a:lvl4pPr algn="ctr">
              <a:defRPr sz="1200" b="0">
                <a:solidFill>
                  <a:srgbClr val="C9C9D4"/>
                </a:solidFill>
                <a:latin typeface="Arial"/>
                <a:ea typeface="Arial"/>
                <a:cs typeface="Arial"/>
              </a:defRPr>
            </a:lvl4pPr>
            <a:lvl5pPr algn="ctr">
              <a:defRPr sz="1200" b="0">
                <a:solidFill>
                  <a:srgbClr val="C9C9D4"/>
                </a:solidFill>
                <a:latin typeface="Arial"/>
                <a:ea typeface="Arial"/>
                <a:cs typeface="Arial"/>
              </a:defRPr>
            </a:lvl5pPr>
            <a:lvl6pPr algn="ctr">
              <a:defRPr sz="1200" b="0">
                <a:solidFill>
                  <a:srgbClr val="C9C9D4"/>
                </a:solidFill>
                <a:latin typeface="Arial"/>
                <a:ea typeface="Arial"/>
                <a:cs typeface="Arial"/>
              </a:defRPr>
            </a:lvl6pPr>
            <a:lvl7pPr algn="ctr">
              <a:defRPr sz="1200" b="0">
                <a:solidFill>
                  <a:srgbClr val="C9C9D4"/>
                </a:solidFill>
                <a:latin typeface="Arial"/>
                <a:ea typeface="Arial"/>
                <a:cs typeface="Arial"/>
              </a:defRPr>
            </a:lvl7pPr>
            <a:lvl8pPr algn="ctr">
              <a:defRPr sz="1200" b="0">
                <a:solidFill>
                  <a:srgbClr val="C9C9D4"/>
                </a:solidFill>
                <a:latin typeface="Arial"/>
                <a:ea typeface="Arial"/>
                <a:cs typeface="Arial"/>
              </a:defRPr>
            </a:lvl8pPr>
            <a:lvl9pPr algn="ctr">
              <a:defRPr sz="1200" b="0">
                <a:solidFill>
                  <a:srgbClr val="C9C9D4"/>
                </a:solidFill>
                <a:latin typeface="Arial"/>
                <a:ea typeface="Arial"/>
                <a:cs typeface="Arial"/>
              </a:defRPr>
            </a:lvl9pPr>
          </a:lstStyle>
          <a:p>
            <a:pPr algn="ctr">
              <a:lnSpc>
                <a:spcPct val="100000"/>
              </a:lnSpc>
              <a:buNone/>
              <a:defRPr sz="1200" b="0">
                <a:solidFill>
                  <a:srgbClr val="C9C9D4"/>
                </a:solidFill>
                <a:latin typeface="Arial"/>
                <a:ea typeface="Arial"/>
                <a:cs typeface="Arial"/>
              </a:defRPr>
            </a:pPr>
            <a:r>
              <a:rPr sz="1200" b="0">
                <a:solidFill>
                  <a:srgbClr val="C9C9D4"/>
                </a:solidFill>
                <a:latin typeface="Arial"/>
                <a:ea typeface="Arial"/>
                <a:cs typeface="Arial"/>
              </a:rPr>
              <a:t>Identify all Demo findings as synthetic examples.</a:t>
            </a:r>
          </a:p>
        </p:txBody>
      </p:sp>
    </p:spTree>
    <p:extLst>
      <p:ext uri="{BB962C8B-B14F-4D97-AF65-F5344CB8AC3E}">
        <p14:creationId xmlns:p14="http://schemas.microsoft.com/office/powerpoint/2010/main" val="1115867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34" name="slide-16-title">
            <a:extLst>
              <a:ext uri="{FF2B5EF4-FFF2-40B4-BE49-F238E27FC236}">
                <a16:creationId xmlns:a16="http://schemas.microsoft.com/office/drawing/2014/main" id="{1F44CA19-220E-4C13-A294-7B8741480042}"/>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Suggested conclave demo walkthrough</a:t>
            </a:r>
          </a:p>
        </p:txBody>
      </p:sp>
      <p:sp>
        <p:nvSpPr>
          <p:cNvPr id="2" name="slide-16-accent-blue">
            <a:extLst>
              <a:ext uri="{FF2B5EF4-FFF2-40B4-BE49-F238E27FC236}">
                <a16:creationId xmlns:a16="http://schemas.microsoft.com/office/drawing/2014/main" id="{9D4633BF-528C-48AD-91C7-684576DF54C1}"/>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16-accent-iris">
            <a:extLst>
              <a:ext uri="{FF2B5EF4-FFF2-40B4-BE49-F238E27FC236}">
                <a16:creationId xmlns:a16="http://schemas.microsoft.com/office/drawing/2014/main" id="{5634D4F4-BFFA-43D0-BAD2-1B7E9045ED89}"/>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16-subtitle">
            <a:extLst>
              <a:ext uri="{FF2B5EF4-FFF2-40B4-BE49-F238E27FC236}">
                <a16:creationId xmlns:a16="http://schemas.microsoft.com/office/drawing/2014/main" id="{A5503644-487D-4C50-8C85-E3278741621C}"/>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Show the end-to-end workflow using repeatable synthetic data.</a:t>
            </a:r>
          </a:p>
        </p:txBody>
      </p:sp>
      <p:sp>
        <p:nvSpPr>
          <p:cNvPr id="5" name="slide-16-footer-rule">
            <a:extLst>
              <a:ext uri="{FF2B5EF4-FFF2-40B4-BE49-F238E27FC236}">
                <a16:creationId xmlns:a16="http://schemas.microsoft.com/office/drawing/2014/main" id="{D1408697-E0C3-4E8F-AC8F-5D1E6EB7D6DC}"/>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16-footer">
            <a:extLst>
              <a:ext uri="{FF2B5EF4-FFF2-40B4-BE49-F238E27FC236}">
                <a16:creationId xmlns:a16="http://schemas.microsoft.com/office/drawing/2014/main" id="{030A5B3D-1559-4C8D-A532-D2632D83C605}"/>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6-page">
            <a:extLst>
              <a:ext uri="{FF2B5EF4-FFF2-40B4-BE49-F238E27FC236}">
                <a16:creationId xmlns:a16="http://schemas.microsoft.com/office/drawing/2014/main" id="{3BBAFE10-C722-4874-95FC-0E7B5D6286D2}"/>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16</a:t>
            </a:r>
          </a:p>
        </p:txBody>
      </p:sp>
      <p:sp>
        <p:nvSpPr>
          <p:cNvPr id="8" name="walk-number-bg-0">
            <a:extLst>
              <a:ext uri="{FF2B5EF4-FFF2-40B4-BE49-F238E27FC236}">
                <a16:creationId xmlns:a16="http://schemas.microsoft.com/office/drawing/2014/main" id="{BD617531-7020-425C-B204-3C040A29660E}"/>
              </a:ext>
            </a:extLst>
          </p:cNvPr>
          <p:cNvSpPr>
            <a:spLocks noGrp="1"/>
          </p:cNvSpPr>
          <p:nvPr/>
        </p:nvSpPr>
        <p:spPr>
          <a:xfrm>
            <a:off x="742950" y="1819275"/>
            <a:ext cx="438150" cy="438150"/>
          </a:xfrm>
          <a:prstGeom prst="roundRect">
            <a:avLst>
              <a:gd name="adj" fmla="val 50000"/>
            </a:avLst>
          </a:prstGeom>
          <a:solidFill>
            <a:srgbClr val="13232C"/>
          </a:solidFill>
          <a:ln w="0">
            <a:noFill/>
            <a:prstDash val="solid"/>
          </a:ln>
        </p:spPr>
        <p:txBody>
          <a:bodyPr/>
          <a:lstStyle/>
          <a:p>
            <a:endParaRPr lang="en-IN"/>
          </a:p>
        </p:txBody>
      </p:sp>
      <p:sp>
        <p:nvSpPr>
          <p:cNvPr id="9" name="walk-number-0">
            <a:extLst>
              <a:ext uri="{FF2B5EF4-FFF2-40B4-BE49-F238E27FC236}">
                <a16:creationId xmlns:a16="http://schemas.microsoft.com/office/drawing/2014/main" id="{C6D37CF8-5325-43D3-818B-58E2571212E5}"/>
              </a:ext>
            </a:extLst>
          </p:cNvPr>
          <p:cNvSpPr>
            <a:spLocks noGrp="1"/>
          </p:cNvSpPr>
          <p:nvPr/>
        </p:nvSpPr>
        <p:spPr>
          <a:xfrm>
            <a:off x="742950" y="1828800"/>
            <a:ext cx="438150" cy="419100"/>
          </a:xfrm>
          <a:prstGeom prst="rect">
            <a:avLst/>
          </a:prstGeom>
          <a:noFill/>
          <a:ln w="0">
            <a:noFill/>
            <a:prstDash val="solid"/>
          </a:ln>
        </p:spPr>
        <p:txBody>
          <a:bodyPr wrap="square" lIns="0" tIns="0" rIns="0" bIns="0" anchor="ctr">
            <a:normAutofit/>
          </a:bodyPr>
          <a:lstStyle>
            <a:defPPr algn="ctr">
              <a:defRPr sz="1275" b="1">
                <a:solidFill>
                  <a:srgbClr val="3DE8FF"/>
                </a:solidFill>
                <a:latin typeface="Arial"/>
                <a:ea typeface="Arial"/>
                <a:cs typeface="Arial"/>
              </a:defRPr>
            </a:defPPr>
            <a:lvl1pPr algn="ctr">
              <a:defRPr sz="1275" b="1">
                <a:solidFill>
                  <a:srgbClr val="3DE8FF"/>
                </a:solidFill>
                <a:latin typeface="Arial"/>
                <a:ea typeface="Arial"/>
                <a:cs typeface="Arial"/>
              </a:defRPr>
            </a:lvl1pPr>
            <a:lvl2pPr algn="ctr">
              <a:defRPr sz="1275" b="1">
                <a:solidFill>
                  <a:srgbClr val="3DE8FF"/>
                </a:solidFill>
                <a:latin typeface="Arial"/>
                <a:ea typeface="Arial"/>
                <a:cs typeface="Arial"/>
              </a:defRPr>
            </a:lvl2pPr>
            <a:lvl3pPr algn="ctr">
              <a:defRPr sz="1275" b="1">
                <a:solidFill>
                  <a:srgbClr val="3DE8FF"/>
                </a:solidFill>
                <a:latin typeface="Arial"/>
                <a:ea typeface="Arial"/>
                <a:cs typeface="Arial"/>
              </a:defRPr>
            </a:lvl3pPr>
            <a:lvl4pPr algn="ctr">
              <a:defRPr sz="1275" b="1">
                <a:solidFill>
                  <a:srgbClr val="3DE8FF"/>
                </a:solidFill>
                <a:latin typeface="Arial"/>
                <a:ea typeface="Arial"/>
                <a:cs typeface="Arial"/>
              </a:defRPr>
            </a:lvl4pPr>
            <a:lvl5pPr algn="ctr">
              <a:defRPr sz="1275" b="1">
                <a:solidFill>
                  <a:srgbClr val="3DE8FF"/>
                </a:solidFill>
                <a:latin typeface="Arial"/>
                <a:ea typeface="Arial"/>
                <a:cs typeface="Arial"/>
              </a:defRPr>
            </a:lvl5pPr>
            <a:lvl6pPr algn="ctr">
              <a:defRPr sz="1275" b="1">
                <a:solidFill>
                  <a:srgbClr val="3DE8FF"/>
                </a:solidFill>
                <a:latin typeface="Arial"/>
                <a:ea typeface="Arial"/>
                <a:cs typeface="Arial"/>
              </a:defRPr>
            </a:lvl6pPr>
            <a:lvl7pPr algn="ctr">
              <a:defRPr sz="1275" b="1">
                <a:solidFill>
                  <a:srgbClr val="3DE8FF"/>
                </a:solidFill>
                <a:latin typeface="Arial"/>
                <a:ea typeface="Arial"/>
                <a:cs typeface="Arial"/>
              </a:defRPr>
            </a:lvl7pPr>
            <a:lvl8pPr algn="ctr">
              <a:defRPr sz="1275" b="1">
                <a:solidFill>
                  <a:srgbClr val="3DE8FF"/>
                </a:solidFill>
                <a:latin typeface="Arial"/>
                <a:ea typeface="Arial"/>
                <a:cs typeface="Arial"/>
              </a:defRPr>
            </a:lvl8pPr>
            <a:lvl9pPr algn="ctr">
              <a:defRPr sz="1275" b="1">
                <a:solidFill>
                  <a:srgbClr val="3DE8FF"/>
                </a:solidFill>
                <a:latin typeface="Arial"/>
                <a:ea typeface="Arial"/>
                <a:cs typeface="Arial"/>
              </a:defRPr>
            </a:lvl9pPr>
          </a:lstStyle>
          <a:p>
            <a:pPr algn="ctr">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01</a:t>
            </a:r>
          </a:p>
        </p:txBody>
      </p:sp>
      <p:sp>
        <p:nvSpPr>
          <p:cNvPr id="10" name="walk-heading-0">
            <a:extLst>
              <a:ext uri="{FF2B5EF4-FFF2-40B4-BE49-F238E27FC236}">
                <a16:creationId xmlns:a16="http://schemas.microsoft.com/office/drawing/2014/main" id="{6F7B20D2-166A-4FA4-A59F-F87B1118AD8E}"/>
              </a:ext>
            </a:extLst>
          </p:cNvPr>
          <p:cNvSpPr>
            <a:spLocks noGrp="1"/>
          </p:cNvSpPr>
          <p:nvPr/>
        </p:nvSpPr>
        <p:spPr>
          <a:xfrm>
            <a:off x="1428750" y="1809750"/>
            <a:ext cx="2952750" cy="30480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Choose an asset</a:t>
            </a:r>
          </a:p>
        </p:txBody>
      </p:sp>
      <p:sp>
        <p:nvSpPr>
          <p:cNvPr id="11" name="walk-body-0">
            <a:extLst>
              <a:ext uri="{FF2B5EF4-FFF2-40B4-BE49-F238E27FC236}">
                <a16:creationId xmlns:a16="http://schemas.microsoft.com/office/drawing/2014/main" id="{689DC330-F481-43EE-A4EE-C11C7C5E685F}"/>
              </a:ext>
            </a:extLst>
          </p:cNvPr>
          <p:cNvSpPr>
            <a:spLocks noGrp="1"/>
          </p:cNvSpPr>
          <p:nvPr/>
        </p:nvSpPr>
        <p:spPr>
          <a:xfrm>
            <a:off x="4381500" y="1809750"/>
            <a:ext cx="6667500" cy="428625"/>
          </a:xfrm>
          <a:prstGeom prst="rect">
            <a:avLst/>
          </a:prstGeom>
          <a:noFill/>
          <a:ln w="0">
            <a:noFill/>
            <a:prstDash val="solid"/>
          </a:ln>
        </p:spPr>
        <p:txBody>
          <a:bodyPr wrap="square" lIns="0" tIns="0" rIns="0" bIns="0" anchor="ctr">
            <a:normAutofit/>
          </a:bodyPr>
          <a:lstStyle>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Open a routine website record and show its authorization context.</a:t>
            </a:r>
          </a:p>
        </p:txBody>
      </p:sp>
      <p:sp>
        <p:nvSpPr>
          <p:cNvPr id="12" name="walk-rule-0">
            <a:extLst>
              <a:ext uri="{FF2B5EF4-FFF2-40B4-BE49-F238E27FC236}">
                <a16:creationId xmlns:a16="http://schemas.microsoft.com/office/drawing/2014/main" id="{96F1C75D-FB97-4C9E-A8A8-2DC81229C205}"/>
              </a:ext>
            </a:extLst>
          </p:cNvPr>
          <p:cNvSpPr>
            <a:spLocks noGrp="1"/>
          </p:cNvSpPr>
          <p:nvPr/>
        </p:nvSpPr>
        <p:spPr>
          <a:xfrm>
            <a:off x="1428750" y="2352675"/>
            <a:ext cx="9620250" cy="9525"/>
          </a:xfrm>
          <a:prstGeom prst="rect">
            <a:avLst/>
          </a:prstGeom>
          <a:solidFill>
            <a:srgbClr val="2A2A38"/>
          </a:solidFill>
          <a:ln w="0">
            <a:noFill/>
            <a:prstDash val="solid"/>
          </a:ln>
        </p:spPr>
        <p:txBody>
          <a:bodyPr/>
          <a:lstStyle/>
          <a:p>
            <a:endParaRPr lang="en-IN"/>
          </a:p>
        </p:txBody>
      </p:sp>
      <p:sp>
        <p:nvSpPr>
          <p:cNvPr id="13" name="walk-number-bg-1">
            <a:extLst>
              <a:ext uri="{FF2B5EF4-FFF2-40B4-BE49-F238E27FC236}">
                <a16:creationId xmlns:a16="http://schemas.microsoft.com/office/drawing/2014/main" id="{38504C57-FBF6-4A30-856D-76B34801E544}"/>
              </a:ext>
            </a:extLst>
          </p:cNvPr>
          <p:cNvSpPr>
            <a:spLocks noGrp="1"/>
          </p:cNvSpPr>
          <p:nvPr/>
        </p:nvSpPr>
        <p:spPr>
          <a:xfrm>
            <a:off x="742950" y="2552700"/>
            <a:ext cx="438150" cy="438150"/>
          </a:xfrm>
          <a:prstGeom prst="roundRect">
            <a:avLst>
              <a:gd name="adj" fmla="val 50000"/>
            </a:avLst>
          </a:prstGeom>
          <a:solidFill>
            <a:srgbClr val="211E38"/>
          </a:solidFill>
          <a:ln w="0">
            <a:noFill/>
            <a:prstDash val="solid"/>
          </a:ln>
        </p:spPr>
        <p:txBody>
          <a:bodyPr/>
          <a:lstStyle/>
          <a:p>
            <a:endParaRPr lang="en-IN"/>
          </a:p>
        </p:txBody>
      </p:sp>
      <p:sp>
        <p:nvSpPr>
          <p:cNvPr id="14" name="walk-number-1">
            <a:extLst>
              <a:ext uri="{FF2B5EF4-FFF2-40B4-BE49-F238E27FC236}">
                <a16:creationId xmlns:a16="http://schemas.microsoft.com/office/drawing/2014/main" id="{916A0296-2618-4056-9A76-ECEB2F949EDF}"/>
              </a:ext>
            </a:extLst>
          </p:cNvPr>
          <p:cNvSpPr>
            <a:spLocks noGrp="1"/>
          </p:cNvSpPr>
          <p:nvPr/>
        </p:nvSpPr>
        <p:spPr>
          <a:xfrm>
            <a:off x="742950" y="2562225"/>
            <a:ext cx="438150" cy="419100"/>
          </a:xfrm>
          <a:prstGeom prst="rect">
            <a:avLst/>
          </a:prstGeom>
          <a:noFill/>
          <a:ln w="0">
            <a:noFill/>
            <a:prstDash val="solid"/>
          </a:ln>
        </p:spPr>
        <p:txBody>
          <a:bodyPr wrap="square" lIns="0" tIns="0" rIns="0" bIns="0" anchor="ctr">
            <a:normAutofit/>
          </a:bodyPr>
          <a:lstStyle>
            <a:defPPr algn="ctr">
              <a:defRPr sz="1275" b="1">
                <a:solidFill>
                  <a:srgbClr val="8B7CF6"/>
                </a:solidFill>
                <a:latin typeface="Arial"/>
                <a:ea typeface="Arial"/>
                <a:cs typeface="Arial"/>
              </a:defRPr>
            </a:defPPr>
            <a:lvl1pPr algn="ctr">
              <a:defRPr sz="1275" b="1">
                <a:solidFill>
                  <a:srgbClr val="8B7CF6"/>
                </a:solidFill>
                <a:latin typeface="Arial"/>
                <a:ea typeface="Arial"/>
                <a:cs typeface="Arial"/>
              </a:defRPr>
            </a:lvl1pPr>
            <a:lvl2pPr algn="ctr">
              <a:defRPr sz="1275" b="1">
                <a:solidFill>
                  <a:srgbClr val="8B7CF6"/>
                </a:solidFill>
                <a:latin typeface="Arial"/>
                <a:ea typeface="Arial"/>
                <a:cs typeface="Arial"/>
              </a:defRPr>
            </a:lvl2pPr>
            <a:lvl3pPr algn="ctr">
              <a:defRPr sz="1275" b="1">
                <a:solidFill>
                  <a:srgbClr val="8B7CF6"/>
                </a:solidFill>
                <a:latin typeface="Arial"/>
                <a:ea typeface="Arial"/>
                <a:cs typeface="Arial"/>
              </a:defRPr>
            </a:lvl3pPr>
            <a:lvl4pPr algn="ctr">
              <a:defRPr sz="1275" b="1">
                <a:solidFill>
                  <a:srgbClr val="8B7CF6"/>
                </a:solidFill>
                <a:latin typeface="Arial"/>
                <a:ea typeface="Arial"/>
                <a:cs typeface="Arial"/>
              </a:defRPr>
            </a:lvl4pPr>
            <a:lvl5pPr algn="ctr">
              <a:defRPr sz="1275" b="1">
                <a:solidFill>
                  <a:srgbClr val="8B7CF6"/>
                </a:solidFill>
                <a:latin typeface="Arial"/>
                <a:ea typeface="Arial"/>
                <a:cs typeface="Arial"/>
              </a:defRPr>
            </a:lvl5pPr>
            <a:lvl6pPr algn="ctr">
              <a:defRPr sz="1275" b="1">
                <a:solidFill>
                  <a:srgbClr val="8B7CF6"/>
                </a:solidFill>
                <a:latin typeface="Arial"/>
                <a:ea typeface="Arial"/>
                <a:cs typeface="Arial"/>
              </a:defRPr>
            </a:lvl6pPr>
            <a:lvl7pPr algn="ctr">
              <a:defRPr sz="1275" b="1">
                <a:solidFill>
                  <a:srgbClr val="8B7CF6"/>
                </a:solidFill>
                <a:latin typeface="Arial"/>
                <a:ea typeface="Arial"/>
                <a:cs typeface="Arial"/>
              </a:defRPr>
            </a:lvl7pPr>
            <a:lvl8pPr algn="ctr">
              <a:defRPr sz="1275" b="1">
                <a:solidFill>
                  <a:srgbClr val="8B7CF6"/>
                </a:solidFill>
                <a:latin typeface="Arial"/>
                <a:ea typeface="Arial"/>
                <a:cs typeface="Arial"/>
              </a:defRPr>
            </a:lvl8pPr>
            <a:lvl9pPr algn="ctr">
              <a:defRPr sz="1275" b="1">
                <a:solidFill>
                  <a:srgbClr val="8B7CF6"/>
                </a:solidFill>
                <a:latin typeface="Arial"/>
                <a:ea typeface="Arial"/>
                <a:cs typeface="Arial"/>
              </a:defRPr>
            </a:lvl9pPr>
          </a:lstStyle>
          <a:p>
            <a:pPr algn="ctr">
              <a:lnSpc>
                <a:spcPct val="100000"/>
              </a:lnSpc>
              <a:buNone/>
              <a:defRPr sz="1275" b="1">
                <a:solidFill>
                  <a:srgbClr val="8B7CF6"/>
                </a:solidFill>
                <a:latin typeface="Arial"/>
                <a:ea typeface="Arial"/>
                <a:cs typeface="Arial"/>
              </a:defRPr>
            </a:pPr>
            <a:r>
              <a:rPr sz="1275" b="1">
                <a:solidFill>
                  <a:srgbClr val="8B7CF6"/>
                </a:solidFill>
                <a:latin typeface="Arial"/>
                <a:ea typeface="Arial"/>
                <a:cs typeface="Arial"/>
              </a:rPr>
              <a:t>02</a:t>
            </a:r>
          </a:p>
        </p:txBody>
      </p:sp>
      <p:sp>
        <p:nvSpPr>
          <p:cNvPr id="15" name="walk-heading-1">
            <a:extLst>
              <a:ext uri="{FF2B5EF4-FFF2-40B4-BE49-F238E27FC236}">
                <a16:creationId xmlns:a16="http://schemas.microsoft.com/office/drawing/2014/main" id="{006A9552-F701-4245-AE73-CEDADF4FD9BE}"/>
              </a:ext>
            </a:extLst>
          </p:cNvPr>
          <p:cNvSpPr>
            <a:spLocks noGrp="1"/>
          </p:cNvSpPr>
          <p:nvPr/>
        </p:nvSpPr>
        <p:spPr>
          <a:xfrm>
            <a:off x="1428750" y="2543175"/>
            <a:ext cx="2952750" cy="30480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Start an investigation</a:t>
            </a:r>
          </a:p>
        </p:txBody>
      </p:sp>
      <p:sp>
        <p:nvSpPr>
          <p:cNvPr id="16" name="walk-body-1">
            <a:extLst>
              <a:ext uri="{FF2B5EF4-FFF2-40B4-BE49-F238E27FC236}">
                <a16:creationId xmlns:a16="http://schemas.microsoft.com/office/drawing/2014/main" id="{847042F8-E011-415D-8438-18769355AE83}"/>
              </a:ext>
            </a:extLst>
          </p:cNvPr>
          <p:cNvSpPr>
            <a:spLocks noGrp="1"/>
          </p:cNvSpPr>
          <p:nvPr/>
        </p:nvSpPr>
        <p:spPr>
          <a:xfrm>
            <a:off x="4381500" y="2543175"/>
            <a:ext cx="6667500" cy="428625"/>
          </a:xfrm>
          <a:prstGeom prst="rect">
            <a:avLst/>
          </a:prstGeom>
          <a:noFill/>
          <a:ln w="0">
            <a:noFill/>
            <a:prstDash val="solid"/>
          </a:ln>
        </p:spPr>
        <p:txBody>
          <a:bodyPr wrap="square" lIns="0" tIns="0" rIns="0" bIns="0" anchor="ctr">
            <a:normAutofit/>
          </a:bodyPr>
          <a:lstStyle>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Select the scenario and explain the queued background job.</a:t>
            </a:r>
          </a:p>
        </p:txBody>
      </p:sp>
      <p:sp>
        <p:nvSpPr>
          <p:cNvPr id="17" name="walk-rule-1">
            <a:extLst>
              <a:ext uri="{FF2B5EF4-FFF2-40B4-BE49-F238E27FC236}">
                <a16:creationId xmlns:a16="http://schemas.microsoft.com/office/drawing/2014/main" id="{1F025D0D-50D2-4A9E-AF60-F367B9EDF151}"/>
              </a:ext>
            </a:extLst>
          </p:cNvPr>
          <p:cNvSpPr>
            <a:spLocks noGrp="1"/>
          </p:cNvSpPr>
          <p:nvPr/>
        </p:nvSpPr>
        <p:spPr>
          <a:xfrm>
            <a:off x="1428750" y="3086100"/>
            <a:ext cx="9620250" cy="9525"/>
          </a:xfrm>
          <a:prstGeom prst="rect">
            <a:avLst/>
          </a:prstGeom>
          <a:solidFill>
            <a:srgbClr val="2A2A38"/>
          </a:solidFill>
          <a:ln w="0">
            <a:noFill/>
            <a:prstDash val="solid"/>
          </a:ln>
        </p:spPr>
        <p:txBody>
          <a:bodyPr/>
          <a:lstStyle/>
          <a:p>
            <a:endParaRPr lang="en-IN"/>
          </a:p>
        </p:txBody>
      </p:sp>
      <p:sp>
        <p:nvSpPr>
          <p:cNvPr id="18" name="walk-number-bg-2">
            <a:extLst>
              <a:ext uri="{FF2B5EF4-FFF2-40B4-BE49-F238E27FC236}">
                <a16:creationId xmlns:a16="http://schemas.microsoft.com/office/drawing/2014/main" id="{A0050435-6C48-4942-9B37-8DADFDE18FB2}"/>
              </a:ext>
            </a:extLst>
          </p:cNvPr>
          <p:cNvSpPr>
            <a:spLocks noGrp="1"/>
          </p:cNvSpPr>
          <p:nvPr/>
        </p:nvSpPr>
        <p:spPr>
          <a:xfrm>
            <a:off x="742950" y="3286125"/>
            <a:ext cx="438150" cy="438150"/>
          </a:xfrm>
          <a:prstGeom prst="roundRect">
            <a:avLst>
              <a:gd name="adj" fmla="val 50000"/>
            </a:avLst>
          </a:prstGeom>
          <a:solidFill>
            <a:srgbClr val="13232C"/>
          </a:solidFill>
          <a:ln w="0">
            <a:noFill/>
            <a:prstDash val="solid"/>
          </a:ln>
        </p:spPr>
        <p:txBody>
          <a:bodyPr/>
          <a:lstStyle/>
          <a:p>
            <a:endParaRPr lang="en-IN"/>
          </a:p>
        </p:txBody>
      </p:sp>
      <p:sp>
        <p:nvSpPr>
          <p:cNvPr id="19" name="walk-number-2">
            <a:extLst>
              <a:ext uri="{FF2B5EF4-FFF2-40B4-BE49-F238E27FC236}">
                <a16:creationId xmlns:a16="http://schemas.microsoft.com/office/drawing/2014/main" id="{90D9D4E9-AFC0-4FC1-97B9-75E2C5FA4A01}"/>
              </a:ext>
            </a:extLst>
          </p:cNvPr>
          <p:cNvSpPr>
            <a:spLocks noGrp="1"/>
          </p:cNvSpPr>
          <p:nvPr/>
        </p:nvSpPr>
        <p:spPr>
          <a:xfrm>
            <a:off x="742950" y="3295650"/>
            <a:ext cx="438150" cy="419100"/>
          </a:xfrm>
          <a:prstGeom prst="rect">
            <a:avLst/>
          </a:prstGeom>
          <a:noFill/>
          <a:ln w="0">
            <a:noFill/>
            <a:prstDash val="solid"/>
          </a:ln>
        </p:spPr>
        <p:txBody>
          <a:bodyPr wrap="square" lIns="0" tIns="0" rIns="0" bIns="0" anchor="ctr">
            <a:normAutofit/>
          </a:bodyPr>
          <a:lstStyle>
            <a:defPPr algn="ctr">
              <a:defRPr sz="1275" b="1">
                <a:solidFill>
                  <a:srgbClr val="3DE8FF"/>
                </a:solidFill>
                <a:latin typeface="Arial"/>
                <a:ea typeface="Arial"/>
                <a:cs typeface="Arial"/>
              </a:defRPr>
            </a:defPPr>
            <a:lvl1pPr algn="ctr">
              <a:defRPr sz="1275" b="1">
                <a:solidFill>
                  <a:srgbClr val="3DE8FF"/>
                </a:solidFill>
                <a:latin typeface="Arial"/>
                <a:ea typeface="Arial"/>
                <a:cs typeface="Arial"/>
              </a:defRPr>
            </a:lvl1pPr>
            <a:lvl2pPr algn="ctr">
              <a:defRPr sz="1275" b="1">
                <a:solidFill>
                  <a:srgbClr val="3DE8FF"/>
                </a:solidFill>
                <a:latin typeface="Arial"/>
                <a:ea typeface="Arial"/>
                <a:cs typeface="Arial"/>
              </a:defRPr>
            </a:lvl2pPr>
            <a:lvl3pPr algn="ctr">
              <a:defRPr sz="1275" b="1">
                <a:solidFill>
                  <a:srgbClr val="3DE8FF"/>
                </a:solidFill>
                <a:latin typeface="Arial"/>
                <a:ea typeface="Arial"/>
                <a:cs typeface="Arial"/>
              </a:defRPr>
            </a:lvl3pPr>
            <a:lvl4pPr algn="ctr">
              <a:defRPr sz="1275" b="1">
                <a:solidFill>
                  <a:srgbClr val="3DE8FF"/>
                </a:solidFill>
                <a:latin typeface="Arial"/>
                <a:ea typeface="Arial"/>
                <a:cs typeface="Arial"/>
              </a:defRPr>
            </a:lvl4pPr>
            <a:lvl5pPr algn="ctr">
              <a:defRPr sz="1275" b="1">
                <a:solidFill>
                  <a:srgbClr val="3DE8FF"/>
                </a:solidFill>
                <a:latin typeface="Arial"/>
                <a:ea typeface="Arial"/>
                <a:cs typeface="Arial"/>
              </a:defRPr>
            </a:lvl5pPr>
            <a:lvl6pPr algn="ctr">
              <a:defRPr sz="1275" b="1">
                <a:solidFill>
                  <a:srgbClr val="3DE8FF"/>
                </a:solidFill>
                <a:latin typeface="Arial"/>
                <a:ea typeface="Arial"/>
                <a:cs typeface="Arial"/>
              </a:defRPr>
            </a:lvl6pPr>
            <a:lvl7pPr algn="ctr">
              <a:defRPr sz="1275" b="1">
                <a:solidFill>
                  <a:srgbClr val="3DE8FF"/>
                </a:solidFill>
                <a:latin typeface="Arial"/>
                <a:ea typeface="Arial"/>
                <a:cs typeface="Arial"/>
              </a:defRPr>
            </a:lvl7pPr>
            <a:lvl8pPr algn="ctr">
              <a:defRPr sz="1275" b="1">
                <a:solidFill>
                  <a:srgbClr val="3DE8FF"/>
                </a:solidFill>
                <a:latin typeface="Arial"/>
                <a:ea typeface="Arial"/>
                <a:cs typeface="Arial"/>
              </a:defRPr>
            </a:lvl8pPr>
            <a:lvl9pPr algn="ctr">
              <a:defRPr sz="1275" b="1">
                <a:solidFill>
                  <a:srgbClr val="3DE8FF"/>
                </a:solidFill>
                <a:latin typeface="Arial"/>
                <a:ea typeface="Arial"/>
                <a:cs typeface="Arial"/>
              </a:defRPr>
            </a:lvl9pPr>
          </a:lstStyle>
          <a:p>
            <a:pPr algn="ctr">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03</a:t>
            </a:r>
          </a:p>
        </p:txBody>
      </p:sp>
      <p:sp>
        <p:nvSpPr>
          <p:cNvPr id="20" name="walk-heading-2">
            <a:extLst>
              <a:ext uri="{FF2B5EF4-FFF2-40B4-BE49-F238E27FC236}">
                <a16:creationId xmlns:a16="http://schemas.microsoft.com/office/drawing/2014/main" id="{0FFA1687-D8D5-4603-88EC-B29E7ECFAF1A}"/>
              </a:ext>
            </a:extLst>
          </p:cNvPr>
          <p:cNvSpPr>
            <a:spLocks noGrp="1"/>
          </p:cNvSpPr>
          <p:nvPr/>
        </p:nvSpPr>
        <p:spPr>
          <a:xfrm>
            <a:off x="1428750" y="3276600"/>
            <a:ext cx="2952750" cy="30480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Review evidence</a:t>
            </a:r>
          </a:p>
        </p:txBody>
      </p:sp>
      <p:sp>
        <p:nvSpPr>
          <p:cNvPr id="21" name="walk-body-2">
            <a:extLst>
              <a:ext uri="{FF2B5EF4-FFF2-40B4-BE49-F238E27FC236}">
                <a16:creationId xmlns:a16="http://schemas.microsoft.com/office/drawing/2014/main" id="{CA05787A-0493-4AD4-921E-B9C85EE53C33}"/>
              </a:ext>
            </a:extLst>
          </p:cNvPr>
          <p:cNvSpPr>
            <a:spLocks noGrp="1"/>
          </p:cNvSpPr>
          <p:nvPr/>
        </p:nvSpPr>
        <p:spPr>
          <a:xfrm>
            <a:off x="4381500" y="3276600"/>
            <a:ext cx="6667500" cy="428625"/>
          </a:xfrm>
          <a:prstGeom prst="rect">
            <a:avLst/>
          </a:prstGeom>
          <a:noFill/>
          <a:ln w="0">
            <a:noFill/>
            <a:prstDash val="solid"/>
          </a:ln>
        </p:spPr>
        <p:txBody>
          <a:bodyPr wrap="square" lIns="0" tIns="0" rIns="0" bIns="0" anchor="ctr">
            <a:normAutofit/>
          </a:bodyPr>
          <a:lstStyle>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Compare source status, freshness, candidate findings, and applicability.</a:t>
            </a:r>
          </a:p>
        </p:txBody>
      </p:sp>
      <p:sp>
        <p:nvSpPr>
          <p:cNvPr id="22" name="walk-rule-2">
            <a:extLst>
              <a:ext uri="{FF2B5EF4-FFF2-40B4-BE49-F238E27FC236}">
                <a16:creationId xmlns:a16="http://schemas.microsoft.com/office/drawing/2014/main" id="{3E7778BC-BE84-498B-AFBF-CE09BC5D2AA8}"/>
              </a:ext>
            </a:extLst>
          </p:cNvPr>
          <p:cNvSpPr>
            <a:spLocks noGrp="1"/>
          </p:cNvSpPr>
          <p:nvPr/>
        </p:nvSpPr>
        <p:spPr>
          <a:xfrm>
            <a:off x="1428750" y="3819525"/>
            <a:ext cx="9620250" cy="9525"/>
          </a:xfrm>
          <a:prstGeom prst="rect">
            <a:avLst/>
          </a:prstGeom>
          <a:solidFill>
            <a:srgbClr val="2A2A38"/>
          </a:solidFill>
          <a:ln w="0">
            <a:noFill/>
            <a:prstDash val="solid"/>
          </a:ln>
        </p:spPr>
        <p:txBody>
          <a:bodyPr/>
          <a:lstStyle/>
          <a:p>
            <a:endParaRPr lang="en-IN"/>
          </a:p>
        </p:txBody>
      </p:sp>
      <p:sp>
        <p:nvSpPr>
          <p:cNvPr id="23" name="walk-number-bg-3">
            <a:extLst>
              <a:ext uri="{FF2B5EF4-FFF2-40B4-BE49-F238E27FC236}">
                <a16:creationId xmlns:a16="http://schemas.microsoft.com/office/drawing/2014/main" id="{43A0450D-2B67-49BA-B591-C7AA9975A03E}"/>
              </a:ext>
            </a:extLst>
          </p:cNvPr>
          <p:cNvSpPr>
            <a:spLocks noGrp="1"/>
          </p:cNvSpPr>
          <p:nvPr/>
        </p:nvSpPr>
        <p:spPr>
          <a:xfrm>
            <a:off x="742950" y="4019550"/>
            <a:ext cx="438150" cy="438150"/>
          </a:xfrm>
          <a:prstGeom prst="roundRect">
            <a:avLst>
              <a:gd name="adj" fmla="val 50000"/>
            </a:avLst>
          </a:prstGeom>
          <a:solidFill>
            <a:srgbClr val="211E38"/>
          </a:solidFill>
          <a:ln w="0">
            <a:noFill/>
            <a:prstDash val="solid"/>
          </a:ln>
        </p:spPr>
        <p:txBody>
          <a:bodyPr/>
          <a:lstStyle/>
          <a:p>
            <a:endParaRPr lang="en-IN"/>
          </a:p>
        </p:txBody>
      </p:sp>
      <p:sp>
        <p:nvSpPr>
          <p:cNvPr id="24" name="walk-number-3">
            <a:extLst>
              <a:ext uri="{FF2B5EF4-FFF2-40B4-BE49-F238E27FC236}">
                <a16:creationId xmlns:a16="http://schemas.microsoft.com/office/drawing/2014/main" id="{82C8742F-1493-45B3-AE79-7E147E51508F}"/>
              </a:ext>
            </a:extLst>
          </p:cNvPr>
          <p:cNvSpPr>
            <a:spLocks noGrp="1"/>
          </p:cNvSpPr>
          <p:nvPr/>
        </p:nvSpPr>
        <p:spPr>
          <a:xfrm>
            <a:off x="742950" y="4029075"/>
            <a:ext cx="438150" cy="419100"/>
          </a:xfrm>
          <a:prstGeom prst="rect">
            <a:avLst/>
          </a:prstGeom>
          <a:noFill/>
          <a:ln w="0">
            <a:noFill/>
            <a:prstDash val="solid"/>
          </a:ln>
        </p:spPr>
        <p:txBody>
          <a:bodyPr wrap="square" lIns="0" tIns="0" rIns="0" bIns="0" anchor="ctr">
            <a:normAutofit/>
          </a:bodyPr>
          <a:lstStyle>
            <a:defPPr algn="ctr">
              <a:defRPr sz="1275" b="1">
                <a:solidFill>
                  <a:srgbClr val="8B7CF6"/>
                </a:solidFill>
                <a:latin typeface="Arial"/>
                <a:ea typeface="Arial"/>
                <a:cs typeface="Arial"/>
              </a:defRPr>
            </a:defPPr>
            <a:lvl1pPr algn="ctr">
              <a:defRPr sz="1275" b="1">
                <a:solidFill>
                  <a:srgbClr val="8B7CF6"/>
                </a:solidFill>
                <a:latin typeface="Arial"/>
                <a:ea typeface="Arial"/>
                <a:cs typeface="Arial"/>
              </a:defRPr>
            </a:lvl1pPr>
            <a:lvl2pPr algn="ctr">
              <a:defRPr sz="1275" b="1">
                <a:solidFill>
                  <a:srgbClr val="8B7CF6"/>
                </a:solidFill>
                <a:latin typeface="Arial"/>
                <a:ea typeface="Arial"/>
                <a:cs typeface="Arial"/>
              </a:defRPr>
            </a:lvl2pPr>
            <a:lvl3pPr algn="ctr">
              <a:defRPr sz="1275" b="1">
                <a:solidFill>
                  <a:srgbClr val="8B7CF6"/>
                </a:solidFill>
                <a:latin typeface="Arial"/>
                <a:ea typeface="Arial"/>
                <a:cs typeface="Arial"/>
              </a:defRPr>
            </a:lvl3pPr>
            <a:lvl4pPr algn="ctr">
              <a:defRPr sz="1275" b="1">
                <a:solidFill>
                  <a:srgbClr val="8B7CF6"/>
                </a:solidFill>
                <a:latin typeface="Arial"/>
                <a:ea typeface="Arial"/>
                <a:cs typeface="Arial"/>
              </a:defRPr>
            </a:lvl4pPr>
            <a:lvl5pPr algn="ctr">
              <a:defRPr sz="1275" b="1">
                <a:solidFill>
                  <a:srgbClr val="8B7CF6"/>
                </a:solidFill>
                <a:latin typeface="Arial"/>
                <a:ea typeface="Arial"/>
                <a:cs typeface="Arial"/>
              </a:defRPr>
            </a:lvl5pPr>
            <a:lvl6pPr algn="ctr">
              <a:defRPr sz="1275" b="1">
                <a:solidFill>
                  <a:srgbClr val="8B7CF6"/>
                </a:solidFill>
                <a:latin typeface="Arial"/>
                <a:ea typeface="Arial"/>
                <a:cs typeface="Arial"/>
              </a:defRPr>
            </a:lvl6pPr>
            <a:lvl7pPr algn="ctr">
              <a:defRPr sz="1275" b="1">
                <a:solidFill>
                  <a:srgbClr val="8B7CF6"/>
                </a:solidFill>
                <a:latin typeface="Arial"/>
                <a:ea typeface="Arial"/>
                <a:cs typeface="Arial"/>
              </a:defRPr>
            </a:lvl7pPr>
            <a:lvl8pPr algn="ctr">
              <a:defRPr sz="1275" b="1">
                <a:solidFill>
                  <a:srgbClr val="8B7CF6"/>
                </a:solidFill>
                <a:latin typeface="Arial"/>
                <a:ea typeface="Arial"/>
                <a:cs typeface="Arial"/>
              </a:defRPr>
            </a:lvl8pPr>
            <a:lvl9pPr algn="ctr">
              <a:defRPr sz="1275" b="1">
                <a:solidFill>
                  <a:srgbClr val="8B7CF6"/>
                </a:solidFill>
                <a:latin typeface="Arial"/>
                <a:ea typeface="Arial"/>
                <a:cs typeface="Arial"/>
              </a:defRPr>
            </a:lvl9pPr>
          </a:lstStyle>
          <a:p>
            <a:pPr algn="ctr">
              <a:lnSpc>
                <a:spcPct val="100000"/>
              </a:lnSpc>
              <a:buNone/>
              <a:defRPr sz="1275" b="1">
                <a:solidFill>
                  <a:srgbClr val="8B7CF6"/>
                </a:solidFill>
                <a:latin typeface="Arial"/>
                <a:ea typeface="Arial"/>
                <a:cs typeface="Arial"/>
              </a:defRPr>
            </a:pPr>
            <a:r>
              <a:rPr sz="1275" b="1">
                <a:solidFill>
                  <a:srgbClr val="8B7CF6"/>
                </a:solidFill>
                <a:latin typeface="Arial"/>
                <a:ea typeface="Arial"/>
                <a:cs typeface="Arial"/>
              </a:rPr>
              <a:t>04</a:t>
            </a:r>
          </a:p>
        </p:txBody>
      </p:sp>
      <p:sp>
        <p:nvSpPr>
          <p:cNvPr id="25" name="walk-heading-3">
            <a:extLst>
              <a:ext uri="{FF2B5EF4-FFF2-40B4-BE49-F238E27FC236}">
                <a16:creationId xmlns:a16="http://schemas.microsoft.com/office/drawing/2014/main" id="{A07B87BA-353B-48F1-88F4-617011DEC7D7}"/>
              </a:ext>
            </a:extLst>
          </p:cNvPr>
          <p:cNvSpPr>
            <a:spLocks noGrp="1"/>
          </p:cNvSpPr>
          <p:nvPr/>
        </p:nvSpPr>
        <p:spPr>
          <a:xfrm>
            <a:off x="1428750" y="4010025"/>
            <a:ext cx="2952750" cy="30480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Create response work</a:t>
            </a:r>
          </a:p>
        </p:txBody>
      </p:sp>
      <p:sp>
        <p:nvSpPr>
          <p:cNvPr id="26" name="walk-body-3">
            <a:extLst>
              <a:ext uri="{FF2B5EF4-FFF2-40B4-BE49-F238E27FC236}">
                <a16:creationId xmlns:a16="http://schemas.microsoft.com/office/drawing/2014/main" id="{775A7BDA-6ACA-41B0-87B6-91927212950E}"/>
              </a:ext>
            </a:extLst>
          </p:cNvPr>
          <p:cNvSpPr>
            <a:spLocks noGrp="1"/>
          </p:cNvSpPr>
          <p:nvPr/>
        </p:nvSpPr>
        <p:spPr>
          <a:xfrm>
            <a:off x="4381500" y="4010025"/>
            <a:ext cx="6667500" cy="428625"/>
          </a:xfrm>
          <a:prstGeom prst="rect">
            <a:avLst/>
          </a:prstGeom>
          <a:noFill/>
          <a:ln w="0">
            <a:noFill/>
            <a:prstDash val="solid"/>
          </a:ln>
        </p:spPr>
        <p:txBody>
          <a:bodyPr wrap="square" lIns="0" tIns="0" rIns="0" bIns="0" anchor="ctr">
            <a:normAutofit/>
          </a:bodyPr>
          <a:lstStyle>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Link a reviewed item to an incident and remediation task.</a:t>
            </a:r>
          </a:p>
        </p:txBody>
      </p:sp>
      <p:sp>
        <p:nvSpPr>
          <p:cNvPr id="27" name="walk-rule-3">
            <a:extLst>
              <a:ext uri="{FF2B5EF4-FFF2-40B4-BE49-F238E27FC236}">
                <a16:creationId xmlns:a16="http://schemas.microsoft.com/office/drawing/2014/main" id="{26A24D1E-46AB-436D-995D-C377EE3391D9}"/>
              </a:ext>
            </a:extLst>
          </p:cNvPr>
          <p:cNvSpPr>
            <a:spLocks noGrp="1"/>
          </p:cNvSpPr>
          <p:nvPr/>
        </p:nvSpPr>
        <p:spPr>
          <a:xfrm>
            <a:off x="1428750" y="4552950"/>
            <a:ext cx="9620250" cy="9525"/>
          </a:xfrm>
          <a:prstGeom prst="rect">
            <a:avLst/>
          </a:prstGeom>
          <a:solidFill>
            <a:srgbClr val="2A2A38"/>
          </a:solidFill>
          <a:ln w="0">
            <a:noFill/>
            <a:prstDash val="solid"/>
          </a:ln>
        </p:spPr>
        <p:txBody>
          <a:bodyPr/>
          <a:lstStyle/>
          <a:p>
            <a:endParaRPr lang="en-IN"/>
          </a:p>
        </p:txBody>
      </p:sp>
      <p:sp>
        <p:nvSpPr>
          <p:cNvPr id="28" name="walk-number-bg-4">
            <a:extLst>
              <a:ext uri="{FF2B5EF4-FFF2-40B4-BE49-F238E27FC236}">
                <a16:creationId xmlns:a16="http://schemas.microsoft.com/office/drawing/2014/main" id="{1ACFA2F4-DAFA-4132-A786-F6BC6068D2E3}"/>
              </a:ext>
            </a:extLst>
          </p:cNvPr>
          <p:cNvSpPr>
            <a:spLocks noGrp="1"/>
          </p:cNvSpPr>
          <p:nvPr/>
        </p:nvSpPr>
        <p:spPr>
          <a:xfrm>
            <a:off x="742950" y="4752975"/>
            <a:ext cx="438150" cy="438150"/>
          </a:xfrm>
          <a:prstGeom prst="roundRect">
            <a:avLst>
              <a:gd name="adj" fmla="val 50000"/>
            </a:avLst>
          </a:prstGeom>
          <a:solidFill>
            <a:srgbClr val="13232C"/>
          </a:solidFill>
          <a:ln w="0">
            <a:noFill/>
            <a:prstDash val="solid"/>
          </a:ln>
        </p:spPr>
        <p:txBody>
          <a:bodyPr/>
          <a:lstStyle/>
          <a:p>
            <a:endParaRPr lang="en-IN"/>
          </a:p>
        </p:txBody>
      </p:sp>
      <p:sp>
        <p:nvSpPr>
          <p:cNvPr id="29" name="walk-number-4">
            <a:extLst>
              <a:ext uri="{FF2B5EF4-FFF2-40B4-BE49-F238E27FC236}">
                <a16:creationId xmlns:a16="http://schemas.microsoft.com/office/drawing/2014/main" id="{35AAB4B6-8377-44E3-AE69-21BC8F1F3C33}"/>
              </a:ext>
            </a:extLst>
          </p:cNvPr>
          <p:cNvSpPr>
            <a:spLocks noGrp="1"/>
          </p:cNvSpPr>
          <p:nvPr/>
        </p:nvSpPr>
        <p:spPr>
          <a:xfrm>
            <a:off x="742950" y="4762500"/>
            <a:ext cx="438150" cy="419100"/>
          </a:xfrm>
          <a:prstGeom prst="rect">
            <a:avLst/>
          </a:prstGeom>
          <a:noFill/>
          <a:ln w="0">
            <a:noFill/>
            <a:prstDash val="solid"/>
          </a:ln>
        </p:spPr>
        <p:txBody>
          <a:bodyPr wrap="square" lIns="0" tIns="0" rIns="0" bIns="0" anchor="ctr">
            <a:normAutofit/>
          </a:bodyPr>
          <a:lstStyle>
            <a:defPPr algn="ctr">
              <a:defRPr sz="1275" b="1">
                <a:solidFill>
                  <a:srgbClr val="3DE8FF"/>
                </a:solidFill>
                <a:latin typeface="Arial"/>
                <a:ea typeface="Arial"/>
                <a:cs typeface="Arial"/>
              </a:defRPr>
            </a:defPPr>
            <a:lvl1pPr algn="ctr">
              <a:defRPr sz="1275" b="1">
                <a:solidFill>
                  <a:srgbClr val="3DE8FF"/>
                </a:solidFill>
                <a:latin typeface="Arial"/>
                <a:ea typeface="Arial"/>
                <a:cs typeface="Arial"/>
              </a:defRPr>
            </a:lvl1pPr>
            <a:lvl2pPr algn="ctr">
              <a:defRPr sz="1275" b="1">
                <a:solidFill>
                  <a:srgbClr val="3DE8FF"/>
                </a:solidFill>
                <a:latin typeface="Arial"/>
                <a:ea typeface="Arial"/>
                <a:cs typeface="Arial"/>
              </a:defRPr>
            </a:lvl2pPr>
            <a:lvl3pPr algn="ctr">
              <a:defRPr sz="1275" b="1">
                <a:solidFill>
                  <a:srgbClr val="3DE8FF"/>
                </a:solidFill>
                <a:latin typeface="Arial"/>
                <a:ea typeface="Arial"/>
                <a:cs typeface="Arial"/>
              </a:defRPr>
            </a:lvl3pPr>
            <a:lvl4pPr algn="ctr">
              <a:defRPr sz="1275" b="1">
                <a:solidFill>
                  <a:srgbClr val="3DE8FF"/>
                </a:solidFill>
                <a:latin typeface="Arial"/>
                <a:ea typeface="Arial"/>
                <a:cs typeface="Arial"/>
              </a:defRPr>
            </a:lvl4pPr>
            <a:lvl5pPr algn="ctr">
              <a:defRPr sz="1275" b="1">
                <a:solidFill>
                  <a:srgbClr val="3DE8FF"/>
                </a:solidFill>
                <a:latin typeface="Arial"/>
                <a:ea typeface="Arial"/>
                <a:cs typeface="Arial"/>
              </a:defRPr>
            </a:lvl5pPr>
            <a:lvl6pPr algn="ctr">
              <a:defRPr sz="1275" b="1">
                <a:solidFill>
                  <a:srgbClr val="3DE8FF"/>
                </a:solidFill>
                <a:latin typeface="Arial"/>
                <a:ea typeface="Arial"/>
                <a:cs typeface="Arial"/>
              </a:defRPr>
            </a:lvl6pPr>
            <a:lvl7pPr algn="ctr">
              <a:defRPr sz="1275" b="1">
                <a:solidFill>
                  <a:srgbClr val="3DE8FF"/>
                </a:solidFill>
                <a:latin typeface="Arial"/>
                <a:ea typeface="Arial"/>
                <a:cs typeface="Arial"/>
              </a:defRPr>
            </a:lvl7pPr>
            <a:lvl8pPr algn="ctr">
              <a:defRPr sz="1275" b="1">
                <a:solidFill>
                  <a:srgbClr val="3DE8FF"/>
                </a:solidFill>
                <a:latin typeface="Arial"/>
                <a:ea typeface="Arial"/>
                <a:cs typeface="Arial"/>
              </a:defRPr>
            </a:lvl8pPr>
            <a:lvl9pPr algn="ctr">
              <a:defRPr sz="1275" b="1">
                <a:solidFill>
                  <a:srgbClr val="3DE8FF"/>
                </a:solidFill>
                <a:latin typeface="Arial"/>
                <a:ea typeface="Arial"/>
                <a:cs typeface="Arial"/>
              </a:defRPr>
            </a:lvl9pPr>
          </a:lstStyle>
          <a:p>
            <a:pPr algn="ctr">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05</a:t>
            </a:r>
          </a:p>
        </p:txBody>
      </p:sp>
      <p:sp>
        <p:nvSpPr>
          <p:cNvPr id="30" name="walk-heading-4">
            <a:extLst>
              <a:ext uri="{FF2B5EF4-FFF2-40B4-BE49-F238E27FC236}">
                <a16:creationId xmlns:a16="http://schemas.microsoft.com/office/drawing/2014/main" id="{29D64D83-1C78-442C-9354-2192A2BCBE2E}"/>
              </a:ext>
            </a:extLst>
          </p:cNvPr>
          <p:cNvSpPr>
            <a:spLocks noGrp="1"/>
          </p:cNvSpPr>
          <p:nvPr/>
        </p:nvSpPr>
        <p:spPr>
          <a:xfrm>
            <a:off x="1428750" y="4743450"/>
            <a:ext cx="2952750" cy="30480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Export a snapshot</a:t>
            </a:r>
          </a:p>
        </p:txBody>
      </p:sp>
      <p:sp>
        <p:nvSpPr>
          <p:cNvPr id="31" name="walk-body-4">
            <a:extLst>
              <a:ext uri="{FF2B5EF4-FFF2-40B4-BE49-F238E27FC236}">
                <a16:creationId xmlns:a16="http://schemas.microsoft.com/office/drawing/2014/main" id="{1069B020-29AB-4266-8411-F96CFAF48509}"/>
              </a:ext>
            </a:extLst>
          </p:cNvPr>
          <p:cNvSpPr>
            <a:spLocks noGrp="1"/>
          </p:cNvSpPr>
          <p:nvPr/>
        </p:nvSpPr>
        <p:spPr>
          <a:xfrm>
            <a:off x="4381500" y="4743450"/>
            <a:ext cx="6667500" cy="428625"/>
          </a:xfrm>
          <a:prstGeom prst="rect">
            <a:avLst/>
          </a:prstGeom>
          <a:noFill/>
          <a:ln w="0">
            <a:noFill/>
            <a:prstDash val="solid"/>
          </a:ln>
        </p:spPr>
        <p:txBody>
          <a:bodyPr wrap="square" lIns="0" tIns="0" rIns="0" bIns="0" anchor="ctr">
            <a:normAutofit/>
          </a:bodyPr>
          <a:lstStyle>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Show the saved report as a point-in-time record.</a:t>
            </a:r>
          </a:p>
        </p:txBody>
      </p:sp>
      <p:sp>
        <p:nvSpPr>
          <p:cNvPr id="32" name="walk-disclosure-bg">
            <a:extLst>
              <a:ext uri="{FF2B5EF4-FFF2-40B4-BE49-F238E27FC236}">
                <a16:creationId xmlns:a16="http://schemas.microsoft.com/office/drawing/2014/main" id="{8AA22B2C-4924-4026-B5E5-F0AA294807D8}"/>
              </a:ext>
            </a:extLst>
          </p:cNvPr>
          <p:cNvSpPr>
            <a:spLocks noGrp="1"/>
          </p:cNvSpPr>
          <p:nvPr/>
        </p:nvSpPr>
        <p:spPr>
          <a:xfrm>
            <a:off x="723900" y="5629275"/>
            <a:ext cx="10744200" cy="419100"/>
          </a:xfrm>
          <a:prstGeom prst="roundRect">
            <a:avLst>
              <a:gd name="adj" fmla="val 22727"/>
            </a:avLst>
          </a:prstGeom>
          <a:solidFill>
            <a:srgbClr val="14141C"/>
          </a:solidFill>
          <a:ln w="9525">
            <a:solidFill>
              <a:srgbClr val="2A2A38"/>
            </a:solidFill>
            <a:prstDash val="solid"/>
          </a:ln>
        </p:spPr>
        <p:txBody>
          <a:bodyPr/>
          <a:lstStyle/>
          <a:p>
            <a:endParaRPr lang="en-IN"/>
          </a:p>
        </p:txBody>
      </p:sp>
      <p:sp>
        <p:nvSpPr>
          <p:cNvPr id="33" name="walk-disclosure">
            <a:extLst>
              <a:ext uri="{FF2B5EF4-FFF2-40B4-BE49-F238E27FC236}">
                <a16:creationId xmlns:a16="http://schemas.microsoft.com/office/drawing/2014/main" id="{D166205E-45CD-4B0D-8B07-CD08AFDEE989}"/>
              </a:ext>
            </a:extLst>
          </p:cNvPr>
          <p:cNvSpPr>
            <a:spLocks noGrp="1"/>
          </p:cNvSpPr>
          <p:nvPr/>
        </p:nvSpPr>
        <p:spPr>
          <a:xfrm>
            <a:off x="895350" y="5676900"/>
            <a:ext cx="10382250" cy="304800"/>
          </a:xfrm>
          <a:prstGeom prst="rect">
            <a:avLst/>
          </a:prstGeom>
          <a:noFill/>
          <a:ln w="0">
            <a:noFill/>
            <a:prstDash val="solid"/>
          </a:ln>
        </p:spPr>
        <p:txBody>
          <a:bodyPr wrap="square" lIns="0" tIns="0" rIns="0" bIns="0" anchor="ctr">
            <a:normAutofit/>
          </a:bodyPr>
          <a:lstStyle>
            <a:defPPr algn="ctr">
              <a:defRPr sz="1275" b="1">
                <a:solidFill>
                  <a:srgbClr val="3DE8FF"/>
                </a:solidFill>
                <a:latin typeface="Arial"/>
                <a:ea typeface="Arial"/>
                <a:cs typeface="Arial"/>
              </a:defRPr>
            </a:defPPr>
            <a:lvl1pPr algn="ctr">
              <a:defRPr sz="1275" b="1">
                <a:solidFill>
                  <a:srgbClr val="3DE8FF"/>
                </a:solidFill>
                <a:latin typeface="Arial"/>
                <a:ea typeface="Arial"/>
                <a:cs typeface="Arial"/>
              </a:defRPr>
            </a:lvl1pPr>
            <a:lvl2pPr algn="ctr">
              <a:defRPr sz="1275" b="1">
                <a:solidFill>
                  <a:srgbClr val="3DE8FF"/>
                </a:solidFill>
                <a:latin typeface="Arial"/>
                <a:ea typeface="Arial"/>
                <a:cs typeface="Arial"/>
              </a:defRPr>
            </a:lvl2pPr>
            <a:lvl3pPr algn="ctr">
              <a:defRPr sz="1275" b="1">
                <a:solidFill>
                  <a:srgbClr val="3DE8FF"/>
                </a:solidFill>
                <a:latin typeface="Arial"/>
                <a:ea typeface="Arial"/>
                <a:cs typeface="Arial"/>
              </a:defRPr>
            </a:lvl3pPr>
            <a:lvl4pPr algn="ctr">
              <a:defRPr sz="1275" b="1">
                <a:solidFill>
                  <a:srgbClr val="3DE8FF"/>
                </a:solidFill>
                <a:latin typeface="Arial"/>
                <a:ea typeface="Arial"/>
                <a:cs typeface="Arial"/>
              </a:defRPr>
            </a:lvl4pPr>
            <a:lvl5pPr algn="ctr">
              <a:defRPr sz="1275" b="1">
                <a:solidFill>
                  <a:srgbClr val="3DE8FF"/>
                </a:solidFill>
                <a:latin typeface="Arial"/>
                <a:ea typeface="Arial"/>
                <a:cs typeface="Arial"/>
              </a:defRPr>
            </a:lvl5pPr>
            <a:lvl6pPr algn="ctr">
              <a:defRPr sz="1275" b="1">
                <a:solidFill>
                  <a:srgbClr val="3DE8FF"/>
                </a:solidFill>
                <a:latin typeface="Arial"/>
                <a:ea typeface="Arial"/>
                <a:cs typeface="Arial"/>
              </a:defRPr>
            </a:lvl6pPr>
            <a:lvl7pPr algn="ctr">
              <a:defRPr sz="1275" b="1">
                <a:solidFill>
                  <a:srgbClr val="3DE8FF"/>
                </a:solidFill>
                <a:latin typeface="Arial"/>
                <a:ea typeface="Arial"/>
                <a:cs typeface="Arial"/>
              </a:defRPr>
            </a:lvl7pPr>
            <a:lvl8pPr algn="ctr">
              <a:defRPr sz="1275" b="1">
                <a:solidFill>
                  <a:srgbClr val="3DE8FF"/>
                </a:solidFill>
                <a:latin typeface="Arial"/>
                <a:ea typeface="Arial"/>
                <a:cs typeface="Arial"/>
              </a:defRPr>
            </a:lvl8pPr>
            <a:lvl9pPr algn="ctr">
              <a:defRPr sz="1275" b="1">
                <a:solidFill>
                  <a:srgbClr val="3DE8FF"/>
                </a:solidFill>
                <a:latin typeface="Arial"/>
                <a:ea typeface="Arial"/>
                <a:cs typeface="Arial"/>
              </a:defRPr>
            </a:lvl9pPr>
          </a:lstStyle>
          <a:p>
            <a:pPr algn="ctr">
              <a:lnSpc>
                <a:spcPct val="100000"/>
              </a:lnSpc>
              <a:buNone/>
              <a:defRPr sz="1275" b="1">
                <a:solidFill>
                  <a:srgbClr val="3DE8FF"/>
                </a:solidFill>
                <a:latin typeface="Arial"/>
                <a:ea typeface="Arial"/>
                <a:cs typeface="Arial"/>
              </a:defRPr>
            </a:pPr>
            <a:r>
              <a:rPr sz="1275" b="1">
                <a:solidFill>
                  <a:srgbClr val="3DE8FF"/>
                </a:solidFill>
                <a:latin typeface="Arial"/>
                <a:ea typeface="Arial"/>
                <a:cs typeface="Arial"/>
              </a:rPr>
              <a:t>State clearly: Demo findings are synthetic; no external security checks run in this profile.</a:t>
            </a:r>
          </a:p>
        </p:txBody>
      </p:sp>
    </p:spTree>
    <p:extLst>
      <p:ext uri="{BB962C8B-B14F-4D97-AF65-F5344CB8AC3E}">
        <p14:creationId xmlns:p14="http://schemas.microsoft.com/office/powerpoint/2010/main" val="51095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9" name="slide-17-title">
            <a:extLst>
              <a:ext uri="{FF2B5EF4-FFF2-40B4-BE49-F238E27FC236}">
                <a16:creationId xmlns:a16="http://schemas.microsoft.com/office/drawing/2014/main" id="{E3CCD71D-3248-42AE-8527-B942BB8980CD}"/>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Local deployment &amp; run profile</a:t>
            </a:r>
          </a:p>
        </p:txBody>
      </p:sp>
      <p:sp>
        <p:nvSpPr>
          <p:cNvPr id="2" name="slide-17-accent-blue">
            <a:extLst>
              <a:ext uri="{FF2B5EF4-FFF2-40B4-BE49-F238E27FC236}">
                <a16:creationId xmlns:a16="http://schemas.microsoft.com/office/drawing/2014/main" id="{FF683051-B898-483A-AE1D-05D23C1AB338}"/>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17-accent-iris">
            <a:extLst>
              <a:ext uri="{FF2B5EF4-FFF2-40B4-BE49-F238E27FC236}">
                <a16:creationId xmlns:a16="http://schemas.microsoft.com/office/drawing/2014/main" id="{BC3E1648-7908-4F73-A454-4314598A747F}"/>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17-subtitle">
            <a:extLst>
              <a:ext uri="{FF2B5EF4-FFF2-40B4-BE49-F238E27FC236}">
                <a16:creationId xmlns:a16="http://schemas.microsoft.com/office/drawing/2014/main" id="{C910AD08-1932-47EA-A70B-23FC652EE248}"/>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Docker Compose keeps the showcase services together on the development machine.</a:t>
            </a:r>
          </a:p>
        </p:txBody>
      </p:sp>
      <p:sp>
        <p:nvSpPr>
          <p:cNvPr id="5" name="slide-17-footer-rule">
            <a:extLst>
              <a:ext uri="{FF2B5EF4-FFF2-40B4-BE49-F238E27FC236}">
                <a16:creationId xmlns:a16="http://schemas.microsoft.com/office/drawing/2014/main" id="{CD3BC334-1CA3-473A-9587-56654AF30486}"/>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17-footer">
            <a:extLst>
              <a:ext uri="{FF2B5EF4-FFF2-40B4-BE49-F238E27FC236}">
                <a16:creationId xmlns:a16="http://schemas.microsoft.com/office/drawing/2014/main" id="{BD33FD7E-22B3-4AFF-8973-D2D98BE2AAC7}"/>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7-page">
            <a:extLst>
              <a:ext uri="{FF2B5EF4-FFF2-40B4-BE49-F238E27FC236}">
                <a16:creationId xmlns:a16="http://schemas.microsoft.com/office/drawing/2014/main" id="{F5AE44CF-4E0C-42DE-9A5D-A2544E664688}"/>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17</a:t>
            </a:r>
          </a:p>
        </p:txBody>
      </p:sp>
      <p:sp>
        <p:nvSpPr>
          <p:cNvPr id="8" name="deploy-card-0">
            <a:extLst>
              <a:ext uri="{FF2B5EF4-FFF2-40B4-BE49-F238E27FC236}">
                <a16:creationId xmlns:a16="http://schemas.microsoft.com/office/drawing/2014/main" id="{AD6C4B47-1599-4AEE-A390-948086DAE2A9}"/>
              </a:ext>
            </a:extLst>
          </p:cNvPr>
          <p:cNvSpPr>
            <a:spLocks noGrp="1"/>
          </p:cNvSpPr>
          <p:nvPr/>
        </p:nvSpPr>
        <p:spPr>
          <a:xfrm>
            <a:off x="723900" y="2047875"/>
            <a:ext cx="3333750" cy="2400300"/>
          </a:xfrm>
          <a:prstGeom prst="roundRect">
            <a:avLst>
              <a:gd name="adj" fmla="val 5556"/>
            </a:avLst>
          </a:prstGeom>
          <a:solidFill>
            <a:srgbClr val="14141C"/>
          </a:solidFill>
          <a:ln w="9525">
            <a:solidFill>
              <a:srgbClr val="2A2A38"/>
            </a:solidFill>
            <a:prstDash val="solid"/>
          </a:ln>
        </p:spPr>
        <p:txBody>
          <a:bodyPr/>
          <a:lstStyle/>
          <a:p>
            <a:endParaRPr lang="en-IN"/>
          </a:p>
        </p:txBody>
      </p:sp>
      <p:sp>
        <p:nvSpPr>
          <p:cNvPr id="9" name="deploy-title-0">
            <a:extLst>
              <a:ext uri="{FF2B5EF4-FFF2-40B4-BE49-F238E27FC236}">
                <a16:creationId xmlns:a16="http://schemas.microsoft.com/office/drawing/2014/main" id="{D670A3B9-819F-49F2-9000-C6E9269DDA50}"/>
              </a:ext>
            </a:extLst>
          </p:cNvPr>
          <p:cNvSpPr>
            <a:spLocks noGrp="1"/>
          </p:cNvSpPr>
          <p:nvPr/>
        </p:nvSpPr>
        <p:spPr>
          <a:xfrm>
            <a:off x="933450" y="2257425"/>
            <a:ext cx="2914650" cy="323850"/>
          </a:xfrm>
          <a:prstGeom prst="rect">
            <a:avLst/>
          </a:prstGeom>
          <a:noFill/>
          <a:ln w="0">
            <a:noFill/>
            <a:prstDash val="solid"/>
          </a:ln>
        </p:spPr>
        <p:txBody>
          <a:bodyPr wrap="square" lIns="0" tIns="0" rIns="0" bIns="0" anchor="ctr">
            <a:normAutofit/>
          </a:bodyPr>
          <a:lstStyle>
            <a:defPPr algn="l">
              <a:defRPr sz="1350" b="1">
                <a:solidFill>
                  <a:srgbClr val="3DE8FF"/>
                </a:solidFill>
                <a:latin typeface="Arial"/>
                <a:ea typeface="Arial"/>
                <a:cs typeface="Arial"/>
              </a:defRPr>
            </a:defPPr>
            <a:lvl1pPr algn="l">
              <a:defRPr sz="1350" b="1">
                <a:solidFill>
                  <a:srgbClr val="3DE8FF"/>
                </a:solidFill>
                <a:latin typeface="Arial"/>
                <a:ea typeface="Arial"/>
                <a:cs typeface="Arial"/>
              </a:defRPr>
            </a:lvl1pPr>
            <a:lvl2pPr algn="l">
              <a:defRPr sz="1350" b="1">
                <a:solidFill>
                  <a:srgbClr val="3DE8FF"/>
                </a:solidFill>
                <a:latin typeface="Arial"/>
                <a:ea typeface="Arial"/>
                <a:cs typeface="Arial"/>
              </a:defRPr>
            </a:lvl2pPr>
            <a:lvl3pPr algn="l">
              <a:defRPr sz="1350" b="1">
                <a:solidFill>
                  <a:srgbClr val="3DE8FF"/>
                </a:solidFill>
                <a:latin typeface="Arial"/>
                <a:ea typeface="Arial"/>
                <a:cs typeface="Arial"/>
              </a:defRPr>
            </a:lvl3pPr>
            <a:lvl4pPr algn="l">
              <a:defRPr sz="1350" b="1">
                <a:solidFill>
                  <a:srgbClr val="3DE8FF"/>
                </a:solidFill>
                <a:latin typeface="Arial"/>
                <a:ea typeface="Arial"/>
                <a:cs typeface="Arial"/>
              </a:defRPr>
            </a:lvl4pPr>
            <a:lvl5pPr algn="l">
              <a:defRPr sz="1350" b="1">
                <a:solidFill>
                  <a:srgbClr val="3DE8FF"/>
                </a:solidFill>
                <a:latin typeface="Arial"/>
                <a:ea typeface="Arial"/>
                <a:cs typeface="Arial"/>
              </a:defRPr>
            </a:lvl5pPr>
            <a:lvl6pPr algn="l">
              <a:defRPr sz="1350" b="1">
                <a:solidFill>
                  <a:srgbClr val="3DE8FF"/>
                </a:solidFill>
                <a:latin typeface="Arial"/>
                <a:ea typeface="Arial"/>
                <a:cs typeface="Arial"/>
              </a:defRPr>
            </a:lvl6pPr>
            <a:lvl7pPr algn="l">
              <a:defRPr sz="1350" b="1">
                <a:solidFill>
                  <a:srgbClr val="3DE8FF"/>
                </a:solidFill>
                <a:latin typeface="Arial"/>
                <a:ea typeface="Arial"/>
                <a:cs typeface="Arial"/>
              </a:defRPr>
            </a:lvl7pPr>
            <a:lvl8pPr algn="l">
              <a:defRPr sz="1350" b="1">
                <a:solidFill>
                  <a:srgbClr val="3DE8FF"/>
                </a:solidFill>
                <a:latin typeface="Arial"/>
                <a:ea typeface="Arial"/>
                <a:cs typeface="Arial"/>
              </a:defRPr>
            </a:lvl8pPr>
            <a:lvl9pPr algn="l">
              <a:defRPr sz="1350" b="1">
                <a:solidFill>
                  <a:srgbClr val="3DE8FF"/>
                </a:solidFill>
                <a:latin typeface="Arial"/>
                <a:ea typeface="Arial"/>
                <a:cs typeface="Arial"/>
              </a:defRPr>
            </a:lvl9pPr>
          </a:lstStyle>
          <a:p>
            <a:pPr algn="l">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USER INTERFACE</a:t>
            </a:r>
          </a:p>
        </p:txBody>
      </p:sp>
      <p:sp>
        <p:nvSpPr>
          <p:cNvPr id="10" name="deploy-rule-0">
            <a:extLst>
              <a:ext uri="{FF2B5EF4-FFF2-40B4-BE49-F238E27FC236}">
                <a16:creationId xmlns:a16="http://schemas.microsoft.com/office/drawing/2014/main" id="{F54061FA-99B0-4A87-B4FA-08C275EAF5D3}"/>
              </a:ext>
            </a:extLst>
          </p:cNvPr>
          <p:cNvSpPr>
            <a:spLocks noGrp="1"/>
          </p:cNvSpPr>
          <p:nvPr/>
        </p:nvSpPr>
        <p:spPr>
          <a:xfrm>
            <a:off x="933450" y="2667000"/>
            <a:ext cx="2914650" cy="28575"/>
          </a:xfrm>
          <a:prstGeom prst="rect">
            <a:avLst/>
          </a:prstGeom>
          <a:solidFill>
            <a:srgbClr val="3DE8FF"/>
          </a:solidFill>
          <a:ln w="0">
            <a:noFill/>
            <a:prstDash val="solid"/>
          </a:ln>
        </p:spPr>
        <p:txBody>
          <a:bodyPr/>
          <a:lstStyle/>
          <a:p>
            <a:endParaRPr lang="en-IN"/>
          </a:p>
        </p:txBody>
      </p:sp>
      <p:sp>
        <p:nvSpPr>
          <p:cNvPr id="11" name="deploy-line-0-0">
            <a:extLst>
              <a:ext uri="{FF2B5EF4-FFF2-40B4-BE49-F238E27FC236}">
                <a16:creationId xmlns:a16="http://schemas.microsoft.com/office/drawing/2014/main" id="{B11335FC-2C67-4EBF-BE3B-45D4AC6C3D36}"/>
              </a:ext>
            </a:extLst>
          </p:cNvPr>
          <p:cNvSpPr>
            <a:spLocks noGrp="1"/>
          </p:cNvSpPr>
          <p:nvPr/>
        </p:nvSpPr>
        <p:spPr>
          <a:xfrm>
            <a:off x="933450" y="2886075"/>
            <a:ext cx="2914650" cy="3619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Browser opens the local workspace</a:t>
            </a:r>
          </a:p>
        </p:txBody>
      </p:sp>
      <p:sp>
        <p:nvSpPr>
          <p:cNvPr id="12" name="deploy-line-0-1">
            <a:extLst>
              <a:ext uri="{FF2B5EF4-FFF2-40B4-BE49-F238E27FC236}">
                <a16:creationId xmlns:a16="http://schemas.microsoft.com/office/drawing/2014/main" id="{ABB80336-6DE0-4560-A371-297CA50BEE99}"/>
              </a:ext>
            </a:extLst>
          </p:cNvPr>
          <p:cNvSpPr>
            <a:spLocks noGrp="1"/>
          </p:cNvSpPr>
          <p:nvPr/>
        </p:nvSpPr>
        <p:spPr>
          <a:xfrm>
            <a:off x="933450" y="3314700"/>
            <a:ext cx="2914650" cy="3619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Caddy provides local HTTPS</a:t>
            </a:r>
          </a:p>
        </p:txBody>
      </p:sp>
      <p:sp>
        <p:nvSpPr>
          <p:cNvPr id="13" name="deploy-line-0-2">
            <a:extLst>
              <a:ext uri="{FF2B5EF4-FFF2-40B4-BE49-F238E27FC236}">
                <a16:creationId xmlns:a16="http://schemas.microsoft.com/office/drawing/2014/main" id="{EE0367CA-7645-4A87-B124-A693490472FB}"/>
              </a:ext>
            </a:extLst>
          </p:cNvPr>
          <p:cNvSpPr>
            <a:spLocks noGrp="1"/>
          </p:cNvSpPr>
          <p:nvPr/>
        </p:nvSpPr>
        <p:spPr>
          <a:xfrm>
            <a:off x="933450" y="3743325"/>
            <a:ext cx="2914650" cy="3619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Nginx serves the built frontend</a:t>
            </a:r>
          </a:p>
        </p:txBody>
      </p:sp>
      <p:sp>
        <p:nvSpPr>
          <p:cNvPr id="14" name="deploy-card-1">
            <a:extLst>
              <a:ext uri="{FF2B5EF4-FFF2-40B4-BE49-F238E27FC236}">
                <a16:creationId xmlns:a16="http://schemas.microsoft.com/office/drawing/2014/main" id="{6A11CD44-5772-43C6-BAF4-43D07FB07440}"/>
              </a:ext>
            </a:extLst>
          </p:cNvPr>
          <p:cNvSpPr>
            <a:spLocks noGrp="1"/>
          </p:cNvSpPr>
          <p:nvPr/>
        </p:nvSpPr>
        <p:spPr>
          <a:xfrm>
            <a:off x="4429125" y="2047875"/>
            <a:ext cx="3333750" cy="2400300"/>
          </a:xfrm>
          <a:prstGeom prst="roundRect">
            <a:avLst>
              <a:gd name="adj" fmla="val 5556"/>
            </a:avLst>
          </a:prstGeom>
          <a:solidFill>
            <a:srgbClr val="14141C"/>
          </a:solidFill>
          <a:ln w="9525">
            <a:solidFill>
              <a:srgbClr val="2A2A38"/>
            </a:solidFill>
            <a:prstDash val="solid"/>
          </a:ln>
        </p:spPr>
        <p:txBody>
          <a:bodyPr/>
          <a:lstStyle/>
          <a:p>
            <a:endParaRPr lang="en-IN"/>
          </a:p>
        </p:txBody>
      </p:sp>
      <p:sp>
        <p:nvSpPr>
          <p:cNvPr id="15" name="deploy-title-1">
            <a:extLst>
              <a:ext uri="{FF2B5EF4-FFF2-40B4-BE49-F238E27FC236}">
                <a16:creationId xmlns:a16="http://schemas.microsoft.com/office/drawing/2014/main" id="{E08BCD1F-74B1-450D-9337-DD687029118A}"/>
              </a:ext>
            </a:extLst>
          </p:cNvPr>
          <p:cNvSpPr>
            <a:spLocks noGrp="1"/>
          </p:cNvSpPr>
          <p:nvPr/>
        </p:nvSpPr>
        <p:spPr>
          <a:xfrm>
            <a:off x="4638675" y="2257425"/>
            <a:ext cx="2914650" cy="323850"/>
          </a:xfrm>
          <a:prstGeom prst="rect">
            <a:avLst/>
          </a:prstGeom>
          <a:noFill/>
          <a:ln w="0">
            <a:noFill/>
            <a:prstDash val="solid"/>
          </a:ln>
        </p:spPr>
        <p:txBody>
          <a:bodyPr wrap="square" lIns="0" tIns="0" rIns="0" bIns="0" anchor="ctr">
            <a:normAutofit/>
          </a:bodyPr>
          <a:lstStyle>
            <a:defPPr algn="l">
              <a:defRPr sz="1350" b="1">
                <a:solidFill>
                  <a:srgbClr val="8B7CF6"/>
                </a:solidFill>
                <a:latin typeface="Arial"/>
                <a:ea typeface="Arial"/>
                <a:cs typeface="Arial"/>
              </a:defRPr>
            </a:defPPr>
            <a:lvl1pPr algn="l">
              <a:defRPr sz="1350" b="1">
                <a:solidFill>
                  <a:srgbClr val="8B7CF6"/>
                </a:solidFill>
                <a:latin typeface="Arial"/>
                <a:ea typeface="Arial"/>
                <a:cs typeface="Arial"/>
              </a:defRPr>
            </a:lvl1pPr>
            <a:lvl2pPr algn="l">
              <a:defRPr sz="1350" b="1">
                <a:solidFill>
                  <a:srgbClr val="8B7CF6"/>
                </a:solidFill>
                <a:latin typeface="Arial"/>
                <a:ea typeface="Arial"/>
                <a:cs typeface="Arial"/>
              </a:defRPr>
            </a:lvl2pPr>
            <a:lvl3pPr algn="l">
              <a:defRPr sz="1350" b="1">
                <a:solidFill>
                  <a:srgbClr val="8B7CF6"/>
                </a:solidFill>
                <a:latin typeface="Arial"/>
                <a:ea typeface="Arial"/>
                <a:cs typeface="Arial"/>
              </a:defRPr>
            </a:lvl3pPr>
            <a:lvl4pPr algn="l">
              <a:defRPr sz="1350" b="1">
                <a:solidFill>
                  <a:srgbClr val="8B7CF6"/>
                </a:solidFill>
                <a:latin typeface="Arial"/>
                <a:ea typeface="Arial"/>
                <a:cs typeface="Arial"/>
              </a:defRPr>
            </a:lvl4pPr>
            <a:lvl5pPr algn="l">
              <a:defRPr sz="1350" b="1">
                <a:solidFill>
                  <a:srgbClr val="8B7CF6"/>
                </a:solidFill>
                <a:latin typeface="Arial"/>
                <a:ea typeface="Arial"/>
                <a:cs typeface="Arial"/>
              </a:defRPr>
            </a:lvl5pPr>
            <a:lvl6pPr algn="l">
              <a:defRPr sz="1350" b="1">
                <a:solidFill>
                  <a:srgbClr val="8B7CF6"/>
                </a:solidFill>
                <a:latin typeface="Arial"/>
                <a:ea typeface="Arial"/>
                <a:cs typeface="Arial"/>
              </a:defRPr>
            </a:lvl6pPr>
            <a:lvl7pPr algn="l">
              <a:defRPr sz="1350" b="1">
                <a:solidFill>
                  <a:srgbClr val="8B7CF6"/>
                </a:solidFill>
                <a:latin typeface="Arial"/>
                <a:ea typeface="Arial"/>
                <a:cs typeface="Arial"/>
              </a:defRPr>
            </a:lvl7pPr>
            <a:lvl8pPr algn="l">
              <a:defRPr sz="1350" b="1">
                <a:solidFill>
                  <a:srgbClr val="8B7CF6"/>
                </a:solidFill>
                <a:latin typeface="Arial"/>
                <a:ea typeface="Arial"/>
                <a:cs typeface="Arial"/>
              </a:defRPr>
            </a:lvl8pPr>
            <a:lvl9pPr algn="l">
              <a:defRPr sz="1350" b="1">
                <a:solidFill>
                  <a:srgbClr val="8B7CF6"/>
                </a:solidFill>
                <a:latin typeface="Arial"/>
                <a:ea typeface="Arial"/>
                <a:cs typeface="Arial"/>
              </a:defRPr>
            </a:lvl9pPr>
          </a:lstStyle>
          <a:p>
            <a:pPr algn="l">
              <a:lnSpc>
                <a:spcPct val="100000"/>
              </a:lnSpc>
              <a:buNone/>
              <a:defRPr sz="1350" b="1">
                <a:solidFill>
                  <a:srgbClr val="8B7CF6"/>
                </a:solidFill>
                <a:latin typeface="Arial"/>
                <a:ea typeface="Arial"/>
                <a:cs typeface="Arial"/>
              </a:defRPr>
            </a:pPr>
            <a:r>
              <a:rPr sz="1350" b="1">
                <a:solidFill>
                  <a:srgbClr val="8B7CF6"/>
                </a:solidFill>
                <a:latin typeface="Arial"/>
                <a:ea typeface="Arial"/>
                <a:cs typeface="Arial"/>
              </a:rPr>
              <a:t>APPLICATION</a:t>
            </a:r>
          </a:p>
        </p:txBody>
      </p:sp>
      <p:sp>
        <p:nvSpPr>
          <p:cNvPr id="16" name="deploy-rule-1">
            <a:extLst>
              <a:ext uri="{FF2B5EF4-FFF2-40B4-BE49-F238E27FC236}">
                <a16:creationId xmlns:a16="http://schemas.microsoft.com/office/drawing/2014/main" id="{137332F9-B531-44DF-94FC-F31F83780408}"/>
              </a:ext>
            </a:extLst>
          </p:cNvPr>
          <p:cNvSpPr>
            <a:spLocks noGrp="1"/>
          </p:cNvSpPr>
          <p:nvPr/>
        </p:nvSpPr>
        <p:spPr>
          <a:xfrm>
            <a:off x="4638675" y="2667000"/>
            <a:ext cx="2914650" cy="28575"/>
          </a:xfrm>
          <a:prstGeom prst="rect">
            <a:avLst/>
          </a:prstGeom>
          <a:solidFill>
            <a:srgbClr val="8B7CF6"/>
          </a:solidFill>
          <a:ln w="0">
            <a:noFill/>
            <a:prstDash val="solid"/>
          </a:ln>
        </p:spPr>
        <p:txBody>
          <a:bodyPr/>
          <a:lstStyle/>
          <a:p>
            <a:endParaRPr lang="en-IN"/>
          </a:p>
        </p:txBody>
      </p:sp>
      <p:sp>
        <p:nvSpPr>
          <p:cNvPr id="17" name="deploy-line-1-0">
            <a:extLst>
              <a:ext uri="{FF2B5EF4-FFF2-40B4-BE49-F238E27FC236}">
                <a16:creationId xmlns:a16="http://schemas.microsoft.com/office/drawing/2014/main" id="{88348DD0-F8CD-4796-9618-595B103A3A76}"/>
              </a:ext>
            </a:extLst>
          </p:cNvPr>
          <p:cNvSpPr>
            <a:spLocks noGrp="1"/>
          </p:cNvSpPr>
          <p:nvPr/>
        </p:nvSpPr>
        <p:spPr>
          <a:xfrm>
            <a:off x="4638675" y="2886075"/>
            <a:ext cx="2914650" cy="3619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FastAPI serves authenticated APIs</a:t>
            </a:r>
          </a:p>
        </p:txBody>
      </p:sp>
      <p:sp>
        <p:nvSpPr>
          <p:cNvPr id="18" name="deploy-line-1-1">
            <a:extLst>
              <a:ext uri="{FF2B5EF4-FFF2-40B4-BE49-F238E27FC236}">
                <a16:creationId xmlns:a16="http://schemas.microsoft.com/office/drawing/2014/main" id="{F984147C-4137-492F-AE8B-6BA6F53C66BD}"/>
              </a:ext>
            </a:extLst>
          </p:cNvPr>
          <p:cNvSpPr>
            <a:spLocks noGrp="1"/>
          </p:cNvSpPr>
          <p:nvPr/>
        </p:nvSpPr>
        <p:spPr>
          <a:xfrm>
            <a:off x="4638675" y="3314700"/>
            <a:ext cx="2914650" cy="3619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Dispatcher publishes pending jobs</a:t>
            </a:r>
          </a:p>
        </p:txBody>
      </p:sp>
      <p:sp>
        <p:nvSpPr>
          <p:cNvPr id="19" name="deploy-line-1-2">
            <a:extLst>
              <a:ext uri="{FF2B5EF4-FFF2-40B4-BE49-F238E27FC236}">
                <a16:creationId xmlns:a16="http://schemas.microsoft.com/office/drawing/2014/main" id="{242373F3-1F80-4A67-B98F-A42BB16F561D}"/>
              </a:ext>
            </a:extLst>
          </p:cNvPr>
          <p:cNvSpPr>
            <a:spLocks noGrp="1"/>
          </p:cNvSpPr>
          <p:nvPr/>
        </p:nvSpPr>
        <p:spPr>
          <a:xfrm>
            <a:off x="4638675" y="3743325"/>
            <a:ext cx="2914650" cy="3619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Worker runs collector tasks</a:t>
            </a:r>
          </a:p>
        </p:txBody>
      </p:sp>
      <p:sp>
        <p:nvSpPr>
          <p:cNvPr id="20" name="deploy-card-2">
            <a:extLst>
              <a:ext uri="{FF2B5EF4-FFF2-40B4-BE49-F238E27FC236}">
                <a16:creationId xmlns:a16="http://schemas.microsoft.com/office/drawing/2014/main" id="{0AD7163E-DCD6-4F0E-8B14-EA2A3FC854D2}"/>
              </a:ext>
            </a:extLst>
          </p:cNvPr>
          <p:cNvSpPr>
            <a:spLocks noGrp="1"/>
          </p:cNvSpPr>
          <p:nvPr/>
        </p:nvSpPr>
        <p:spPr>
          <a:xfrm>
            <a:off x="8134350" y="2047875"/>
            <a:ext cx="3333750" cy="2400300"/>
          </a:xfrm>
          <a:prstGeom prst="roundRect">
            <a:avLst>
              <a:gd name="adj" fmla="val 5556"/>
            </a:avLst>
          </a:prstGeom>
          <a:solidFill>
            <a:srgbClr val="14141C"/>
          </a:solidFill>
          <a:ln w="9525">
            <a:solidFill>
              <a:srgbClr val="2A2A38"/>
            </a:solidFill>
            <a:prstDash val="solid"/>
          </a:ln>
        </p:spPr>
        <p:txBody>
          <a:bodyPr/>
          <a:lstStyle/>
          <a:p>
            <a:endParaRPr lang="en-IN"/>
          </a:p>
        </p:txBody>
      </p:sp>
      <p:sp>
        <p:nvSpPr>
          <p:cNvPr id="21" name="deploy-title-2">
            <a:extLst>
              <a:ext uri="{FF2B5EF4-FFF2-40B4-BE49-F238E27FC236}">
                <a16:creationId xmlns:a16="http://schemas.microsoft.com/office/drawing/2014/main" id="{6A2446FC-A9F7-4417-8E0C-AC6DA911061C}"/>
              </a:ext>
            </a:extLst>
          </p:cNvPr>
          <p:cNvSpPr>
            <a:spLocks noGrp="1"/>
          </p:cNvSpPr>
          <p:nvPr/>
        </p:nvSpPr>
        <p:spPr>
          <a:xfrm>
            <a:off x="8343900" y="2257425"/>
            <a:ext cx="2914650" cy="323850"/>
          </a:xfrm>
          <a:prstGeom prst="rect">
            <a:avLst/>
          </a:prstGeom>
          <a:noFill/>
          <a:ln w="0">
            <a:noFill/>
            <a:prstDash val="solid"/>
          </a:ln>
        </p:spPr>
        <p:txBody>
          <a:bodyPr wrap="square" lIns="0" tIns="0" rIns="0" bIns="0" anchor="ctr">
            <a:normAutofit/>
          </a:bodyPr>
          <a:lstStyle>
            <a:defPPr algn="l">
              <a:defRPr sz="1350" b="1">
                <a:solidFill>
                  <a:srgbClr val="3DE8FF"/>
                </a:solidFill>
                <a:latin typeface="Arial"/>
                <a:ea typeface="Arial"/>
                <a:cs typeface="Arial"/>
              </a:defRPr>
            </a:defPPr>
            <a:lvl1pPr algn="l">
              <a:defRPr sz="1350" b="1">
                <a:solidFill>
                  <a:srgbClr val="3DE8FF"/>
                </a:solidFill>
                <a:latin typeface="Arial"/>
                <a:ea typeface="Arial"/>
                <a:cs typeface="Arial"/>
              </a:defRPr>
            </a:lvl1pPr>
            <a:lvl2pPr algn="l">
              <a:defRPr sz="1350" b="1">
                <a:solidFill>
                  <a:srgbClr val="3DE8FF"/>
                </a:solidFill>
                <a:latin typeface="Arial"/>
                <a:ea typeface="Arial"/>
                <a:cs typeface="Arial"/>
              </a:defRPr>
            </a:lvl2pPr>
            <a:lvl3pPr algn="l">
              <a:defRPr sz="1350" b="1">
                <a:solidFill>
                  <a:srgbClr val="3DE8FF"/>
                </a:solidFill>
                <a:latin typeface="Arial"/>
                <a:ea typeface="Arial"/>
                <a:cs typeface="Arial"/>
              </a:defRPr>
            </a:lvl3pPr>
            <a:lvl4pPr algn="l">
              <a:defRPr sz="1350" b="1">
                <a:solidFill>
                  <a:srgbClr val="3DE8FF"/>
                </a:solidFill>
                <a:latin typeface="Arial"/>
                <a:ea typeface="Arial"/>
                <a:cs typeface="Arial"/>
              </a:defRPr>
            </a:lvl4pPr>
            <a:lvl5pPr algn="l">
              <a:defRPr sz="1350" b="1">
                <a:solidFill>
                  <a:srgbClr val="3DE8FF"/>
                </a:solidFill>
                <a:latin typeface="Arial"/>
                <a:ea typeface="Arial"/>
                <a:cs typeface="Arial"/>
              </a:defRPr>
            </a:lvl5pPr>
            <a:lvl6pPr algn="l">
              <a:defRPr sz="1350" b="1">
                <a:solidFill>
                  <a:srgbClr val="3DE8FF"/>
                </a:solidFill>
                <a:latin typeface="Arial"/>
                <a:ea typeface="Arial"/>
                <a:cs typeface="Arial"/>
              </a:defRPr>
            </a:lvl6pPr>
            <a:lvl7pPr algn="l">
              <a:defRPr sz="1350" b="1">
                <a:solidFill>
                  <a:srgbClr val="3DE8FF"/>
                </a:solidFill>
                <a:latin typeface="Arial"/>
                <a:ea typeface="Arial"/>
                <a:cs typeface="Arial"/>
              </a:defRPr>
            </a:lvl7pPr>
            <a:lvl8pPr algn="l">
              <a:defRPr sz="1350" b="1">
                <a:solidFill>
                  <a:srgbClr val="3DE8FF"/>
                </a:solidFill>
                <a:latin typeface="Arial"/>
                <a:ea typeface="Arial"/>
                <a:cs typeface="Arial"/>
              </a:defRPr>
            </a:lvl8pPr>
            <a:lvl9pPr algn="l">
              <a:defRPr sz="1350" b="1">
                <a:solidFill>
                  <a:srgbClr val="3DE8FF"/>
                </a:solidFill>
                <a:latin typeface="Arial"/>
                <a:ea typeface="Arial"/>
                <a:cs typeface="Arial"/>
              </a:defRPr>
            </a:lvl9pPr>
          </a:lstStyle>
          <a:p>
            <a:pPr algn="l">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DATA SERVICES</a:t>
            </a:r>
          </a:p>
        </p:txBody>
      </p:sp>
      <p:sp>
        <p:nvSpPr>
          <p:cNvPr id="22" name="deploy-rule-2">
            <a:extLst>
              <a:ext uri="{FF2B5EF4-FFF2-40B4-BE49-F238E27FC236}">
                <a16:creationId xmlns:a16="http://schemas.microsoft.com/office/drawing/2014/main" id="{366ED861-B55C-48C1-93BA-A9ACEA77EBDE}"/>
              </a:ext>
            </a:extLst>
          </p:cNvPr>
          <p:cNvSpPr>
            <a:spLocks noGrp="1"/>
          </p:cNvSpPr>
          <p:nvPr/>
        </p:nvSpPr>
        <p:spPr>
          <a:xfrm>
            <a:off x="8343900" y="2667000"/>
            <a:ext cx="2914650" cy="28575"/>
          </a:xfrm>
          <a:prstGeom prst="rect">
            <a:avLst/>
          </a:prstGeom>
          <a:solidFill>
            <a:srgbClr val="3DE8FF"/>
          </a:solidFill>
          <a:ln w="0">
            <a:noFill/>
            <a:prstDash val="solid"/>
          </a:ln>
        </p:spPr>
        <p:txBody>
          <a:bodyPr/>
          <a:lstStyle/>
          <a:p>
            <a:endParaRPr lang="en-IN"/>
          </a:p>
        </p:txBody>
      </p:sp>
      <p:sp>
        <p:nvSpPr>
          <p:cNvPr id="23" name="deploy-line-2-0">
            <a:extLst>
              <a:ext uri="{FF2B5EF4-FFF2-40B4-BE49-F238E27FC236}">
                <a16:creationId xmlns:a16="http://schemas.microsoft.com/office/drawing/2014/main" id="{0C398441-A205-4268-99D8-CB20A47EA49D}"/>
              </a:ext>
            </a:extLst>
          </p:cNvPr>
          <p:cNvSpPr>
            <a:spLocks noGrp="1"/>
          </p:cNvSpPr>
          <p:nvPr/>
        </p:nvSpPr>
        <p:spPr>
          <a:xfrm>
            <a:off x="8343900" y="2886075"/>
            <a:ext cx="2914650" cy="3619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PostgreSQL stores workspace records</a:t>
            </a:r>
          </a:p>
        </p:txBody>
      </p:sp>
      <p:sp>
        <p:nvSpPr>
          <p:cNvPr id="24" name="deploy-line-2-1">
            <a:extLst>
              <a:ext uri="{FF2B5EF4-FFF2-40B4-BE49-F238E27FC236}">
                <a16:creationId xmlns:a16="http://schemas.microsoft.com/office/drawing/2014/main" id="{723FBBA6-6939-457B-97AB-59F92BD7DB9F}"/>
              </a:ext>
            </a:extLst>
          </p:cNvPr>
          <p:cNvSpPr>
            <a:spLocks noGrp="1"/>
          </p:cNvSpPr>
          <p:nvPr/>
        </p:nvSpPr>
        <p:spPr>
          <a:xfrm>
            <a:off x="8343900" y="3314700"/>
            <a:ext cx="2914650" cy="3619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Redis supports queues and throttling</a:t>
            </a:r>
          </a:p>
        </p:txBody>
      </p:sp>
      <p:sp>
        <p:nvSpPr>
          <p:cNvPr id="25" name="deploy-line-2-2">
            <a:extLst>
              <a:ext uri="{FF2B5EF4-FFF2-40B4-BE49-F238E27FC236}">
                <a16:creationId xmlns:a16="http://schemas.microsoft.com/office/drawing/2014/main" id="{12C89F1B-0218-48C1-9CC0-A931907DB7D6}"/>
              </a:ext>
            </a:extLst>
          </p:cNvPr>
          <p:cNvSpPr>
            <a:spLocks noGrp="1"/>
          </p:cNvSpPr>
          <p:nvPr/>
        </p:nvSpPr>
        <p:spPr>
          <a:xfrm>
            <a:off x="8343900" y="3743325"/>
            <a:ext cx="2914650" cy="361950"/>
          </a:xfrm>
          <a:prstGeom prst="rect">
            <a:avLst/>
          </a:prstGeom>
          <a:noFill/>
          <a:ln w="0">
            <a:noFill/>
            <a:prstDash val="solid"/>
          </a:ln>
        </p:spPr>
        <p:txBody>
          <a:bodyPr wrap="square" lIns="0" tIns="0" rIns="0" bIns="0" anchor="ctr">
            <a:normAutofit/>
          </a:bodyPr>
          <a:lstStyle>
            <a:defPPr algn="l">
              <a:defRPr sz="1275" b="0">
                <a:solidFill>
                  <a:srgbClr val="EDEDF2"/>
                </a:solidFill>
                <a:latin typeface="Arial"/>
                <a:ea typeface="Arial"/>
                <a:cs typeface="Arial"/>
              </a:defRPr>
            </a:defPPr>
            <a:lvl1pPr algn="l">
              <a:defRPr sz="1275" b="0">
                <a:solidFill>
                  <a:srgbClr val="EDEDF2"/>
                </a:solidFill>
                <a:latin typeface="Arial"/>
                <a:ea typeface="Arial"/>
                <a:cs typeface="Arial"/>
              </a:defRPr>
            </a:lvl1pPr>
            <a:lvl2pPr algn="l">
              <a:defRPr sz="1275" b="0">
                <a:solidFill>
                  <a:srgbClr val="EDEDF2"/>
                </a:solidFill>
                <a:latin typeface="Arial"/>
                <a:ea typeface="Arial"/>
                <a:cs typeface="Arial"/>
              </a:defRPr>
            </a:lvl2pPr>
            <a:lvl3pPr algn="l">
              <a:defRPr sz="1275" b="0">
                <a:solidFill>
                  <a:srgbClr val="EDEDF2"/>
                </a:solidFill>
                <a:latin typeface="Arial"/>
                <a:ea typeface="Arial"/>
                <a:cs typeface="Arial"/>
              </a:defRPr>
            </a:lvl3pPr>
            <a:lvl4pPr algn="l">
              <a:defRPr sz="1275" b="0">
                <a:solidFill>
                  <a:srgbClr val="EDEDF2"/>
                </a:solidFill>
                <a:latin typeface="Arial"/>
                <a:ea typeface="Arial"/>
                <a:cs typeface="Arial"/>
              </a:defRPr>
            </a:lvl4pPr>
            <a:lvl5pPr algn="l">
              <a:defRPr sz="1275" b="0">
                <a:solidFill>
                  <a:srgbClr val="EDEDF2"/>
                </a:solidFill>
                <a:latin typeface="Arial"/>
                <a:ea typeface="Arial"/>
                <a:cs typeface="Arial"/>
              </a:defRPr>
            </a:lvl5pPr>
            <a:lvl6pPr algn="l">
              <a:defRPr sz="1275" b="0">
                <a:solidFill>
                  <a:srgbClr val="EDEDF2"/>
                </a:solidFill>
                <a:latin typeface="Arial"/>
                <a:ea typeface="Arial"/>
                <a:cs typeface="Arial"/>
              </a:defRPr>
            </a:lvl6pPr>
            <a:lvl7pPr algn="l">
              <a:defRPr sz="1275" b="0">
                <a:solidFill>
                  <a:srgbClr val="EDEDF2"/>
                </a:solidFill>
                <a:latin typeface="Arial"/>
                <a:ea typeface="Arial"/>
                <a:cs typeface="Arial"/>
              </a:defRPr>
            </a:lvl7pPr>
            <a:lvl8pPr algn="l">
              <a:defRPr sz="1275" b="0">
                <a:solidFill>
                  <a:srgbClr val="EDEDF2"/>
                </a:solidFill>
                <a:latin typeface="Arial"/>
                <a:ea typeface="Arial"/>
                <a:cs typeface="Arial"/>
              </a:defRPr>
            </a:lvl8pPr>
            <a:lvl9pPr algn="l">
              <a:defRPr sz="1275" b="0">
                <a:solidFill>
                  <a:srgbClr val="EDEDF2"/>
                </a:solidFill>
                <a:latin typeface="Arial"/>
                <a:ea typeface="Arial"/>
                <a:cs typeface="Arial"/>
              </a:defRPr>
            </a:lvl9pPr>
          </a:lstStyle>
          <a:p>
            <a:pPr algn="l">
              <a:lnSpc>
                <a:spcPct val="100000"/>
              </a:lnSpc>
              <a:buNone/>
              <a:defRPr sz="1275" b="0">
                <a:solidFill>
                  <a:srgbClr val="EDEDF2"/>
                </a:solidFill>
                <a:latin typeface="Arial"/>
                <a:ea typeface="Arial"/>
                <a:cs typeface="Arial"/>
              </a:defRPr>
            </a:pPr>
            <a:r>
              <a:rPr sz="1275" b="0">
                <a:solidFill>
                  <a:srgbClr val="EDEDF2"/>
                </a:solidFill>
                <a:latin typeface="Arial"/>
                <a:ea typeface="Arial"/>
                <a:cs typeface="Arial"/>
              </a:rPr>
              <a:t>Compose health checks gate startup</a:t>
            </a:r>
          </a:p>
        </p:txBody>
      </p:sp>
      <p:sp>
        <p:nvSpPr>
          <p:cNvPr id="26" name="deploy-url-bg">
            <a:extLst>
              <a:ext uri="{FF2B5EF4-FFF2-40B4-BE49-F238E27FC236}">
                <a16:creationId xmlns:a16="http://schemas.microsoft.com/office/drawing/2014/main" id="{617C9158-B8A1-4A58-B1D4-1F87C3FD3775}"/>
              </a:ext>
            </a:extLst>
          </p:cNvPr>
          <p:cNvSpPr>
            <a:spLocks noGrp="1"/>
          </p:cNvSpPr>
          <p:nvPr/>
        </p:nvSpPr>
        <p:spPr>
          <a:xfrm>
            <a:off x="723900" y="4724400"/>
            <a:ext cx="10744200" cy="971550"/>
          </a:xfrm>
          <a:prstGeom prst="roundRect">
            <a:avLst>
              <a:gd name="adj" fmla="val 11765"/>
            </a:avLst>
          </a:prstGeom>
          <a:solidFill>
            <a:srgbClr val="13232C"/>
          </a:solidFill>
          <a:ln w="9525">
            <a:solidFill>
              <a:srgbClr val="3DE8FF"/>
            </a:solidFill>
            <a:prstDash val="solid"/>
          </a:ln>
        </p:spPr>
        <p:txBody>
          <a:bodyPr/>
          <a:lstStyle/>
          <a:p>
            <a:endParaRPr lang="en-IN"/>
          </a:p>
        </p:txBody>
      </p:sp>
      <p:sp>
        <p:nvSpPr>
          <p:cNvPr id="27" name="deploy-url-label">
            <a:extLst>
              <a:ext uri="{FF2B5EF4-FFF2-40B4-BE49-F238E27FC236}">
                <a16:creationId xmlns:a16="http://schemas.microsoft.com/office/drawing/2014/main" id="{10C42634-9B7A-4A58-9A0E-6B137BB43782}"/>
              </a:ext>
            </a:extLst>
          </p:cNvPr>
          <p:cNvSpPr>
            <a:spLocks noGrp="1"/>
          </p:cNvSpPr>
          <p:nvPr/>
        </p:nvSpPr>
        <p:spPr>
          <a:xfrm>
            <a:off x="933450" y="4867275"/>
            <a:ext cx="3048000" cy="257175"/>
          </a:xfrm>
          <a:prstGeom prst="rect">
            <a:avLst/>
          </a:prstGeom>
          <a:noFill/>
          <a:ln w="0">
            <a:noFill/>
            <a:prstDash val="solid"/>
          </a:ln>
        </p:spPr>
        <p:txBody>
          <a:bodyPr wrap="square" lIns="0" tIns="0" rIns="0" bIns="0" anchor="ctr">
            <a:normAutofit/>
          </a:bodyPr>
          <a:lstStyle>
            <a:defPPr algn="l">
              <a:defRPr sz="1200" b="1">
                <a:solidFill>
                  <a:srgbClr val="3DE8FF"/>
                </a:solidFill>
                <a:latin typeface="Arial"/>
                <a:ea typeface="Arial"/>
                <a:cs typeface="Arial"/>
              </a:defRPr>
            </a:defPPr>
            <a:lvl1pPr algn="l">
              <a:defRPr sz="1200" b="1">
                <a:solidFill>
                  <a:srgbClr val="3DE8FF"/>
                </a:solidFill>
                <a:latin typeface="Arial"/>
                <a:ea typeface="Arial"/>
                <a:cs typeface="Arial"/>
              </a:defRPr>
            </a:lvl1pPr>
            <a:lvl2pPr algn="l">
              <a:defRPr sz="1200" b="1">
                <a:solidFill>
                  <a:srgbClr val="3DE8FF"/>
                </a:solidFill>
                <a:latin typeface="Arial"/>
                <a:ea typeface="Arial"/>
                <a:cs typeface="Arial"/>
              </a:defRPr>
            </a:lvl2pPr>
            <a:lvl3pPr algn="l">
              <a:defRPr sz="1200" b="1">
                <a:solidFill>
                  <a:srgbClr val="3DE8FF"/>
                </a:solidFill>
                <a:latin typeface="Arial"/>
                <a:ea typeface="Arial"/>
                <a:cs typeface="Arial"/>
              </a:defRPr>
            </a:lvl3pPr>
            <a:lvl4pPr algn="l">
              <a:defRPr sz="1200" b="1">
                <a:solidFill>
                  <a:srgbClr val="3DE8FF"/>
                </a:solidFill>
                <a:latin typeface="Arial"/>
                <a:ea typeface="Arial"/>
                <a:cs typeface="Arial"/>
              </a:defRPr>
            </a:lvl4pPr>
            <a:lvl5pPr algn="l">
              <a:defRPr sz="1200" b="1">
                <a:solidFill>
                  <a:srgbClr val="3DE8FF"/>
                </a:solidFill>
                <a:latin typeface="Arial"/>
                <a:ea typeface="Arial"/>
                <a:cs typeface="Arial"/>
              </a:defRPr>
            </a:lvl5pPr>
            <a:lvl6pPr algn="l">
              <a:defRPr sz="1200" b="1">
                <a:solidFill>
                  <a:srgbClr val="3DE8FF"/>
                </a:solidFill>
                <a:latin typeface="Arial"/>
                <a:ea typeface="Arial"/>
                <a:cs typeface="Arial"/>
              </a:defRPr>
            </a:lvl6pPr>
            <a:lvl7pPr algn="l">
              <a:defRPr sz="1200" b="1">
                <a:solidFill>
                  <a:srgbClr val="3DE8FF"/>
                </a:solidFill>
                <a:latin typeface="Arial"/>
                <a:ea typeface="Arial"/>
                <a:cs typeface="Arial"/>
              </a:defRPr>
            </a:lvl7pPr>
            <a:lvl8pPr algn="l">
              <a:defRPr sz="1200" b="1">
                <a:solidFill>
                  <a:srgbClr val="3DE8FF"/>
                </a:solidFill>
                <a:latin typeface="Arial"/>
                <a:ea typeface="Arial"/>
                <a:cs typeface="Arial"/>
              </a:defRPr>
            </a:lvl8pPr>
            <a:lvl9pPr algn="l">
              <a:defRPr sz="1200" b="1">
                <a:solidFill>
                  <a:srgbClr val="3DE8FF"/>
                </a:solidFill>
                <a:latin typeface="Arial"/>
                <a:ea typeface="Arial"/>
                <a:cs typeface="Arial"/>
              </a:defRPr>
            </a:lvl9pPr>
          </a:lstStyle>
          <a:p>
            <a:pPr algn="l">
              <a:lnSpc>
                <a:spcPct val="100000"/>
              </a:lnSpc>
              <a:buNone/>
              <a:defRPr sz="1200" b="1">
                <a:solidFill>
                  <a:srgbClr val="3DE8FF"/>
                </a:solidFill>
                <a:latin typeface="Arial"/>
                <a:ea typeface="Arial"/>
                <a:cs typeface="Arial"/>
              </a:defRPr>
            </a:pPr>
            <a:r>
              <a:rPr sz="1200" b="1">
                <a:solidFill>
                  <a:srgbClr val="3DE8FF"/>
                </a:solidFill>
                <a:latin typeface="Arial"/>
                <a:ea typeface="Arial"/>
                <a:cs typeface="Arial"/>
              </a:rPr>
              <a:t>SHOWCASE ENTRY POINT</a:t>
            </a:r>
          </a:p>
        </p:txBody>
      </p:sp>
      <p:sp>
        <p:nvSpPr>
          <p:cNvPr id="28" name="deploy-url">
            <a:extLst>
              <a:ext uri="{FF2B5EF4-FFF2-40B4-BE49-F238E27FC236}">
                <a16:creationId xmlns:a16="http://schemas.microsoft.com/office/drawing/2014/main" id="{8E8CAE5C-31C0-494C-9470-F473E964497C}"/>
              </a:ext>
            </a:extLst>
          </p:cNvPr>
          <p:cNvSpPr>
            <a:spLocks noGrp="1"/>
          </p:cNvSpPr>
          <p:nvPr/>
        </p:nvSpPr>
        <p:spPr>
          <a:xfrm>
            <a:off x="933450" y="5172075"/>
            <a:ext cx="10287000" cy="342900"/>
          </a:xfrm>
          <a:prstGeom prst="rect">
            <a:avLst/>
          </a:prstGeom>
          <a:noFill/>
          <a:ln w="0">
            <a:noFill/>
            <a:prstDash val="solid"/>
          </a:ln>
        </p:spPr>
        <p:txBody>
          <a:bodyPr wrap="square" lIns="0" tIns="0" rIns="0" bIns="0" anchor="ctr">
            <a:normAutofit/>
          </a:bodyPr>
          <a:lstStyle>
            <a:defPPr algn="l">
              <a:defRPr sz="1875" b="1">
                <a:solidFill>
                  <a:srgbClr val="EDEDF2"/>
                </a:solidFill>
                <a:latin typeface="Arial"/>
                <a:ea typeface="Arial"/>
                <a:cs typeface="Arial"/>
              </a:defRPr>
            </a:defPPr>
            <a:lvl1pPr algn="l">
              <a:defRPr sz="1875" b="1">
                <a:solidFill>
                  <a:srgbClr val="EDEDF2"/>
                </a:solidFill>
                <a:latin typeface="Arial"/>
                <a:ea typeface="Arial"/>
                <a:cs typeface="Arial"/>
              </a:defRPr>
            </a:lvl1pPr>
            <a:lvl2pPr algn="l">
              <a:defRPr sz="1875" b="1">
                <a:solidFill>
                  <a:srgbClr val="EDEDF2"/>
                </a:solidFill>
                <a:latin typeface="Arial"/>
                <a:ea typeface="Arial"/>
                <a:cs typeface="Arial"/>
              </a:defRPr>
            </a:lvl2pPr>
            <a:lvl3pPr algn="l">
              <a:defRPr sz="1875" b="1">
                <a:solidFill>
                  <a:srgbClr val="EDEDF2"/>
                </a:solidFill>
                <a:latin typeface="Arial"/>
                <a:ea typeface="Arial"/>
                <a:cs typeface="Arial"/>
              </a:defRPr>
            </a:lvl3pPr>
            <a:lvl4pPr algn="l">
              <a:defRPr sz="1875" b="1">
                <a:solidFill>
                  <a:srgbClr val="EDEDF2"/>
                </a:solidFill>
                <a:latin typeface="Arial"/>
                <a:ea typeface="Arial"/>
                <a:cs typeface="Arial"/>
              </a:defRPr>
            </a:lvl4pPr>
            <a:lvl5pPr algn="l">
              <a:defRPr sz="1875" b="1">
                <a:solidFill>
                  <a:srgbClr val="EDEDF2"/>
                </a:solidFill>
                <a:latin typeface="Arial"/>
                <a:ea typeface="Arial"/>
                <a:cs typeface="Arial"/>
              </a:defRPr>
            </a:lvl5pPr>
            <a:lvl6pPr algn="l">
              <a:defRPr sz="1875" b="1">
                <a:solidFill>
                  <a:srgbClr val="EDEDF2"/>
                </a:solidFill>
                <a:latin typeface="Arial"/>
                <a:ea typeface="Arial"/>
                <a:cs typeface="Arial"/>
              </a:defRPr>
            </a:lvl6pPr>
            <a:lvl7pPr algn="l">
              <a:defRPr sz="1875" b="1">
                <a:solidFill>
                  <a:srgbClr val="EDEDF2"/>
                </a:solidFill>
                <a:latin typeface="Arial"/>
                <a:ea typeface="Arial"/>
                <a:cs typeface="Arial"/>
              </a:defRPr>
            </a:lvl7pPr>
            <a:lvl8pPr algn="l">
              <a:defRPr sz="1875" b="1">
                <a:solidFill>
                  <a:srgbClr val="EDEDF2"/>
                </a:solidFill>
                <a:latin typeface="Arial"/>
                <a:ea typeface="Arial"/>
                <a:cs typeface="Arial"/>
              </a:defRPr>
            </a:lvl8pPr>
            <a:lvl9pPr algn="l">
              <a:defRPr sz="1875" b="1">
                <a:solidFill>
                  <a:srgbClr val="EDEDF2"/>
                </a:solidFill>
                <a:latin typeface="Arial"/>
                <a:ea typeface="Arial"/>
                <a:cs typeface="Arial"/>
              </a:defRPr>
            </a:lvl9pPr>
          </a:lstStyle>
          <a:p>
            <a:pPr algn="l">
              <a:lnSpc>
                <a:spcPct val="100000"/>
              </a:lnSpc>
              <a:buNone/>
              <a:defRPr sz="1875" b="1">
                <a:solidFill>
                  <a:srgbClr val="EDEDF2"/>
                </a:solidFill>
                <a:latin typeface="Arial"/>
                <a:ea typeface="Arial"/>
                <a:cs typeface="Arial"/>
              </a:defRPr>
            </a:pPr>
            <a:r>
              <a:rPr sz="1875" b="1">
                <a:solidFill>
                  <a:srgbClr val="EDEDF2"/>
                </a:solidFill>
                <a:latin typeface="Arial"/>
                <a:ea typeface="Arial"/>
                <a:cs typeface="Arial"/>
              </a:rPr>
              <a:t>https://localhost:8443</a:t>
            </a:r>
          </a:p>
        </p:txBody>
      </p:sp>
    </p:spTree>
    <p:extLst>
      <p:ext uri="{BB962C8B-B14F-4D97-AF65-F5344CB8AC3E}">
        <p14:creationId xmlns:p14="http://schemas.microsoft.com/office/powerpoint/2010/main" val="1219878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3" name="slide-18-title">
            <a:extLst>
              <a:ext uri="{FF2B5EF4-FFF2-40B4-BE49-F238E27FC236}">
                <a16:creationId xmlns:a16="http://schemas.microsoft.com/office/drawing/2014/main" id="{DD10CED9-5815-42D8-98D2-DBF88DA89457}"/>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Background jobs &amp; failure handling</a:t>
            </a:r>
          </a:p>
        </p:txBody>
      </p:sp>
      <p:sp>
        <p:nvSpPr>
          <p:cNvPr id="2" name="slide-18-accent-blue">
            <a:extLst>
              <a:ext uri="{FF2B5EF4-FFF2-40B4-BE49-F238E27FC236}">
                <a16:creationId xmlns:a16="http://schemas.microsoft.com/office/drawing/2014/main" id="{A77D44C5-6243-489C-84B8-62FDAAC3B7A4}"/>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18-accent-iris">
            <a:extLst>
              <a:ext uri="{FF2B5EF4-FFF2-40B4-BE49-F238E27FC236}">
                <a16:creationId xmlns:a16="http://schemas.microsoft.com/office/drawing/2014/main" id="{96AAB605-4DC5-4058-97AB-43C987516E46}"/>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18-subtitle">
            <a:extLst>
              <a:ext uri="{FF2B5EF4-FFF2-40B4-BE49-F238E27FC236}">
                <a16:creationId xmlns:a16="http://schemas.microsoft.com/office/drawing/2014/main" id="{8C3A1F32-E646-4E1C-B714-A53055F44DD7}"/>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Durable delivery and explicit failure states help preserve a trustworthy investigation history.</a:t>
            </a:r>
          </a:p>
        </p:txBody>
      </p:sp>
      <p:sp>
        <p:nvSpPr>
          <p:cNvPr id="5" name="slide-18-footer-rule">
            <a:extLst>
              <a:ext uri="{FF2B5EF4-FFF2-40B4-BE49-F238E27FC236}">
                <a16:creationId xmlns:a16="http://schemas.microsoft.com/office/drawing/2014/main" id="{747D40FB-8F2D-4D2F-969D-E508635BE870}"/>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18-footer">
            <a:extLst>
              <a:ext uri="{FF2B5EF4-FFF2-40B4-BE49-F238E27FC236}">
                <a16:creationId xmlns:a16="http://schemas.microsoft.com/office/drawing/2014/main" id="{F20C5BFA-9571-4457-90E1-28DF4C4DDF8F}"/>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8-page">
            <a:extLst>
              <a:ext uri="{FF2B5EF4-FFF2-40B4-BE49-F238E27FC236}">
                <a16:creationId xmlns:a16="http://schemas.microsoft.com/office/drawing/2014/main" id="{F18B4A28-3CA9-4740-BC72-0AEECF359466}"/>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18</a:t>
            </a:r>
          </a:p>
        </p:txBody>
      </p:sp>
      <p:sp>
        <p:nvSpPr>
          <p:cNvPr id="8" name="reliability-card-0">
            <a:extLst>
              <a:ext uri="{FF2B5EF4-FFF2-40B4-BE49-F238E27FC236}">
                <a16:creationId xmlns:a16="http://schemas.microsoft.com/office/drawing/2014/main" id="{6F8BA860-8ED8-4E33-A9B9-92FCB8D5D27E}"/>
              </a:ext>
            </a:extLst>
          </p:cNvPr>
          <p:cNvSpPr>
            <a:spLocks noGrp="1"/>
          </p:cNvSpPr>
          <p:nvPr/>
        </p:nvSpPr>
        <p:spPr>
          <a:xfrm>
            <a:off x="723900" y="2095500"/>
            <a:ext cx="3333750" cy="2190750"/>
          </a:xfrm>
          <a:prstGeom prst="roundRect">
            <a:avLst>
              <a:gd name="adj" fmla="val 6087"/>
            </a:avLst>
          </a:prstGeom>
          <a:solidFill>
            <a:srgbClr val="14141C"/>
          </a:solidFill>
          <a:ln w="9525">
            <a:solidFill>
              <a:srgbClr val="2A2A38"/>
            </a:solidFill>
            <a:prstDash val="solid"/>
          </a:ln>
        </p:spPr>
        <p:txBody>
          <a:bodyPr/>
          <a:lstStyle/>
          <a:p>
            <a:endParaRPr lang="en-IN"/>
          </a:p>
        </p:txBody>
      </p:sp>
      <p:sp>
        <p:nvSpPr>
          <p:cNvPr id="9" name="reliability-title-0">
            <a:extLst>
              <a:ext uri="{FF2B5EF4-FFF2-40B4-BE49-F238E27FC236}">
                <a16:creationId xmlns:a16="http://schemas.microsoft.com/office/drawing/2014/main" id="{A2F3C112-83A4-4DC3-A894-0D32F295D95D}"/>
              </a:ext>
            </a:extLst>
          </p:cNvPr>
          <p:cNvSpPr>
            <a:spLocks noGrp="1"/>
          </p:cNvSpPr>
          <p:nvPr/>
        </p:nvSpPr>
        <p:spPr>
          <a:xfrm>
            <a:off x="933450" y="2305050"/>
            <a:ext cx="2914650" cy="495300"/>
          </a:xfrm>
          <a:prstGeom prst="rect">
            <a:avLst/>
          </a:prstGeom>
          <a:noFill/>
          <a:ln w="0">
            <a:noFill/>
            <a:prstDash val="solid"/>
          </a:ln>
        </p:spPr>
        <p:txBody>
          <a:bodyPr wrap="square" lIns="0" tIns="0" rIns="0" bIns="0" anchor="ctr">
            <a:normAutofit/>
          </a:bodyPr>
          <a:lstStyle>
            <a:defPPr algn="l">
              <a:defRPr sz="1350" b="1">
                <a:solidFill>
                  <a:srgbClr val="3DE8FF"/>
                </a:solidFill>
                <a:latin typeface="Arial"/>
                <a:ea typeface="Arial"/>
                <a:cs typeface="Arial"/>
              </a:defRPr>
            </a:defPPr>
            <a:lvl1pPr algn="l">
              <a:defRPr sz="1350" b="1">
                <a:solidFill>
                  <a:srgbClr val="3DE8FF"/>
                </a:solidFill>
                <a:latin typeface="Arial"/>
                <a:ea typeface="Arial"/>
                <a:cs typeface="Arial"/>
              </a:defRPr>
            </a:lvl1pPr>
            <a:lvl2pPr algn="l">
              <a:defRPr sz="1350" b="1">
                <a:solidFill>
                  <a:srgbClr val="3DE8FF"/>
                </a:solidFill>
                <a:latin typeface="Arial"/>
                <a:ea typeface="Arial"/>
                <a:cs typeface="Arial"/>
              </a:defRPr>
            </a:lvl2pPr>
            <a:lvl3pPr algn="l">
              <a:defRPr sz="1350" b="1">
                <a:solidFill>
                  <a:srgbClr val="3DE8FF"/>
                </a:solidFill>
                <a:latin typeface="Arial"/>
                <a:ea typeface="Arial"/>
                <a:cs typeface="Arial"/>
              </a:defRPr>
            </a:lvl3pPr>
            <a:lvl4pPr algn="l">
              <a:defRPr sz="1350" b="1">
                <a:solidFill>
                  <a:srgbClr val="3DE8FF"/>
                </a:solidFill>
                <a:latin typeface="Arial"/>
                <a:ea typeface="Arial"/>
                <a:cs typeface="Arial"/>
              </a:defRPr>
            </a:lvl4pPr>
            <a:lvl5pPr algn="l">
              <a:defRPr sz="1350" b="1">
                <a:solidFill>
                  <a:srgbClr val="3DE8FF"/>
                </a:solidFill>
                <a:latin typeface="Arial"/>
                <a:ea typeface="Arial"/>
                <a:cs typeface="Arial"/>
              </a:defRPr>
            </a:lvl5pPr>
            <a:lvl6pPr algn="l">
              <a:defRPr sz="1350" b="1">
                <a:solidFill>
                  <a:srgbClr val="3DE8FF"/>
                </a:solidFill>
                <a:latin typeface="Arial"/>
                <a:ea typeface="Arial"/>
                <a:cs typeface="Arial"/>
              </a:defRPr>
            </a:lvl6pPr>
            <a:lvl7pPr algn="l">
              <a:defRPr sz="1350" b="1">
                <a:solidFill>
                  <a:srgbClr val="3DE8FF"/>
                </a:solidFill>
                <a:latin typeface="Arial"/>
                <a:ea typeface="Arial"/>
                <a:cs typeface="Arial"/>
              </a:defRPr>
            </a:lvl7pPr>
            <a:lvl8pPr algn="l">
              <a:defRPr sz="1350" b="1">
                <a:solidFill>
                  <a:srgbClr val="3DE8FF"/>
                </a:solidFill>
                <a:latin typeface="Arial"/>
                <a:ea typeface="Arial"/>
                <a:cs typeface="Arial"/>
              </a:defRPr>
            </a:lvl8pPr>
            <a:lvl9pPr algn="l">
              <a:defRPr sz="1350" b="1">
                <a:solidFill>
                  <a:srgbClr val="3DE8FF"/>
                </a:solidFill>
                <a:latin typeface="Arial"/>
                <a:ea typeface="Arial"/>
                <a:cs typeface="Arial"/>
              </a:defRPr>
            </a:lvl9pPr>
          </a:lstStyle>
          <a:p>
            <a:pPr algn="l">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TRANSACTIONAL OUTBOX</a:t>
            </a:r>
          </a:p>
        </p:txBody>
      </p:sp>
      <p:sp>
        <p:nvSpPr>
          <p:cNvPr id="10" name="reliability-rule-0">
            <a:extLst>
              <a:ext uri="{FF2B5EF4-FFF2-40B4-BE49-F238E27FC236}">
                <a16:creationId xmlns:a16="http://schemas.microsoft.com/office/drawing/2014/main" id="{3487A9CF-6CA8-4D5E-B3CD-45BA8FD94FBC}"/>
              </a:ext>
            </a:extLst>
          </p:cNvPr>
          <p:cNvSpPr>
            <a:spLocks noGrp="1"/>
          </p:cNvSpPr>
          <p:nvPr/>
        </p:nvSpPr>
        <p:spPr>
          <a:xfrm>
            <a:off x="933450" y="2857500"/>
            <a:ext cx="2914650" cy="28575"/>
          </a:xfrm>
          <a:prstGeom prst="rect">
            <a:avLst/>
          </a:prstGeom>
          <a:solidFill>
            <a:srgbClr val="3DE8FF"/>
          </a:solidFill>
          <a:ln w="0">
            <a:noFill/>
            <a:prstDash val="solid"/>
          </a:ln>
        </p:spPr>
        <p:txBody>
          <a:bodyPr/>
          <a:lstStyle/>
          <a:p>
            <a:endParaRPr lang="en-IN"/>
          </a:p>
        </p:txBody>
      </p:sp>
      <p:sp>
        <p:nvSpPr>
          <p:cNvPr id="11" name="reliability-body-0">
            <a:extLst>
              <a:ext uri="{FF2B5EF4-FFF2-40B4-BE49-F238E27FC236}">
                <a16:creationId xmlns:a16="http://schemas.microsoft.com/office/drawing/2014/main" id="{A41EB2EA-AD0A-4981-BF00-892F767AC2BE}"/>
              </a:ext>
            </a:extLst>
          </p:cNvPr>
          <p:cNvSpPr>
            <a:spLocks noGrp="1"/>
          </p:cNvSpPr>
          <p:nvPr/>
        </p:nvSpPr>
        <p:spPr>
          <a:xfrm>
            <a:off x="933450" y="3095625"/>
            <a:ext cx="2914650" cy="990600"/>
          </a:xfrm>
          <a:prstGeom prst="rect">
            <a:avLst/>
          </a:prstGeom>
          <a:noFill/>
          <a:ln w="0">
            <a:noFill/>
            <a:prstDash val="solid"/>
          </a:ln>
        </p:spPr>
        <p:txBody>
          <a:bodyPr wrap="square" lIns="0" tIns="0" rIns="0" bIns="0" anchor="t">
            <a:normAutofit/>
          </a:bodyPr>
          <a:lstStyle>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a:pPr algn="l">
              <a:lnSpc>
                <a:spcPct val="112000"/>
              </a:lnSpc>
              <a:buNone/>
              <a:defRPr sz="1350" b="0">
                <a:solidFill>
                  <a:srgbClr val="EDEDF2"/>
                </a:solidFill>
                <a:latin typeface="Arial"/>
                <a:ea typeface="Arial"/>
                <a:cs typeface="Arial"/>
              </a:defRPr>
            </a:pPr>
            <a:r>
              <a:rPr sz="1350" b="0">
                <a:solidFill>
                  <a:srgbClr val="EDEDF2"/>
                </a:solidFill>
                <a:latin typeface="Arial"/>
                <a:ea typeface="Arial"/>
                <a:cs typeface="Arial"/>
              </a:rPr>
              <a:t>The API saves the investigation and its queue event together in PostgreSQL.</a:t>
            </a:r>
          </a:p>
        </p:txBody>
      </p:sp>
      <p:sp>
        <p:nvSpPr>
          <p:cNvPr id="12" name="reliability-card-1">
            <a:extLst>
              <a:ext uri="{FF2B5EF4-FFF2-40B4-BE49-F238E27FC236}">
                <a16:creationId xmlns:a16="http://schemas.microsoft.com/office/drawing/2014/main" id="{F421F2C8-48B1-495B-9914-9E41DFF851E5}"/>
              </a:ext>
            </a:extLst>
          </p:cNvPr>
          <p:cNvSpPr>
            <a:spLocks noGrp="1"/>
          </p:cNvSpPr>
          <p:nvPr/>
        </p:nvSpPr>
        <p:spPr>
          <a:xfrm>
            <a:off x="4429125" y="2095500"/>
            <a:ext cx="3333750" cy="2190750"/>
          </a:xfrm>
          <a:prstGeom prst="roundRect">
            <a:avLst>
              <a:gd name="adj" fmla="val 6087"/>
            </a:avLst>
          </a:prstGeom>
          <a:solidFill>
            <a:srgbClr val="14141C"/>
          </a:solidFill>
          <a:ln w="9525">
            <a:solidFill>
              <a:srgbClr val="2A2A38"/>
            </a:solidFill>
            <a:prstDash val="solid"/>
          </a:ln>
        </p:spPr>
        <p:txBody>
          <a:bodyPr/>
          <a:lstStyle/>
          <a:p>
            <a:endParaRPr lang="en-IN"/>
          </a:p>
        </p:txBody>
      </p:sp>
      <p:sp>
        <p:nvSpPr>
          <p:cNvPr id="13" name="reliability-title-1">
            <a:extLst>
              <a:ext uri="{FF2B5EF4-FFF2-40B4-BE49-F238E27FC236}">
                <a16:creationId xmlns:a16="http://schemas.microsoft.com/office/drawing/2014/main" id="{381F59E2-8AE7-421E-B9BB-22D4B0130215}"/>
              </a:ext>
            </a:extLst>
          </p:cNvPr>
          <p:cNvSpPr>
            <a:spLocks noGrp="1"/>
          </p:cNvSpPr>
          <p:nvPr/>
        </p:nvSpPr>
        <p:spPr>
          <a:xfrm>
            <a:off x="4638675" y="2305050"/>
            <a:ext cx="2914650" cy="495300"/>
          </a:xfrm>
          <a:prstGeom prst="rect">
            <a:avLst/>
          </a:prstGeom>
          <a:noFill/>
          <a:ln w="0">
            <a:noFill/>
            <a:prstDash val="solid"/>
          </a:ln>
        </p:spPr>
        <p:txBody>
          <a:bodyPr wrap="square" lIns="0" tIns="0" rIns="0" bIns="0" anchor="ctr">
            <a:normAutofit/>
          </a:bodyPr>
          <a:lstStyle>
            <a:defPPr algn="l">
              <a:defRPr sz="1350" b="1">
                <a:solidFill>
                  <a:srgbClr val="8B7CF6"/>
                </a:solidFill>
                <a:latin typeface="Arial"/>
                <a:ea typeface="Arial"/>
                <a:cs typeface="Arial"/>
              </a:defRPr>
            </a:defPPr>
            <a:lvl1pPr algn="l">
              <a:defRPr sz="1350" b="1">
                <a:solidFill>
                  <a:srgbClr val="8B7CF6"/>
                </a:solidFill>
                <a:latin typeface="Arial"/>
                <a:ea typeface="Arial"/>
                <a:cs typeface="Arial"/>
              </a:defRPr>
            </a:lvl1pPr>
            <a:lvl2pPr algn="l">
              <a:defRPr sz="1350" b="1">
                <a:solidFill>
                  <a:srgbClr val="8B7CF6"/>
                </a:solidFill>
                <a:latin typeface="Arial"/>
                <a:ea typeface="Arial"/>
                <a:cs typeface="Arial"/>
              </a:defRPr>
            </a:lvl2pPr>
            <a:lvl3pPr algn="l">
              <a:defRPr sz="1350" b="1">
                <a:solidFill>
                  <a:srgbClr val="8B7CF6"/>
                </a:solidFill>
                <a:latin typeface="Arial"/>
                <a:ea typeface="Arial"/>
                <a:cs typeface="Arial"/>
              </a:defRPr>
            </a:lvl3pPr>
            <a:lvl4pPr algn="l">
              <a:defRPr sz="1350" b="1">
                <a:solidFill>
                  <a:srgbClr val="8B7CF6"/>
                </a:solidFill>
                <a:latin typeface="Arial"/>
                <a:ea typeface="Arial"/>
                <a:cs typeface="Arial"/>
              </a:defRPr>
            </a:lvl4pPr>
            <a:lvl5pPr algn="l">
              <a:defRPr sz="1350" b="1">
                <a:solidFill>
                  <a:srgbClr val="8B7CF6"/>
                </a:solidFill>
                <a:latin typeface="Arial"/>
                <a:ea typeface="Arial"/>
                <a:cs typeface="Arial"/>
              </a:defRPr>
            </a:lvl5pPr>
            <a:lvl6pPr algn="l">
              <a:defRPr sz="1350" b="1">
                <a:solidFill>
                  <a:srgbClr val="8B7CF6"/>
                </a:solidFill>
                <a:latin typeface="Arial"/>
                <a:ea typeface="Arial"/>
                <a:cs typeface="Arial"/>
              </a:defRPr>
            </a:lvl6pPr>
            <a:lvl7pPr algn="l">
              <a:defRPr sz="1350" b="1">
                <a:solidFill>
                  <a:srgbClr val="8B7CF6"/>
                </a:solidFill>
                <a:latin typeface="Arial"/>
                <a:ea typeface="Arial"/>
                <a:cs typeface="Arial"/>
              </a:defRPr>
            </a:lvl7pPr>
            <a:lvl8pPr algn="l">
              <a:defRPr sz="1350" b="1">
                <a:solidFill>
                  <a:srgbClr val="8B7CF6"/>
                </a:solidFill>
                <a:latin typeface="Arial"/>
                <a:ea typeface="Arial"/>
                <a:cs typeface="Arial"/>
              </a:defRPr>
            </a:lvl8pPr>
            <a:lvl9pPr algn="l">
              <a:defRPr sz="1350" b="1">
                <a:solidFill>
                  <a:srgbClr val="8B7CF6"/>
                </a:solidFill>
                <a:latin typeface="Arial"/>
                <a:ea typeface="Arial"/>
                <a:cs typeface="Arial"/>
              </a:defRPr>
            </a:lvl9pPr>
          </a:lstStyle>
          <a:p>
            <a:pPr algn="l">
              <a:lnSpc>
                <a:spcPct val="100000"/>
              </a:lnSpc>
              <a:buNone/>
              <a:defRPr sz="1350" b="1">
                <a:solidFill>
                  <a:srgbClr val="8B7CF6"/>
                </a:solidFill>
                <a:latin typeface="Arial"/>
                <a:ea typeface="Arial"/>
                <a:cs typeface="Arial"/>
              </a:defRPr>
            </a:pPr>
            <a:r>
              <a:rPr sz="1350" b="1">
                <a:solidFill>
                  <a:srgbClr val="8B7CF6"/>
                </a:solidFill>
                <a:latin typeface="Arial"/>
                <a:ea typeface="Arial"/>
                <a:cs typeface="Arial"/>
              </a:rPr>
              <a:t>IDEMPOTENT DELIVERY</a:t>
            </a:r>
          </a:p>
        </p:txBody>
      </p:sp>
      <p:sp>
        <p:nvSpPr>
          <p:cNvPr id="14" name="reliability-rule-1">
            <a:extLst>
              <a:ext uri="{FF2B5EF4-FFF2-40B4-BE49-F238E27FC236}">
                <a16:creationId xmlns:a16="http://schemas.microsoft.com/office/drawing/2014/main" id="{04D0DF70-F36F-471B-B4F4-2FCD8FCDAE00}"/>
              </a:ext>
            </a:extLst>
          </p:cNvPr>
          <p:cNvSpPr>
            <a:spLocks noGrp="1"/>
          </p:cNvSpPr>
          <p:nvPr/>
        </p:nvSpPr>
        <p:spPr>
          <a:xfrm>
            <a:off x="4638675" y="2857500"/>
            <a:ext cx="2914650" cy="28575"/>
          </a:xfrm>
          <a:prstGeom prst="rect">
            <a:avLst/>
          </a:prstGeom>
          <a:solidFill>
            <a:srgbClr val="8B7CF6"/>
          </a:solidFill>
          <a:ln w="0">
            <a:noFill/>
            <a:prstDash val="solid"/>
          </a:ln>
        </p:spPr>
        <p:txBody>
          <a:bodyPr/>
          <a:lstStyle/>
          <a:p>
            <a:endParaRPr lang="en-IN"/>
          </a:p>
        </p:txBody>
      </p:sp>
      <p:sp>
        <p:nvSpPr>
          <p:cNvPr id="15" name="reliability-body-1">
            <a:extLst>
              <a:ext uri="{FF2B5EF4-FFF2-40B4-BE49-F238E27FC236}">
                <a16:creationId xmlns:a16="http://schemas.microsoft.com/office/drawing/2014/main" id="{8C753ACE-60EB-4080-9F5A-1FC517D4548B}"/>
              </a:ext>
            </a:extLst>
          </p:cNvPr>
          <p:cNvSpPr>
            <a:spLocks noGrp="1"/>
          </p:cNvSpPr>
          <p:nvPr/>
        </p:nvSpPr>
        <p:spPr>
          <a:xfrm>
            <a:off x="4638675" y="3095625"/>
            <a:ext cx="2914650" cy="990600"/>
          </a:xfrm>
          <a:prstGeom prst="rect">
            <a:avLst/>
          </a:prstGeom>
          <a:noFill/>
          <a:ln w="0">
            <a:noFill/>
            <a:prstDash val="solid"/>
          </a:ln>
        </p:spPr>
        <p:txBody>
          <a:bodyPr wrap="square" lIns="0" tIns="0" rIns="0" bIns="0" anchor="t">
            <a:normAutofit/>
          </a:bodyPr>
          <a:lstStyle>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a:pPr algn="l">
              <a:lnSpc>
                <a:spcPct val="112000"/>
              </a:lnSpc>
              <a:buNone/>
              <a:defRPr sz="1350" b="0">
                <a:solidFill>
                  <a:srgbClr val="EDEDF2"/>
                </a:solidFill>
                <a:latin typeface="Arial"/>
                <a:ea typeface="Arial"/>
                <a:cs typeface="Arial"/>
              </a:defRPr>
            </a:pPr>
            <a:r>
              <a:rPr sz="1350" b="0">
                <a:solidFill>
                  <a:srgbClr val="EDEDF2"/>
                </a:solidFill>
                <a:latin typeface="Arial"/>
                <a:ea typeface="Arial"/>
                <a:cs typeface="Arial"/>
              </a:rPr>
              <a:t>The dispatcher uses a stable job ID, so a publish retry does not create a new logical run.</a:t>
            </a:r>
          </a:p>
        </p:txBody>
      </p:sp>
      <p:sp>
        <p:nvSpPr>
          <p:cNvPr id="16" name="reliability-card-2">
            <a:extLst>
              <a:ext uri="{FF2B5EF4-FFF2-40B4-BE49-F238E27FC236}">
                <a16:creationId xmlns:a16="http://schemas.microsoft.com/office/drawing/2014/main" id="{57DEE006-0198-4C68-BE11-D87488A087C7}"/>
              </a:ext>
            </a:extLst>
          </p:cNvPr>
          <p:cNvSpPr>
            <a:spLocks noGrp="1"/>
          </p:cNvSpPr>
          <p:nvPr/>
        </p:nvSpPr>
        <p:spPr>
          <a:xfrm>
            <a:off x="8134350" y="2095500"/>
            <a:ext cx="3333750" cy="2190750"/>
          </a:xfrm>
          <a:prstGeom prst="roundRect">
            <a:avLst>
              <a:gd name="adj" fmla="val 6087"/>
            </a:avLst>
          </a:prstGeom>
          <a:solidFill>
            <a:srgbClr val="14141C"/>
          </a:solidFill>
          <a:ln w="9525">
            <a:solidFill>
              <a:srgbClr val="2A2A38"/>
            </a:solidFill>
            <a:prstDash val="solid"/>
          </a:ln>
        </p:spPr>
        <p:txBody>
          <a:bodyPr/>
          <a:lstStyle/>
          <a:p>
            <a:endParaRPr lang="en-IN"/>
          </a:p>
        </p:txBody>
      </p:sp>
      <p:sp>
        <p:nvSpPr>
          <p:cNvPr id="17" name="reliability-title-2">
            <a:extLst>
              <a:ext uri="{FF2B5EF4-FFF2-40B4-BE49-F238E27FC236}">
                <a16:creationId xmlns:a16="http://schemas.microsoft.com/office/drawing/2014/main" id="{CA3EC310-8358-4629-8B02-6945244EC2AA}"/>
              </a:ext>
            </a:extLst>
          </p:cNvPr>
          <p:cNvSpPr>
            <a:spLocks noGrp="1"/>
          </p:cNvSpPr>
          <p:nvPr/>
        </p:nvSpPr>
        <p:spPr>
          <a:xfrm>
            <a:off x="8343900" y="2305050"/>
            <a:ext cx="2914650" cy="495300"/>
          </a:xfrm>
          <a:prstGeom prst="rect">
            <a:avLst/>
          </a:prstGeom>
          <a:noFill/>
          <a:ln w="0">
            <a:noFill/>
            <a:prstDash val="solid"/>
          </a:ln>
        </p:spPr>
        <p:txBody>
          <a:bodyPr wrap="square" lIns="0" tIns="0" rIns="0" bIns="0" anchor="ctr">
            <a:normAutofit/>
          </a:bodyPr>
          <a:lstStyle>
            <a:defPPr algn="l">
              <a:defRPr sz="1350" b="1">
                <a:solidFill>
                  <a:srgbClr val="3DE8FF"/>
                </a:solidFill>
                <a:latin typeface="Arial"/>
                <a:ea typeface="Arial"/>
                <a:cs typeface="Arial"/>
              </a:defRPr>
            </a:defPPr>
            <a:lvl1pPr algn="l">
              <a:defRPr sz="1350" b="1">
                <a:solidFill>
                  <a:srgbClr val="3DE8FF"/>
                </a:solidFill>
                <a:latin typeface="Arial"/>
                <a:ea typeface="Arial"/>
                <a:cs typeface="Arial"/>
              </a:defRPr>
            </a:lvl1pPr>
            <a:lvl2pPr algn="l">
              <a:defRPr sz="1350" b="1">
                <a:solidFill>
                  <a:srgbClr val="3DE8FF"/>
                </a:solidFill>
                <a:latin typeface="Arial"/>
                <a:ea typeface="Arial"/>
                <a:cs typeface="Arial"/>
              </a:defRPr>
            </a:lvl2pPr>
            <a:lvl3pPr algn="l">
              <a:defRPr sz="1350" b="1">
                <a:solidFill>
                  <a:srgbClr val="3DE8FF"/>
                </a:solidFill>
                <a:latin typeface="Arial"/>
                <a:ea typeface="Arial"/>
                <a:cs typeface="Arial"/>
              </a:defRPr>
            </a:lvl3pPr>
            <a:lvl4pPr algn="l">
              <a:defRPr sz="1350" b="1">
                <a:solidFill>
                  <a:srgbClr val="3DE8FF"/>
                </a:solidFill>
                <a:latin typeface="Arial"/>
                <a:ea typeface="Arial"/>
                <a:cs typeface="Arial"/>
              </a:defRPr>
            </a:lvl4pPr>
            <a:lvl5pPr algn="l">
              <a:defRPr sz="1350" b="1">
                <a:solidFill>
                  <a:srgbClr val="3DE8FF"/>
                </a:solidFill>
                <a:latin typeface="Arial"/>
                <a:ea typeface="Arial"/>
                <a:cs typeface="Arial"/>
              </a:defRPr>
            </a:lvl5pPr>
            <a:lvl6pPr algn="l">
              <a:defRPr sz="1350" b="1">
                <a:solidFill>
                  <a:srgbClr val="3DE8FF"/>
                </a:solidFill>
                <a:latin typeface="Arial"/>
                <a:ea typeface="Arial"/>
                <a:cs typeface="Arial"/>
              </a:defRPr>
            </a:lvl6pPr>
            <a:lvl7pPr algn="l">
              <a:defRPr sz="1350" b="1">
                <a:solidFill>
                  <a:srgbClr val="3DE8FF"/>
                </a:solidFill>
                <a:latin typeface="Arial"/>
                <a:ea typeface="Arial"/>
                <a:cs typeface="Arial"/>
              </a:defRPr>
            </a:lvl7pPr>
            <a:lvl8pPr algn="l">
              <a:defRPr sz="1350" b="1">
                <a:solidFill>
                  <a:srgbClr val="3DE8FF"/>
                </a:solidFill>
                <a:latin typeface="Arial"/>
                <a:ea typeface="Arial"/>
                <a:cs typeface="Arial"/>
              </a:defRPr>
            </a:lvl8pPr>
            <a:lvl9pPr algn="l">
              <a:defRPr sz="1350" b="1">
                <a:solidFill>
                  <a:srgbClr val="3DE8FF"/>
                </a:solidFill>
                <a:latin typeface="Arial"/>
                <a:ea typeface="Arial"/>
                <a:cs typeface="Arial"/>
              </a:defRPr>
            </a:lvl9pPr>
          </a:lstStyle>
          <a:p>
            <a:pPr algn="l">
              <a:lnSpc>
                <a:spcPct val="100000"/>
              </a:lnSpc>
              <a:buNone/>
              <a:defRPr sz="1350" b="1">
                <a:solidFill>
                  <a:srgbClr val="3DE8FF"/>
                </a:solidFill>
                <a:latin typeface="Arial"/>
                <a:ea typeface="Arial"/>
                <a:cs typeface="Arial"/>
              </a:defRPr>
            </a:pPr>
            <a:r>
              <a:rPr sz="1350" b="1">
                <a:solidFill>
                  <a:srgbClr val="3DE8FF"/>
                </a:solidFill>
                <a:latin typeface="Arial"/>
                <a:ea typeface="Arial"/>
                <a:cs typeface="Arial"/>
              </a:rPr>
              <a:t>BOUNDED RECOVERY</a:t>
            </a:r>
          </a:p>
        </p:txBody>
      </p:sp>
      <p:sp>
        <p:nvSpPr>
          <p:cNvPr id="18" name="reliability-rule-2">
            <a:extLst>
              <a:ext uri="{FF2B5EF4-FFF2-40B4-BE49-F238E27FC236}">
                <a16:creationId xmlns:a16="http://schemas.microsoft.com/office/drawing/2014/main" id="{FAE00E46-9EBB-4749-939D-AFEB3D2F2C52}"/>
              </a:ext>
            </a:extLst>
          </p:cNvPr>
          <p:cNvSpPr>
            <a:spLocks noGrp="1"/>
          </p:cNvSpPr>
          <p:nvPr/>
        </p:nvSpPr>
        <p:spPr>
          <a:xfrm>
            <a:off x="8343900" y="2857500"/>
            <a:ext cx="2914650" cy="28575"/>
          </a:xfrm>
          <a:prstGeom prst="rect">
            <a:avLst/>
          </a:prstGeom>
          <a:solidFill>
            <a:srgbClr val="3DE8FF"/>
          </a:solidFill>
          <a:ln w="0">
            <a:noFill/>
            <a:prstDash val="solid"/>
          </a:ln>
        </p:spPr>
        <p:txBody>
          <a:bodyPr/>
          <a:lstStyle/>
          <a:p>
            <a:endParaRPr lang="en-IN"/>
          </a:p>
        </p:txBody>
      </p:sp>
      <p:sp>
        <p:nvSpPr>
          <p:cNvPr id="19" name="reliability-body-2">
            <a:extLst>
              <a:ext uri="{FF2B5EF4-FFF2-40B4-BE49-F238E27FC236}">
                <a16:creationId xmlns:a16="http://schemas.microsoft.com/office/drawing/2014/main" id="{AE3FEBE6-1B78-4BD3-99F3-B6D5B3533C4F}"/>
              </a:ext>
            </a:extLst>
          </p:cNvPr>
          <p:cNvSpPr>
            <a:spLocks noGrp="1"/>
          </p:cNvSpPr>
          <p:nvPr/>
        </p:nvSpPr>
        <p:spPr>
          <a:xfrm>
            <a:off x="8343900" y="3095625"/>
            <a:ext cx="2914650" cy="990600"/>
          </a:xfrm>
          <a:prstGeom prst="rect">
            <a:avLst/>
          </a:prstGeom>
          <a:noFill/>
          <a:ln w="0">
            <a:noFill/>
            <a:prstDash val="solid"/>
          </a:ln>
        </p:spPr>
        <p:txBody>
          <a:bodyPr wrap="square" lIns="0" tIns="0" rIns="0" bIns="0" anchor="t">
            <a:normAutofit/>
          </a:bodyPr>
          <a:lstStyle>
            <a:defPPr algn="l">
              <a:defRPr sz="1350" b="0">
                <a:solidFill>
                  <a:srgbClr val="EDEDF2"/>
                </a:solidFill>
                <a:latin typeface="Arial"/>
                <a:ea typeface="Arial"/>
                <a:cs typeface="Arial"/>
              </a:defRPr>
            </a:defPPr>
            <a:lvl1pPr algn="l">
              <a:defRPr sz="1350" b="0">
                <a:solidFill>
                  <a:srgbClr val="EDEDF2"/>
                </a:solidFill>
                <a:latin typeface="Arial"/>
                <a:ea typeface="Arial"/>
                <a:cs typeface="Arial"/>
              </a:defRPr>
            </a:lvl1pPr>
            <a:lvl2pPr algn="l">
              <a:defRPr sz="1350" b="0">
                <a:solidFill>
                  <a:srgbClr val="EDEDF2"/>
                </a:solidFill>
                <a:latin typeface="Arial"/>
                <a:ea typeface="Arial"/>
                <a:cs typeface="Arial"/>
              </a:defRPr>
            </a:lvl2pPr>
            <a:lvl3pPr algn="l">
              <a:defRPr sz="1350" b="0">
                <a:solidFill>
                  <a:srgbClr val="EDEDF2"/>
                </a:solidFill>
                <a:latin typeface="Arial"/>
                <a:ea typeface="Arial"/>
                <a:cs typeface="Arial"/>
              </a:defRPr>
            </a:lvl3pPr>
            <a:lvl4pPr algn="l">
              <a:defRPr sz="1350" b="0">
                <a:solidFill>
                  <a:srgbClr val="EDEDF2"/>
                </a:solidFill>
                <a:latin typeface="Arial"/>
                <a:ea typeface="Arial"/>
                <a:cs typeface="Arial"/>
              </a:defRPr>
            </a:lvl4pPr>
            <a:lvl5pPr algn="l">
              <a:defRPr sz="1350" b="0">
                <a:solidFill>
                  <a:srgbClr val="EDEDF2"/>
                </a:solidFill>
                <a:latin typeface="Arial"/>
                <a:ea typeface="Arial"/>
                <a:cs typeface="Arial"/>
              </a:defRPr>
            </a:lvl5pPr>
            <a:lvl6pPr algn="l">
              <a:defRPr sz="1350" b="0">
                <a:solidFill>
                  <a:srgbClr val="EDEDF2"/>
                </a:solidFill>
                <a:latin typeface="Arial"/>
                <a:ea typeface="Arial"/>
                <a:cs typeface="Arial"/>
              </a:defRPr>
            </a:lvl6pPr>
            <a:lvl7pPr algn="l">
              <a:defRPr sz="1350" b="0">
                <a:solidFill>
                  <a:srgbClr val="EDEDF2"/>
                </a:solidFill>
                <a:latin typeface="Arial"/>
                <a:ea typeface="Arial"/>
                <a:cs typeface="Arial"/>
              </a:defRPr>
            </a:lvl7pPr>
            <a:lvl8pPr algn="l">
              <a:defRPr sz="1350" b="0">
                <a:solidFill>
                  <a:srgbClr val="EDEDF2"/>
                </a:solidFill>
                <a:latin typeface="Arial"/>
                <a:ea typeface="Arial"/>
                <a:cs typeface="Arial"/>
              </a:defRPr>
            </a:lvl8pPr>
            <a:lvl9pPr algn="l">
              <a:defRPr sz="1350" b="0">
                <a:solidFill>
                  <a:srgbClr val="EDEDF2"/>
                </a:solidFill>
                <a:latin typeface="Arial"/>
                <a:ea typeface="Arial"/>
                <a:cs typeface="Arial"/>
              </a:defRPr>
            </a:lvl9pPr>
          </a:lstStyle>
          <a:p>
            <a:pPr algn="l">
              <a:lnSpc>
                <a:spcPct val="112000"/>
              </a:lnSpc>
              <a:buNone/>
              <a:defRPr sz="1350" b="0">
                <a:solidFill>
                  <a:srgbClr val="EDEDF2"/>
                </a:solidFill>
                <a:latin typeface="Arial"/>
                <a:ea typeface="Arial"/>
                <a:cs typeface="Arial"/>
              </a:defRPr>
            </a:pPr>
            <a:r>
              <a:rPr sz="1350" b="0">
                <a:solidFill>
                  <a:srgbClr val="EDEDF2"/>
                </a:solidFill>
                <a:latin typeface="Arial"/>
                <a:ea typeface="Arial"/>
                <a:cs typeface="Arial"/>
              </a:rPr>
              <a:t>Transient failures may retry with limits; permanent configuration errors do not loop.</a:t>
            </a:r>
          </a:p>
        </p:txBody>
      </p:sp>
      <p:sp>
        <p:nvSpPr>
          <p:cNvPr id="20" name="reliability-unknown-bg">
            <a:extLst>
              <a:ext uri="{FF2B5EF4-FFF2-40B4-BE49-F238E27FC236}">
                <a16:creationId xmlns:a16="http://schemas.microsoft.com/office/drawing/2014/main" id="{7BA3638D-07EC-4E66-8D84-EF9AA6145A49}"/>
              </a:ext>
            </a:extLst>
          </p:cNvPr>
          <p:cNvSpPr>
            <a:spLocks noGrp="1"/>
          </p:cNvSpPr>
          <p:nvPr/>
        </p:nvSpPr>
        <p:spPr>
          <a:xfrm>
            <a:off x="723900" y="4591050"/>
            <a:ext cx="10744200" cy="1143000"/>
          </a:xfrm>
          <a:prstGeom prst="roundRect">
            <a:avLst>
              <a:gd name="adj" fmla="val 10000"/>
            </a:avLst>
          </a:prstGeom>
          <a:solidFill>
            <a:srgbClr val="211E38"/>
          </a:solidFill>
          <a:ln w="9525">
            <a:solidFill>
              <a:srgbClr val="8B7CF6"/>
            </a:solidFill>
            <a:prstDash val="solid"/>
          </a:ln>
        </p:spPr>
        <p:txBody>
          <a:bodyPr/>
          <a:lstStyle/>
          <a:p>
            <a:endParaRPr lang="en-IN"/>
          </a:p>
        </p:txBody>
      </p:sp>
      <p:sp>
        <p:nvSpPr>
          <p:cNvPr id="21" name="reliability-unknown-label">
            <a:extLst>
              <a:ext uri="{FF2B5EF4-FFF2-40B4-BE49-F238E27FC236}">
                <a16:creationId xmlns:a16="http://schemas.microsoft.com/office/drawing/2014/main" id="{C05F3C0F-AF26-4A7D-9D42-9FD9E65AB379}"/>
              </a:ext>
            </a:extLst>
          </p:cNvPr>
          <p:cNvSpPr>
            <a:spLocks noGrp="1"/>
          </p:cNvSpPr>
          <p:nvPr/>
        </p:nvSpPr>
        <p:spPr>
          <a:xfrm>
            <a:off x="933450" y="4743450"/>
            <a:ext cx="2476500" cy="266700"/>
          </a:xfrm>
          <a:prstGeom prst="rect">
            <a:avLst/>
          </a:prstGeom>
          <a:noFill/>
          <a:ln w="0">
            <a:noFill/>
            <a:prstDash val="solid"/>
          </a:ln>
        </p:spPr>
        <p:txBody>
          <a:bodyPr wrap="square" lIns="0" tIns="0" rIns="0" bIns="0" anchor="ctr">
            <a:normAutofit/>
          </a:bodyPr>
          <a:lstStyle>
            <a:defPPr algn="l">
              <a:defRPr sz="1200" b="1">
                <a:solidFill>
                  <a:srgbClr val="8B7CF6"/>
                </a:solidFill>
                <a:latin typeface="Arial"/>
                <a:ea typeface="Arial"/>
                <a:cs typeface="Arial"/>
              </a:defRPr>
            </a:defPPr>
            <a:lvl1pPr algn="l">
              <a:defRPr sz="1200" b="1">
                <a:solidFill>
                  <a:srgbClr val="8B7CF6"/>
                </a:solidFill>
                <a:latin typeface="Arial"/>
                <a:ea typeface="Arial"/>
                <a:cs typeface="Arial"/>
              </a:defRPr>
            </a:lvl1pPr>
            <a:lvl2pPr algn="l">
              <a:defRPr sz="1200" b="1">
                <a:solidFill>
                  <a:srgbClr val="8B7CF6"/>
                </a:solidFill>
                <a:latin typeface="Arial"/>
                <a:ea typeface="Arial"/>
                <a:cs typeface="Arial"/>
              </a:defRPr>
            </a:lvl2pPr>
            <a:lvl3pPr algn="l">
              <a:defRPr sz="1200" b="1">
                <a:solidFill>
                  <a:srgbClr val="8B7CF6"/>
                </a:solidFill>
                <a:latin typeface="Arial"/>
                <a:ea typeface="Arial"/>
                <a:cs typeface="Arial"/>
              </a:defRPr>
            </a:lvl3pPr>
            <a:lvl4pPr algn="l">
              <a:defRPr sz="1200" b="1">
                <a:solidFill>
                  <a:srgbClr val="8B7CF6"/>
                </a:solidFill>
                <a:latin typeface="Arial"/>
                <a:ea typeface="Arial"/>
                <a:cs typeface="Arial"/>
              </a:defRPr>
            </a:lvl4pPr>
            <a:lvl5pPr algn="l">
              <a:defRPr sz="1200" b="1">
                <a:solidFill>
                  <a:srgbClr val="8B7CF6"/>
                </a:solidFill>
                <a:latin typeface="Arial"/>
                <a:ea typeface="Arial"/>
                <a:cs typeface="Arial"/>
              </a:defRPr>
            </a:lvl5pPr>
            <a:lvl6pPr algn="l">
              <a:defRPr sz="1200" b="1">
                <a:solidFill>
                  <a:srgbClr val="8B7CF6"/>
                </a:solidFill>
                <a:latin typeface="Arial"/>
                <a:ea typeface="Arial"/>
                <a:cs typeface="Arial"/>
              </a:defRPr>
            </a:lvl6pPr>
            <a:lvl7pPr algn="l">
              <a:defRPr sz="1200" b="1">
                <a:solidFill>
                  <a:srgbClr val="8B7CF6"/>
                </a:solidFill>
                <a:latin typeface="Arial"/>
                <a:ea typeface="Arial"/>
                <a:cs typeface="Arial"/>
              </a:defRPr>
            </a:lvl7pPr>
            <a:lvl8pPr algn="l">
              <a:defRPr sz="1200" b="1">
                <a:solidFill>
                  <a:srgbClr val="8B7CF6"/>
                </a:solidFill>
                <a:latin typeface="Arial"/>
                <a:ea typeface="Arial"/>
                <a:cs typeface="Arial"/>
              </a:defRPr>
            </a:lvl8pPr>
            <a:lvl9pPr algn="l">
              <a:defRPr sz="1200" b="1">
                <a:solidFill>
                  <a:srgbClr val="8B7CF6"/>
                </a:solidFill>
                <a:latin typeface="Arial"/>
                <a:ea typeface="Arial"/>
                <a:cs typeface="Arial"/>
              </a:defRPr>
            </a:lvl9pPr>
          </a:lstStyle>
          <a:p>
            <a:pPr algn="l">
              <a:lnSpc>
                <a:spcPct val="100000"/>
              </a:lnSpc>
              <a:buNone/>
              <a:defRPr sz="1200" b="1">
                <a:solidFill>
                  <a:srgbClr val="8B7CF6"/>
                </a:solidFill>
                <a:latin typeface="Arial"/>
                <a:ea typeface="Arial"/>
                <a:cs typeface="Arial"/>
              </a:defRPr>
            </a:pPr>
            <a:r>
              <a:rPr sz="1200" b="1">
                <a:solidFill>
                  <a:srgbClr val="8B7CF6"/>
                </a:solidFill>
                <a:latin typeface="Arial"/>
                <a:ea typeface="Arial"/>
                <a:cs typeface="Arial"/>
              </a:rPr>
              <a:t>HONEST COVERAGE</a:t>
            </a:r>
          </a:p>
        </p:txBody>
      </p:sp>
      <p:sp>
        <p:nvSpPr>
          <p:cNvPr id="22" name="reliability-unknown">
            <a:extLst>
              <a:ext uri="{FF2B5EF4-FFF2-40B4-BE49-F238E27FC236}">
                <a16:creationId xmlns:a16="http://schemas.microsoft.com/office/drawing/2014/main" id="{D5B36112-4F65-43BB-8B44-C43781ADCD7D}"/>
              </a:ext>
            </a:extLst>
          </p:cNvPr>
          <p:cNvSpPr>
            <a:spLocks noGrp="1"/>
          </p:cNvSpPr>
          <p:nvPr/>
        </p:nvSpPr>
        <p:spPr>
          <a:xfrm>
            <a:off x="933450" y="5067300"/>
            <a:ext cx="10287000" cy="495300"/>
          </a:xfrm>
          <a:prstGeom prst="rect">
            <a:avLst/>
          </a:prstGeom>
          <a:noFill/>
          <a:ln w="0">
            <a:noFill/>
            <a:prstDash val="solid"/>
          </a:ln>
        </p:spPr>
        <p:txBody>
          <a:bodyPr wrap="square" lIns="0" tIns="0" rIns="0" bIns="0" anchor="ctr">
            <a:normAutofit/>
          </a:bodyPr>
          <a:lstStyle>
            <a:defPPr algn="l">
              <a:defRPr sz="1425" b="1">
                <a:solidFill>
                  <a:srgbClr val="EDEDF2"/>
                </a:solidFill>
                <a:latin typeface="Arial"/>
                <a:ea typeface="Arial"/>
                <a:cs typeface="Arial"/>
              </a:defRPr>
            </a:defPPr>
            <a:lvl1pPr algn="l">
              <a:defRPr sz="1425" b="1">
                <a:solidFill>
                  <a:srgbClr val="EDEDF2"/>
                </a:solidFill>
                <a:latin typeface="Arial"/>
                <a:ea typeface="Arial"/>
                <a:cs typeface="Arial"/>
              </a:defRPr>
            </a:lvl1pPr>
            <a:lvl2pPr algn="l">
              <a:defRPr sz="1425" b="1">
                <a:solidFill>
                  <a:srgbClr val="EDEDF2"/>
                </a:solidFill>
                <a:latin typeface="Arial"/>
                <a:ea typeface="Arial"/>
                <a:cs typeface="Arial"/>
              </a:defRPr>
            </a:lvl2pPr>
            <a:lvl3pPr algn="l">
              <a:defRPr sz="1425" b="1">
                <a:solidFill>
                  <a:srgbClr val="EDEDF2"/>
                </a:solidFill>
                <a:latin typeface="Arial"/>
                <a:ea typeface="Arial"/>
                <a:cs typeface="Arial"/>
              </a:defRPr>
            </a:lvl3pPr>
            <a:lvl4pPr algn="l">
              <a:defRPr sz="1425" b="1">
                <a:solidFill>
                  <a:srgbClr val="EDEDF2"/>
                </a:solidFill>
                <a:latin typeface="Arial"/>
                <a:ea typeface="Arial"/>
                <a:cs typeface="Arial"/>
              </a:defRPr>
            </a:lvl4pPr>
            <a:lvl5pPr algn="l">
              <a:defRPr sz="1425" b="1">
                <a:solidFill>
                  <a:srgbClr val="EDEDF2"/>
                </a:solidFill>
                <a:latin typeface="Arial"/>
                <a:ea typeface="Arial"/>
                <a:cs typeface="Arial"/>
              </a:defRPr>
            </a:lvl5pPr>
            <a:lvl6pPr algn="l">
              <a:defRPr sz="1425" b="1">
                <a:solidFill>
                  <a:srgbClr val="EDEDF2"/>
                </a:solidFill>
                <a:latin typeface="Arial"/>
                <a:ea typeface="Arial"/>
                <a:cs typeface="Arial"/>
              </a:defRPr>
            </a:lvl6pPr>
            <a:lvl7pPr algn="l">
              <a:defRPr sz="1425" b="1">
                <a:solidFill>
                  <a:srgbClr val="EDEDF2"/>
                </a:solidFill>
                <a:latin typeface="Arial"/>
                <a:ea typeface="Arial"/>
                <a:cs typeface="Arial"/>
              </a:defRPr>
            </a:lvl7pPr>
            <a:lvl8pPr algn="l">
              <a:defRPr sz="1425" b="1">
                <a:solidFill>
                  <a:srgbClr val="EDEDF2"/>
                </a:solidFill>
                <a:latin typeface="Arial"/>
                <a:ea typeface="Arial"/>
                <a:cs typeface="Arial"/>
              </a:defRPr>
            </a:lvl8pPr>
            <a:lvl9pPr algn="l">
              <a:defRPr sz="1425" b="1">
                <a:solidFill>
                  <a:srgbClr val="EDEDF2"/>
                </a:solidFill>
                <a:latin typeface="Arial"/>
                <a:ea typeface="Arial"/>
                <a:cs typeface="Arial"/>
              </a:defRPr>
            </a:lvl9pPr>
          </a:lstStyle>
          <a:p>
            <a:pPr algn="l">
              <a:lnSpc>
                <a:spcPct val="100000"/>
              </a:lnSpc>
              <a:buNone/>
              <a:defRPr sz="1425" b="1">
                <a:solidFill>
                  <a:srgbClr val="EDEDF2"/>
                </a:solidFill>
                <a:latin typeface="Arial"/>
                <a:ea typeface="Arial"/>
                <a:cs typeface="Arial"/>
              </a:defRPr>
            </a:pPr>
            <a:r>
              <a:rPr sz="1425" b="1">
                <a:solidFill>
                  <a:srgbClr val="EDEDF2"/>
                </a:solidFill>
                <a:latin typeface="Arial"/>
                <a:ea typeface="Arial"/>
                <a:cs typeface="Arial"/>
              </a:rPr>
              <a:t>A missing credential, quota limit, failed source, or stale feed is reported as unavailable/unknown—not silently converted to a safe result.</a:t>
            </a:r>
          </a:p>
        </p:txBody>
      </p:sp>
    </p:spTree>
    <p:extLst>
      <p:ext uri="{BB962C8B-B14F-4D97-AF65-F5344CB8AC3E}">
        <p14:creationId xmlns:p14="http://schemas.microsoft.com/office/powerpoint/2010/main" val="1593163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19" name="slide-19-title">
            <a:extLst>
              <a:ext uri="{FF2B5EF4-FFF2-40B4-BE49-F238E27FC236}">
                <a16:creationId xmlns:a16="http://schemas.microsoft.com/office/drawing/2014/main" id="{C08DB605-33E3-4CE3-9EA7-08FD0FAD04EC}"/>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Verification record &amp; known limits</a:t>
            </a:r>
          </a:p>
        </p:txBody>
      </p:sp>
      <p:sp>
        <p:nvSpPr>
          <p:cNvPr id="2" name="slide-19-accent-blue">
            <a:extLst>
              <a:ext uri="{FF2B5EF4-FFF2-40B4-BE49-F238E27FC236}">
                <a16:creationId xmlns:a16="http://schemas.microsoft.com/office/drawing/2014/main" id="{72DDE365-2C44-42D5-8D6A-B8A75E5185AD}"/>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19-accent-iris">
            <a:extLst>
              <a:ext uri="{FF2B5EF4-FFF2-40B4-BE49-F238E27FC236}">
                <a16:creationId xmlns:a16="http://schemas.microsoft.com/office/drawing/2014/main" id="{84D496EC-4506-45B5-BF45-0CA471BA679B}"/>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19-subtitle">
            <a:extLst>
              <a:ext uri="{FF2B5EF4-FFF2-40B4-BE49-F238E27FC236}">
                <a16:creationId xmlns:a16="http://schemas.microsoft.com/office/drawing/2014/main" id="{2B7E65A2-C876-4454-AE5F-21CC049588A2}"/>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Documented local checks support the showcase workflow; they do not establish production readiness.</a:t>
            </a:r>
          </a:p>
        </p:txBody>
      </p:sp>
      <p:sp>
        <p:nvSpPr>
          <p:cNvPr id="5" name="slide-19-footer-rule">
            <a:extLst>
              <a:ext uri="{FF2B5EF4-FFF2-40B4-BE49-F238E27FC236}">
                <a16:creationId xmlns:a16="http://schemas.microsoft.com/office/drawing/2014/main" id="{88A60157-F1DD-4A95-9E5A-71C8C5C826A3}"/>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19-footer">
            <a:extLst>
              <a:ext uri="{FF2B5EF4-FFF2-40B4-BE49-F238E27FC236}">
                <a16:creationId xmlns:a16="http://schemas.microsoft.com/office/drawing/2014/main" id="{6DBFF6CB-62CF-4503-B541-A442A32270B8}"/>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19-page">
            <a:extLst>
              <a:ext uri="{FF2B5EF4-FFF2-40B4-BE49-F238E27FC236}">
                <a16:creationId xmlns:a16="http://schemas.microsoft.com/office/drawing/2014/main" id="{3365E102-0F3E-4C1E-9396-C584C6D349DC}"/>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19</a:t>
            </a:r>
          </a:p>
        </p:txBody>
      </p:sp>
      <p:sp>
        <p:nvSpPr>
          <p:cNvPr id="8" name="verification-date">
            <a:extLst>
              <a:ext uri="{FF2B5EF4-FFF2-40B4-BE49-F238E27FC236}">
                <a16:creationId xmlns:a16="http://schemas.microsoft.com/office/drawing/2014/main" id="{3AB1EECB-3C6F-478B-B23C-BED054FDC49C}"/>
              </a:ext>
            </a:extLst>
          </p:cNvPr>
          <p:cNvSpPr>
            <a:spLocks noGrp="1"/>
          </p:cNvSpPr>
          <p:nvPr/>
        </p:nvSpPr>
        <p:spPr>
          <a:xfrm>
            <a:off x="723900" y="1733550"/>
            <a:ext cx="4953000" cy="266700"/>
          </a:xfrm>
          <a:prstGeom prst="rect">
            <a:avLst/>
          </a:prstGeom>
          <a:noFill/>
          <a:ln w="0">
            <a:noFill/>
            <a:prstDash val="solid"/>
          </a:ln>
        </p:spPr>
        <p:txBody>
          <a:bodyPr wrap="square" lIns="0" tIns="0" rIns="0" bIns="0" anchor="ctr">
            <a:normAutofit/>
          </a:bodyPr>
          <a:lstStyle>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Recorded 26 October 2026</a:t>
            </a:r>
          </a:p>
        </p:txBody>
      </p:sp>
      <p:sp>
        <p:nvSpPr>
          <p:cNvPr id="9" name="verification-78">
            <a:extLst>
              <a:ext uri="{FF2B5EF4-FFF2-40B4-BE49-F238E27FC236}">
                <a16:creationId xmlns:a16="http://schemas.microsoft.com/office/drawing/2014/main" id="{F240E14E-E862-4A14-B8A4-7792A8834325}"/>
              </a:ext>
            </a:extLst>
          </p:cNvPr>
          <p:cNvSpPr>
            <a:spLocks noGrp="1"/>
          </p:cNvSpPr>
          <p:nvPr/>
        </p:nvSpPr>
        <p:spPr>
          <a:xfrm>
            <a:off x="723900" y="2133600"/>
            <a:ext cx="1981200" cy="1009650"/>
          </a:xfrm>
          <a:prstGeom prst="rect">
            <a:avLst/>
          </a:prstGeom>
          <a:noFill/>
          <a:ln w="0">
            <a:noFill/>
            <a:prstDash val="solid"/>
          </a:ln>
        </p:spPr>
        <p:txBody>
          <a:bodyPr wrap="square" lIns="0" tIns="0" rIns="0" bIns="0" anchor="ctr">
            <a:normAutofit/>
          </a:bodyPr>
          <a:lstStyle>
            <a:defPPr algn="l">
              <a:defRPr sz="6150" b="1">
                <a:solidFill>
                  <a:srgbClr val="3DE8FF"/>
                </a:solidFill>
                <a:latin typeface="Arial"/>
                <a:ea typeface="Arial"/>
                <a:cs typeface="Arial"/>
              </a:defRPr>
            </a:defPPr>
            <a:lvl1pPr algn="l">
              <a:defRPr sz="6150" b="1">
                <a:solidFill>
                  <a:srgbClr val="3DE8FF"/>
                </a:solidFill>
                <a:latin typeface="Arial"/>
                <a:ea typeface="Arial"/>
                <a:cs typeface="Arial"/>
              </a:defRPr>
            </a:lvl1pPr>
            <a:lvl2pPr algn="l">
              <a:defRPr sz="6150" b="1">
                <a:solidFill>
                  <a:srgbClr val="3DE8FF"/>
                </a:solidFill>
                <a:latin typeface="Arial"/>
                <a:ea typeface="Arial"/>
                <a:cs typeface="Arial"/>
              </a:defRPr>
            </a:lvl2pPr>
            <a:lvl3pPr algn="l">
              <a:defRPr sz="6150" b="1">
                <a:solidFill>
                  <a:srgbClr val="3DE8FF"/>
                </a:solidFill>
                <a:latin typeface="Arial"/>
                <a:ea typeface="Arial"/>
                <a:cs typeface="Arial"/>
              </a:defRPr>
            </a:lvl3pPr>
            <a:lvl4pPr algn="l">
              <a:defRPr sz="6150" b="1">
                <a:solidFill>
                  <a:srgbClr val="3DE8FF"/>
                </a:solidFill>
                <a:latin typeface="Arial"/>
                <a:ea typeface="Arial"/>
                <a:cs typeface="Arial"/>
              </a:defRPr>
            </a:lvl4pPr>
            <a:lvl5pPr algn="l">
              <a:defRPr sz="6150" b="1">
                <a:solidFill>
                  <a:srgbClr val="3DE8FF"/>
                </a:solidFill>
                <a:latin typeface="Arial"/>
                <a:ea typeface="Arial"/>
                <a:cs typeface="Arial"/>
              </a:defRPr>
            </a:lvl5pPr>
            <a:lvl6pPr algn="l">
              <a:defRPr sz="6150" b="1">
                <a:solidFill>
                  <a:srgbClr val="3DE8FF"/>
                </a:solidFill>
                <a:latin typeface="Arial"/>
                <a:ea typeface="Arial"/>
                <a:cs typeface="Arial"/>
              </a:defRPr>
            </a:lvl6pPr>
            <a:lvl7pPr algn="l">
              <a:defRPr sz="6150" b="1">
                <a:solidFill>
                  <a:srgbClr val="3DE8FF"/>
                </a:solidFill>
                <a:latin typeface="Arial"/>
                <a:ea typeface="Arial"/>
                <a:cs typeface="Arial"/>
              </a:defRPr>
            </a:lvl7pPr>
            <a:lvl8pPr algn="l">
              <a:defRPr sz="6150" b="1">
                <a:solidFill>
                  <a:srgbClr val="3DE8FF"/>
                </a:solidFill>
                <a:latin typeface="Arial"/>
                <a:ea typeface="Arial"/>
                <a:cs typeface="Arial"/>
              </a:defRPr>
            </a:lvl8pPr>
            <a:lvl9pPr algn="l">
              <a:defRPr sz="6150" b="1">
                <a:solidFill>
                  <a:srgbClr val="3DE8FF"/>
                </a:solidFill>
                <a:latin typeface="Arial"/>
                <a:ea typeface="Arial"/>
                <a:cs typeface="Arial"/>
              </a:defRPr>
            </a:lvl9pPr>
          </a:lstStyle>
          <a:p>
            <a:pPr algn="l">
              <a:lnSpc>
                <a:spcPct val="100000"/>
              </a:lnSpc>
              <a:buNone/>
              <a:defRPr sz="6150" b="1">
                <a:solidFill>
                  <a:srgbClr val="3DE8FF"/>
                </a:solidFill>
                <a:latin typeface="Arial"/>
                <a:ea typeface="Arial"/>
                <a:cs typeface="Arial"/>
              </a:defRPr>
            </a:pPr>
            <a:r>
              <a:rPr sz="6150" b="1">
                <a:solidFill>
                  <a:srgbClr val="3DE8FF"/>
                </a:solidFill>
                <a:latin typeface="Arial"/>
                <a:ea typeface="Arial"/>
                <a:cs typeface="Arial"/>
              </a:rPr>
              <a:t>78</a:t>
            </a:r>
          </a:p>
        </p:txBody>
      </p:sp>
      <p:sp>
        <p:nvSpPr>
          <p:cNvPr id="10" name="verification-78-label">
            <a:extLst>
              <a:ext uri="{FF2B5EF4-FFF2-40B4-BE49-F238E27FC236}">
                <a16:creationId xmlns:a16="http://schemas.microsoft.com/office/drawing/2014/main" id="{3FCEF603-C21D-4223-A7BE-83E931CEE152}"/>
              </a:ext>
            </a:extLst>
          </p:cNvPr>
          <p:cNvSpPr>
            <a:spLocks noGrp="1"/>
          </p:cNvSpPr>
          <p:nvPr/>
        </p:nvSpPr>
        <p:spPr>
          <a:xfrm>
            <a:off x="723900" y="3181350"/>
            <a:ext cx="4476750" cy="55245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offline workflow + mocked UI/provider tests passed</a:t>
            </a:r>
          </a:p>
        </p:txBody>
      </p:sp>
      <p:sp>
        <p:nvSpPr>
          <p:cNvPr id="11" name="verification-78-detail">
            <a:extLst>
              <a:ext uri="{FF2B5EF4-FFF2-40B4-BE49-F238E27FC236}">
                <a16:creationId xmlns:a16="http://schemas.microsoft.com/office/drawing/2014/main" id="{2C38692F-842D-4990-8425-0A056BAA3518}"/>
              </a:ext>
            </a:extLst>
          </p:cNvPr>
          <p:cNvSpPr>
            <a:spLocks noGrp="1"/>
          </p:cNvSpPr>
          <p:nvPr/>
        </p:nvSpPr>
        <p:spPr>
          <a:xfrm>
            <a:off x="723900" y="3743325"/>
            <a:ext cx="4572000" cy="504825"/>
          </a:xfrm>
          <a:prstGeom prst="rect">
            <a:avLst/>
          </a:prstGeom>
          <a:noFill/>
          <a:ln w="0">
            <a:noFill/>
            <a:prstDash val="solid"/>
          </a:ln>
        </p:spPr>
        <p:txBody>
          <a:bodyPr wrap="square" lIns="0" tIns="0" rIns="0" bIns="0" anchor="t">
            <a:normAutofit/>
          </a:bodyPr>
          <a:lstStyle>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Isolated backend workflows and mocked presentation cases · 5.2 minutes</a:t>
            </a:r>
          </a:p>
        </p:txBody>
      </p:sp>
      <p:sp>
        <p:nvSpPr>
          <p:cNvPr id="12" name="verification-divider">
            <a:extLst>
              <a:ext uri="{FF2B5EF4-FFF2-40B4-BE49-F238E27FC236}">
                <a16:creationId xmlns:a16="http://schemas.microsoft.com/office/drawing/2014/main" id="{A78BD700-F5F0-41DC-A64D-D70DF2449065}"/>
              </a:ext>
            </a:extLst>
          </p:cNvPr>
          <p:cNvSpPr>
            <a:spLocks noGrp="1"/>
          </p:cNvSpPr>
          <p:nvPr/>
        </p:nvSpPr>
        <p:spPr>
          <a:xfrm>
            <a:off x="5905500" y="2000250"/>
            <a:ext cx="9525" cy="3286125"/>
          </a:xfrm>
          <a:prstGeom prst="rect">
            <a:avLst/>
          </a:prstGeom>
          <a:solidFill>
            <a:srgbClr val="2A2A38"/>
          </a:solidFill>
          <a:ln w="0">
            <a:noFill/>
            <a:prstDash val="solid"/>
          </a:ln>
        </p:spPr>
        <p:txBody>
          <a:bodyPr/>
          <a:lstStyle/>
          <a:p>
            <a:endParaRPr lang="en-IN"/>
          </a:p>
        </p:txBody>
      </p:sp>
      <p:sp>
        <p:nvSpPr>
          <p:cNvPr id="13" name="verification-1">
            <a:extLst>
              <a:ext uri="{FF2B5EF4-FFF2-40B4-BE49-F238E27FC236}">
                <a16:creationId xmlns:a16="http://schemas.microsoft.com/office/drawing/2014/main" id="{816DD6E9-34C7-4BD1-9B6F-2BA5F587BAB6}"/>
              </a:ext>
            </a:extLst>
          </p:cNvPr>
          <p:cNvSpPr>
            <a:spLocks noGrp="1"/>
          </p:cNvSpPr>
          <p:nvPr/>
        </p:nvSpPr>
        <p:spPr>
          <a:xfrm>
            <a:off x="6477000" y="2133600"/>
            <a:ext cx="1428750" cy="1009650"/>
          </a:xfrm>
          <a:prstGeom prst="rect">
            <a:avLst/>
          </a:prstGeom>
          <a:noFill/>
          <a:ln w="0">
            <a:noFill/>
            <a:prstDash val="solid"/>
          </a:ln>
        </p:spPr>
        <p:txBody>
          <a:bodyPr wrap="square" lIns="0" tIns="0" rIns="0" bIns="0" anchor="ctr">
            <a:normAutofit/>
          </a:bodyPr>
          <a:lstStyle>
            <a:defPPr algn="l">
              <a:defRPr sz="6150" b="1">
                <a:solidFill>
                  <a:srgbClr val="8B7CF6"/>
                </a:solidFill>
                <a:latin typeface="Arial"/>
                <a:ea typeface="Arial"/>
                <a:cs typeface="Arial"/>
              </a:defRPr>
            </a:defPPr>
            <a:lvl1pPr algn="l">
              <a:defRPr sz="6150" b="1">
                <a:solidFill>
                  <a:srgbClr val="8B7CF6"/>
                </a:solidFill>
                <a:latin typeface="Arial"/>
                <a:ea typeface="Arial"/>
                <a:cs typeface="Arial"/>
              </a:defRPr>
            </a:lvl1pPr>
            <a:lvl2pPr algn="l">
              <a:defRPr sz="6150" b="1">
                <a:solidFill>
                  <a:srgbClr val="8B7CF6"/>
                </a:solidFill>
                <a:latin typeface="Arial"/>
                <a:ea typeface="Arial"/>
                <a:cs typeface="Arial"/>
              </a:defRPr>
            </a:lvl2pPr>
            <a:lvl3pPr algn="l">
              <a:defRPr sz="6150" b="1">
                <a:solidFill>
                  <a:srgbClr val="8B7CF6"/>
                </a:solidFill>
                <a:latin typeface="Arial"/>
                <a:ea typeface="Arial"/>
                <a:cs typeface="Arial"/>
              </a:defRPr>
            </a:lvl3pPr>
            <a:lvl4pPr algn="l">
              <a:defRPr sz="6150" b="1">
                <a:solidFill>
                  <a:srgbClr val="8B7CF6"/>
                </a:solidFill>
                <a:latin typeface="Arial"/>
                <a:ea typeface="Arial"/>
                <a:cs typeface="Arial"/>
              </a:defRPr>
            </a:lvl4pPr>
            <a:lvl5pPr algn="l">
              <a:defRPr sz="6150" b="1">
                <a:solidFill>
                  <a:srgbClr val="8B7CF6"/>
                </a:solidFill>
                <a:latin typeface="Arial"/>
                <a:ea typeface="Arial"/>
                <a:cs typeface="Arial"/>
              </a:defRPr>
            </a:lvl5pPr>
            <a:lvl6pPr algn="l">
              <a:defRPr sz="6150" b="1">
                <a:solidFill>
                  <a:srgbClr val="8B7CF6"/>
                </a:solidFill>
                <a:latin typeface="Arial"/>
                <a:ea typeface="Arial"/>
                <a:cs typeface="Arial"/>
              </a:defRPr>
            </a:lvl6pPr>
            <a:lvl7pPr algn="l">
              <a:defRPr sz="6150" b="1">
                <a:solidFill>
                  <a:srgbClr val="8B7CF6"/>
                </a:solidFill>
                <a:latin typeface="Arial"/>
                <a:ea typeface="Arial"/>
                <a:cs typeface="Arial"/>
              </a:defRPr>
            </a:lvl7pPr>
            <a:lvl8pPr algn="l">
              <a:defRPr sz="6150" b="1">
                <a:solidFill>
                  <a:srgbClr val="8B7CF6"/>
                </a:solidFill>
                <a:latin typeface="Arial"/>
                <a:ea typeface="Arial"/>
                <a:cs typeface="Arial"/>
              </a:defRPr>
            </a:lvl8pPr>
            <a:lvl9pPr algn="l">
              <a:defRPr sz="6150" b="1">
                <a:solidFill>
                  <a:srgbClr val="8B7CF6"/>
                </a:solidFill>
                <a:latin typeface="Arial"/>
                <a:ea typeface="Arial"/>
                <a:cs typeface="Arial"/>
              </a:defRPr>
            </a:lvl9pPr>
          </a:lstStyle>
          <a:p>
            <a:pPr algn="l">
              <a:lnSpc>
                <a:spcPct val="100000"/>
              </a:lnSpc>
              <a:buNone/>
              <a:defRPr sz="6150" b="1">
                <a:solidFill>
                  <a:srgbClr val="8B7CF6"/>
                </a:solidFill>
                <a:latin typeface="Arial"/>
                <a:ea typeface="Arial"/>
                <a:cs typeface="Arial"/>
              </a:defRPr>
            </a:pPr>
            <a:r>
              <a:rPr sz="6150" b="1">
                <a:solidFill>
                  <a:srgbClr val="8B7CF6"/>
                </a:solidFill>
                <a:latin typeface="Arial"/>
                <a:ea typeface="Arial"/>
                <a:cs typeface="Arial"/>
              </a:rPr>
              <a:t>1</a:t>
            </a:r>
          </a:p>
        </p:txBody>
      </p:sp>
      <p:sp>
        <p:nvSpPr>
          <p:cNvPr id="14" name="verification-1-label">
            <a:extLst>
              <a:ext uri="{FF2B5EF4-FFF2-40B4-BE49-F238E27FC236}">
                <a16:creationId xmlns:a16="http://schemas.microsoft.com/office/drawing/2014/main" id="{B809E7FD-5213-4038-B38D-DA3E507B64AA}"/>
              </a:ext>
            </a:extLst>
          </p:cNvPr>
          <p:cNvSpPr>
            <a:spLocks noGrp="1"/>
          </p:cNvSpPr>
          <p:nvPr/>
        </p:nvSpPr>
        <p:spPr>
          <a:xfrm>
            <a:off x="6477000" y="3181350"/>
            <a:ext cx="4381500" cy="552450"/>
          </a:xfrm>
          <a:prstGeom prst="rect">
            <a:avLst/>
          </a:prstGeom>
          <a:noFill/>
          <a:ln w="0">
            <a:noFill/>
            <a:prstDash val="solid"/>
          </a:ln>
        </p:spPr>
        <p:txBody>
          <a:bodyPr wrap="square" lIns="0" tIns="0" rIns="0" bIns="0" anchor="ctr">
            <a:normAutofit/>
          </a:bodyPr>
          <a:lstStyle>
            <a:defPPr algn="l">
              <a:defRPr sz="1650" b="1">
                <a:solidFill>
                  <a:srgbClr val="EDEDF2"/>
                </a:solidFill>
                <a:latin typeface="Arial"/>
                <a:ea typeface="Arial"/>
                <a:cs typeface="Arial"/>
              </a:defRPr>
            </a:defPPr>
            <a:lvl1pPr algn="l">
              <a:defRPr sz="1650" b="1">
                <a:solidFill>
                  <a:srgbClr val="EDEDF2"/>
                </a:solidFill>
                <a:latin typeface="Arial"/>
                <a:ea typeface="Arial"/>
                <a:cs typeface="Arial"/>
              </a:defRPr>
            </a:lvl1pPr>
            <a:lvl2pPr algn="l">
              <a:defRPr sz="1650" b="1">
                <a:solidFill>
                  <a:srgbClr val="EDEDF2"/>
                </a:solidFill>
                <a:latin typeface="Arial"/>
                <a:ea typeface="Arial"/>
                <a:cs typeface="Arial"/>
              </a:defRPr>
            </a:lvl2pPr>
            <a:lvl3pPr algn="l">
              <a:defRPr sz="1650" b="1">
                <a:solidFill>
                  <a:srgbClr val="EDEDF2"/>
                </a:solidFill>
                <a:latin typeface="Arial"/>
                <a:ea typeface="Arial"/>
                <a:cs typeface="Arial"/>
              </a:defRPr>
            </a:lvl3pPr>
            <a:lvl4pPr algn="l">
              <a:defRPr sz="1650" b="1">
                <a:solidFill>
                  <a:srgbClr val="EDEDF2"/>
                </a:solidFill>
                <a:latin typeface="Arial"/>
                <a:ea typeface="Arial"/>
                <a:cs typeface="Arial"/>
              </a:defRPr>
            </a:lvl4pPr>
            <a:lvl5pPr algn="l">
              <a:defRPr sz="1650" b="1">
                <a:solidFill>
                  <a:srgbClr val="EDEDF2"/>
                </a:solidFill>
                <a:latin typeface="Arial"/>
                <a:ea typeface="Arial"/>
                <a:cs typeface="Arial"/>
              </a:defRPr>
            </a:lvl5pPr>
            <a:lvl6pPr algn="l">
              <a:defRPr sz="1650" b="1">
                <a:solidFill>
                  <a:srgbClr val="EDEDF2"/>
                </a:solidFill>
                <a:latin typeface="Arial"/>
                <a:ea typeface="Arial"/>
                <a:cs typeface="Arial"/>
              </a:defRPr>
            </a:lvl6pPr>
            <a:lvl7pPr algn="l">
              <a:defRPr sz="1650" b="1">
                <a:solidFill>
                  <a:srgbClr val="EDEDF2"/>
                </a:solidFill>
                <a:latin typeface="Arial"/>
                <a:ea typeface="Arial"/>
                <a:cs typeface="Arial"/>
              </a:defRPr>
            </a:lvl7pPr>
            <a:lvl8pPr algn="l">
              <a:defRPr sz="1650" b="1">
                <a:solidFill>
                  <a:srgbClr val="EDEDF2"/>
                </a:solidFill>
                <a:latin typeface="Arial"/>
                <a:ea typeface="Arial"/>
                <a:cs typeface="Arial"/>
              </a:defRPr>
            </a:lvl8pPr>
            <a:lvl9pPr algn="l">
              <a:defRPr sz="1650" b="1">
                <a:solidFill>
                  <a:srgbClr val="EDEDF2"/>
                </a:solidFill>
                <a:latin typeface="Arial"/>
                <a:ea typeface="Arial"/>
                <a:cs typeface="Arial"/>
              </a:defRPr>
            </a:lvl9pPr>
          </a:lstStyle>
          <a:p>
            <a:pPr algn="l">
              <a:lnSpc>
                <a:spcPct val="100000"/>
              </a:lnSpc>
              <a:buNone/>
              <a:defRPr sz="1650" b="1">
                <a:solidFill>
                  <a:srgbClr val="EDEDF2"/>
                </a:solidFill>
                <a:latin typeface="Arial"/>
                <a:ea typeface="Arial"/>
                <a:cs typeface="Arial"/>
              </a:defRPr>
            </a:pPr>
            <a:r>
              <a:rPr sz="1650" b="1">
                <a:solidFill>
                  <a:srgbClr val="EDEDF2"/>
                </a:solidFill>
                <a:latin typeface="Arial"/>
                <a:ea typeface="Arial"/>
                <a:cs typeface="Arial"/>
              </a:rPr>
              <a:t>real-backend smoke test passed</a:t>
            </a:r>
          </a:p>
        </p:txBody>
      </p:sp>
      <p:sp>
        <p:nvSpPr>
          <p:cNvPr id="15" name="verification-1-detail">
            <a:extLst>
              <a:ext uri="{FF2B5EF4-FFF2-40B4-BE49-F238E27FC236}">
                <a16:creationId xmlns:a16="http://schemas.microsoft.com/office/drawing/2014/main" id="{57CF5C1F-CC09-427C-A9A5-F317A791B6EC}"/>
              </a:ext>
            </a:extLst>
          </p:cNvPr>
          <p:cNvSpPr>
            <a:spLocks noGrp="1"/>
          </p:cNvSpPr>
          <p:nvPr/>
        </p:nvSpPr>
        <p:spPr>
          <a:xfrm>
            <a:off x="6477000" y="3743325"/>
            <a:ext cx="4381500" cy="495300"/>
          </a:xfrm>
          <a:prstGeom prst="rect">
            <a:avLst/>
          </a:prstGeom>
          <a:noFill/>
          <a:ln w="0">
            <a:noFill/>
            <a:prstDash val="solid"/>
          </a:ln>
        </p:spPr>
        <p:txBody>
          <a:bodyPr wrap="square" lIns="0" tIns="0" rIns="0" bIns="0" anchor="ctr">
            <a:normAutofit/>
          </a:bodyPr>
          <a:lstStyle>
            <a:defPPr algn="l">
              <a:defRPr sz="1350" b="0">
                <a:solidFill>
                  <a:srgbClr val="C9C9D4"/>
                </a:solidFill>
                <a:latin typeface="Arial"/>
                <a:ea typeface="Arial"/>
                <a:cs typeface="Arial"/>
              </a:defRPr>
            </a:defPPr>
            <a:lvl1pPr algn="l">
              <a:defRPr sz="1350" b="0">
                <a:solidFill>
                  <a:srgbClr val="C9C9D4"/>
                </a:solidFill>
                <a:latin typeface="Arial"/>
                <a:ea typeface="Arial"/>
                <a:cs typeface="Arial"/>
              </a:defRPr>
            </a:lvl1pPr>
            <a:lvl2pPr algn="l">
              <a:defRPr sz="1350" b="0">
                <a:solidFill>
                  <a:srgbClr val="C9C9D4"/>
                </a:solidFill>
                <a:latin typeface="Arial"/>
                <a:ea typeface="Arial"/>
                <a:cs typeface="Arial"/>
              </a:defRPr>
            </a:lvl2pPr>
            <a:lvl3pPr algn="l">
              <a:defRPr sz="1350" b="0">
                <a:solidFill>
                  <a:srgbClr val="C9C9D4"/>
                </a:solidFill>
                <a:latin typeface="Arial"/>
                <a:ea typeface="Arial"/>
                <a:cs typeface="Arial"/>
              </a:defRPr>
            </a:lvl3pPr>
            <a:lvl4pPr algn="l">
              <a:defRPr sz="1350" b="0">
                <a:solidFill>
                  <a:srgbClr val="C9C9D4"/>
                </a:solidFill>
                <a:latin typeface="Arial"/>
                <a:ea typeface="Arial"/>
                <a:cs typeface="Arial"/>
              </a:defRPr>
            </a:lvl4pPr>
            <a:lvl5pPr algn="l">
              <a:defRPr sz="1350" b="0">
                <a:solidFill>
                  <a:srgbClr val="C9C9D4"/>
                </a:solidFill>
                <a:latin typeface="Arial"/>
                <a:ea typeface="Arial"/>
                <a:cs typeface="Arial"/>
              </a:defRPr>
            </a:lvl5pPr>
            <a:lvl6pPr algn="l">
              <a:defRPr sz="1350" b="0">
                <a:solidFill>
                  <a:srgbClr val="C9C9D4"/>
                </a:solidFill>
                <a:latin typeface="Arial"/>
                <a:ea typeface="Arial"/>
                <a:cs typeface="Arial"/>
              </a:defRPr>
            </a:lvl6pPr>
            <a:lvl7pPr algn="l">
              <a:defRPr sz="1350" b="0">
                <a:solidFill>
                  <a:srgbClr val="C9C9D4"/>
                </a:solidFill>
                <a:latin typeface="Arial"/>
                <a:ea typeface="Arial"/>
                <a:cs typeface="Arial"/>
              </a:defRPr>
            </a:lvl7pPr>
            <a:lvl8pPr algn="l">
              <a:defRPr sz="1350" b="0">
                <a:solidFill>
                  <a:srgbClr val="C9C9D4"/>
                </a:solidFill>
                <a:latin typeface="Arial"/>
                <a:ea typeface="Arial"/>
                <a:cs typeface="Arial"/>
              </a:defRPr>
            </a:lvl8pPr>
            <a:lvl9pPr algn="l">
              <a:defRPr sz="1350" b="0">
                <a:solidFill>
                  <a:srgbClr val="C9C9D4"/>
                </a:solidFill>
                <a:latin typeface="Arial"/>
                <a:ea typeface="Arial"/>
                <a:cs typeface="Arial"/>
              </a:defRPr>
            </a:lvl9pPr>
          </a:lstStyle>
          <a:p>
            <a:pPr algn="l">
              <a:lnSpc>
                <a:spcPct val="100000"/>
              </a:lnSpc>
              <a:buNone/>
              <a:defRPr sz="1350" b="0">
                <a:solidFill>
                  <a:srgbClr val="C9C9D4"/>
                </a:solidFill>
                <a:latin typeface="Arial"/>
                <a:ea typeface="Arial"/>
                <a:cs typeface="Arial"/>
              </a:defRPr>
            </a:pPr>
            <a:r>
              <a:rPr sz="1350" b="0">
                <a:solidFill>
                  <a:srgbClr val="C9C9D4"/>
                </a:solidFill>
                <a:latin typeface="Arial"/>
                <a:ea typeface="Arial"/>
                <a:cs typeface="Arial"/>
              </a:rPr>
              <a:t>Isolated local login and dashboard · 7.6 seconds</a:t>
            </a:r>
          </a:p>
        </p:txBody>
      </p:sp>
      <p:sp>
        <p:nvSpPr>
          <p:cNvPr id="16" name="verification-build">
            <a:extLst>
              <a:ext uri="{FF2B5EF4-FFF2-40B4-BE49-F238E27FC236}">
                <a16:creationId xmlns:a16="http://schemas.microsoft.com/office/drawing/2014/main" id="{27558E06-1AA3-42CE-895A-F44996B9603A}"/>
              </a:ext>
            </a:extLst>
          </p:cNvPr>
          <p:cNvSpPr>
            <a:spLocks noGrp="1"/>
          </p:cNvSpPr>
          <p:nvPr/>
        </p:nvSpPr>
        <p:spPr>
          <a:xfrm>
            <a:off x="6477000" y="4400550"/>
            <a:ext cx="4381500" cy="457200"/>
          </a:xfrm>
          <a:prstGeom prst="rect">
            <a:avLst/>
          </a:prstGeom>
          <a:noFill/>
          <a:ln w="0">
            <a:noFill/>
            <a:prstDash val="solid"/>
          </a:ln>
        </p:spPr>
        <p:txBody>
          <a:bodyPr wrap="square" lIns="0" tIns="0" rIns="0" bIns="0" anchor="ctr">
            <a:normAutofit/>
          </a:bodyPr>
          <a:lstStyle>
            <a:defPPr algn="l">
              <a:defRPr sz="1425" b="0">
                <a:solidFill>
                  <a:srgbClr val="EDEDF2"/>
                </a:solidFill>
                <a:latin typeface="Arial"/>
                <a:ea typeface="Arial"/>
                <a:cs typeface="Arial"/>
              </a:defRPr>
            </a:defPPr>
            <a:lvl1pPr algn="l">
              <a:defRPr sz="1425" b="0">
                <a:solidFill>
                  <a:srgbClr val="EDEDF2"/>
                </a:solidFill>
                <a:latin typeface="Arial"/>
                <a:ea typeface="Arial"/>
                <a:cs typeface="Arial"/>
              </a:defRPr>
            </a:lvl1pPr>
            <a:lvl2pPr algn="l">
              <a:defRPr sz="1425" b="0">
                <a:solidFill>
                  <a:srgbClr val="EDEDF2"/>
                </a:solidFill>
                <a:latin typeface="Arial"/>
                <a:ea typeface="Arial"/>
                <a:cs typeface="Arial"/>
              </a:defRPr>
            </a:lvl2pPr>
            <a:lvl3pPr algn="l">
              <a:defRPr sz="1425" b="0">
                <a:solidFill>
                  <a:srgbClr val="EDEDF2"/>
                </a:solidFill>
                <a:latin typeface="Arial"/>
                <a:ea typeface="Arial"/>
                <a:cs typeface="Arial"/>
              </a:defRPr>
            </a:lvl3pPr>
            <a:lvl4pPr algn="l">
              <a:defRPr sz="1425" b="0">
                <a:solidFill>
                  <a:srgbClr val="EDEDF2"/>
                </a:solidFill>
                <a:latin typeface="Arial"/>
                <a:ea typeface="Arial"/>
                <a:cs typeface="Arial"/>
              </a:defRPr>
            </a:lvl4pPr>
            <a:lvl5pPr algn="l">
              <a:defRPr sz="1425" b="0">
                <a:solidFill>
                  <a:srgbClr val="EDEDF2"/>
                </a:solidFill>
                <a:latin typeface="Arial"/>
                <a:ea typeface="Arial"/>
                <a:cs typeface="Arial"/>
              </a:defRPr>
            </a:lvl5pPr>
            <a:lvl6pPr algn="l">
              <a:defRPr sz="1425" b="0">
                <a:solidFill>
                  <a:srgbClr val="EDEDF2"/>
                </a:solidFill>
                <a:latin typeface="Arial"/>
                <a:ea typeface="Arial"/>
                <a:cs typeface="Arial"/>
              </a:defRPr>
            </a:lvl6pPr>
            <a:lvl7pPr algn="l">
              <a:defRPr sz="1425" b="0">
                <a:solidFill>
                  <a:srgbClr val="EDEDF2"/>
                </a:solidFill>
                <a:latin typeface="Arial"/>
                <a:ea typeface="Arial"/>
                <a:cs typeface="Arial"/>
              </a:defRPr>
            </a:lvl7pPr>
            <a:lvl8pPr algn="l">
              <a:defRPr sz="1425" b="0">
                <a:solidFill>
                  <a:srgbClr val="EDEDF2"/>
                </a:solidFill>
                <a:latin typeface="Arial"/>
                <a:ea typeface="Arial"/>
                <a:cs typeface="Arial"/>
              </a:defRPr>
            </a:lvl8pPr>
            <a:lvl9pPr algn="l">
              <a:defRPr sz="1425" b="0">
                <a:solidFill>
                  <a:srgbClr val="EDEDF2"/>
                </a:solidFill>
                <a:latin typeface="Arial"/>
                <a:ea typeface="Arial"/>
                <a:cs typeface="Arial"/>
              </a:defRPr>
            </a:lvl9pPr>
          </a:lstStyle>
          <a:p>
            <a:pPr algn="l">
              <a:lnSpc>
                <a:spcPct val="100000"/>
              </a:lnSpc>
              <a:buNone/>
              <a:defRPr sz="1425" b="0">
                <a:solidFill>
                  <a:srgbClr val="EDEDF2"/>
                </a:solidFill>
                <a:latin typeface="Arial"/>
                <a:ea typeface="Arial"/>
                <a:cs typeface="Arial"/>
              </a:defRPr>
            </a:pPr>
            <a:r>
              <a:rPr sz="1425" b="0">
                <a:solidFill>
                  <a:srgbClr val="EDEDF2"/>
                </a:solidFill>
                <a:latin typeface="Arial"/>
                <a:ea typeface="Arial"/>
                <a:cs typeface="Arial"/>
              </a:rPr>
              <a:t>Frontend TypeScript checks and production build passed.</a:t>
            </a:r>
          </a:p>
        </p:txBody>
      </p:sp>
      <p:sp>
        <p:nvSpPr>
          <p:cNvPr id="17" name="verification-limit-bg">
            <a:extLst>
              <a:ext uri="{FF2B5EF4-FFF2-40B4-BE49-F238E27FC236}">
                <a16:creationId xmlns:a16="http://schemas.microsoft.com/office/drawing/2014/main" id="{A6C69145-9EDF-4014-81E0-3810A4D14616}"/>
              </a:ext>
            </a:extLst>
          </p:cNvPr>
          <p:cNvSpPr>
            <a:spLocks noGrp="1"/>
          </p:cNvSpPr>
          <p:nvPr/>
        </p:nvSpPr>
        <p:spPr>
          <a:xfrm>
            <a:off x="723900" y="5257800"/>
            <a:ext cx="10744200" cy="628650"/>
          </a:xfrm>
          <a:prstGeom prst="roundRect">
            <a:avLst>
              <a:gd name="adj" fmla="val 15152"/>
            </a:avLst>
          </a:prstGeom>
          <a:solidFill>
            <a:srgbClr val="211E38"/>
          </a:solidFill>
          <a:ln w="0">
            <a:noFill/>
            <a:prstDash val="solid"/>
          </a:ln>
        </p:spPr>
        <p:txBody>
          <a:bodyPr/>
          <a:lstStyle/>
          <a:p>
            <a:endParaRPr lang="en-IN"/>
          </a:p>
        </p:txBody>
      </p:sp>
      <p:sp>
        <p:nvSpPr>
          <p:cNvPr id="18" name="verification-limit">
            <a:extLst>
              <a:ext uri="{FF2B5EF4-FFF2-40B4-BE49-F238E27FC236}">
                <a16:creationId xmlns:a16="http://schemas.microsoft.com/office/drawing/2014/main" id="{9EA52728-0869-4461-91C0-D88E16F570A4}"/>
              </a:ext>
            </a:extLst>
          </p:cNvPr>
          <p:cNvSpPr>
            <a:spLocks noGrp="1"/>
          </p:cNvSpPr>
          <p:nvPr/>
        </p:nvSpPr>
        <p:spPr>
          <a:xfrm>
            <a:off x="914400" y="5353050"/>
            <a:ext cx="10363200" cy="457200"/>
          </a:xfrm>
          <a:prstGeom prst="rect">
            <a:avLst/>
          </a:prstGeom>
          <a:noFill/>
          <a:ln w="0">
            <a:noFill/>
            <a:prstDash val="solid"/>
          </a:ln>
        </p:spPr>
        <p:txBody>
          <a:bodyPr wrap="square" lIns="0" tIns="0" rIns="0" bIns="0" anchor="ctr">
            <a:normAutofit/>
          </a:bodyPr>
          <a:lstStyle>
            <a:defPPr algn="ctr">
              <a:defRPr sz="1350" b="1">
                <a:solidFill>
                  <a:srgbClr val="F2F2F5"/>
                </a:solidFill>
                <a:latin typeface="Arial"/>
                <a:ea typeface="Arial"/>
                <a:cs typeface="Arial"/>
              </a:defRPr>
            </a:defPPr>
            <a:lvl1pPr algn="ctr">
              <a:defRPr sz="1350" b="1">
                <a:solidFill>
                  <a:srgbClr val="F2F2F5"/>
                </a:solidFill>
                <a:latin typeface="Arial"/>
                <a:ea typeface="Arial"/>
                <a:cs typeface="Arial"/>
              </a:defRPr>
            </a:lvl1pPr>
            <a:lvl2pPr algn="ctr">
              <a:defRPr sz="1350" b="1">
                <a:solidFill>
                  <a:srgbClr val="F2F2F5"/>
                </a:solidFill>
                <a:latin typeface="Arial"/>
                <a:ea typeface="Arial"/>
                <a:cs typeface="Arial"/>
              </a:defRPr>
            </a:lvl2pPr>
            <a:lvl3pPr algn="ctr">
              <a:defRPr sz="1350" b="1">
                <a:solidFill>
                  <a:srgbClr val="F2F2F5"/>
                </a:solidFill>
                <a:latin typeface="Arial"/>
                <a:ea typeface="Arial"/>
                <a:cs typeface="Arial"/>
              </a:defRPr>
            </a:lvl3pPr>
            <a:lvl4pPr algn="ctr">
              <a:defRPr sz="1350" b="1">
                <a:solidFill>
                  <a:srgbClr val="F2F2F5"/>
                </a:solidFill>
                <a:latin typeface="Arial"/>
                <a:ea typeface="Arial"/>
                <a:cs typeface="Arial"/>
              </a:defRPr>
            </a:lvl4pPr>
            <a:lvl5pPr algn="ctr">
              <a:defRPr sz="1350" b="1">
                <a:solidFill>
                  <a:srgbClr val="F2F2F5"/>
                </a:solidFill>
                <a:latin typeface="Arial"/>
                <a:ea typeface="Arial"/>
                <a:cs typeface="Arial"/>
              </a:defRPr>
            </a:lvl5pPr>
            <a:lvl6pPr algn="ctr">
              <a:defRPr sz="1350" b="1">
                <a:solidFill>
                  <a:srgbClr val="F2F2F5"/>
                </a:solidFill>
                <a:latin typeface="Arial"/>
                <a:ea typeface="Arial"/>
                <a:cs typeface="Arial"/>
              </a:defRPr>
            </a:lvl6pPr>
            <a:lvl7pPr algn="ctr">
              <a:defRPr sz="1350" b="1">
                <a:solidFill>
                  <a:srgbClr val="F2F2F5"/>
                </a:solidFill>
                <a:latin typeface="Arial"/>
                <a:ea typeface="Arial"/>
                <a:cs typeface="Arial"/>
              </a:defRPr>
            </a:lvl7pPr>
            <a:lvl8pPr algn="ctr">
              <a:defRPr sz="1350" b="1">
                <a:solidFill>
                  <a:srgbClr val="F2F2F5"/>
                </a:solidFill>
                <a:latin typeface="Arial"/>
                <a:ea typeface="Arial"/>
                <a:cs typeface="Arial"/>
              </a:defRPr>
            </a:lvl8pPr>
            <a:lvl9pPr algn="ctr">
              <a:defRPr sz="1350" b="1">
                <a:solidFill>
                  <a:srgbClr val="F2F2F5"/>
                </a:solidFill>
                <a:latin typeface="Arial"/>
                <a:ea typeface="Arial"/>
                <a:cs typeface="Arial"/>
              </a:defRPr>
            </a:lvl9pPr>
          </a:lstStyle>
          <a:p>
            <a:pPr algn="ctr">
              <a:lnSpc>
                <a:spcPct val="100000"/>
              </a:lnSpc>
              <a:buNone/>
              <a:defRPr sz="1350" b="1">
                <a:solidFill>
                  <a:srgbClr val="F2F2F5"/>
                </a:solidFill>
                <a:latin typeface="Arial"/>
                <a:ea typeface="Arial"/>
                <a:cs typeface="Arial"/>
              </a:defRPr>
            </a:pPr>
            <a:r>
              <a:rPr sz="1350" b="1">
                <a:solidFill>
                  <a:srgbClr val="F2F2F5"/>
                </a:solidFill>
                <a:latin typeface="Arial"/>
                <a:ea typeface="Arial"/>
                <a:cs typeface="Arial"/>
              </a:rPr>
              <a:t>No live-provider test was run. The risk score is not calibrated; deployment is local and single-workspace.</a:t>
            </a:r>
          </a:p>
        </p:txBody>
      </p:sp>
    </p:spTree>
    <p:extLst>
      <p:ext uri="{BB962C8B-B14F-4D97-AF65-F5344CB8AC3E}">
        <p14:creationId xmlns:p14="http://schemas.microsoft.com/office/powerpoint/2010/main" val="1205374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A0F"/>
        </a:solidFill>
        <a:effectLst/>
      </p:bgPr>
    </p:bg>
    <p:spTree>
      <p:nvGrpSpPr>
        <p:cNvPr id="1" name=""/>
        <p:cNvGrpSpPr/>
        <p:nvPr/>
      </p:nvGrpSpPr>
      <p:grpSpPr>
        <a:xfrm>
          <a:off x="0" y="0"/>
          <a:ext cx="0" cy="0"/>
          <a:chOff x="0" y="0"/>
          <a:chExt cx="0" cy="0"/>
        </a:xfrm>
      </p:grpSpPr>
      <p:sp>
        <p:nvSpPr>
          <p:cNvPr id="23" name="slide-20-title">
            <a:extLst>
              <a:ext uri="{FF2B5EF4-FFF2-40B4-BE49-F238E27FC236}">
                <a16:creationId xmlns:a16="http://schemas.microsoft.com/office/drawing/2014/main" id="{CE34AEEE-8214-4630-8ECC-A2B5114AD0A1}"/>
              </a:ext>
            </a:extLst>
          </p:cNvPr>
          <p:cNvSpPr>
            <a:spLocks noGrp="1"/>
          </p:cNvSpPr>
          <p:nvPr/>
        </p:nvSpPr>
        <p:spPr>
          <a:xfrm>
            <a:off x="647700" y="400050"/>
            <a:ext cx="10763250" cy="590550"/>
          </a:xfrm>
          <a:prstGeom prst="rect">
            <a:avLst/>
          </a:prstGeom>
          <a:noFill/>
          <a:ln w="0">
            <a:noFill/>
            <a:prstDash val="solid"/>
          </a:ln>
        </p:spPr>
        <p:txBody>
          <a:bodyPr wrap="square" lIns="0" tIns="0" rIns="0" bIns="0" anchor="ctr">
            <a:normAutofit/>
          </a:bodyPr>
          <a:lstStyle>
            <a:defPPr algn="l">
              <a:defRPr sz="3000" b="1">
                <a:solidFill>
                  <a:srgbClr val="F2F2F5"/>
                </a:solidFill>
                <a:latin typeface="Arial"/>
                <a:ea typeface="Arial"/>
                <a:cs typeface="Arial"/>
              </a:defRPr>
            </a:defPPr>
            <a:lvl1pPr algn="l">
              <a:defRPr sz="3000" b="1">
                <a:solidFill>
                  <a:srgbClr val="F2F2F5"/>
                </a:solidFill>
                <a:latin typeface="Arial"/>
                <a:ea typeface="Arial"/>
                <a:cs typeface="Arial"/>
              </a:defRPr>
            </a:lvl1pPr>
            <a:lvl2pPr algn="l">
              <a:defRPr sz="3000" b="1">
                <a:solidFill>
                  <a:srgbClr val="F2F2F5"/>
                </a:solidFill>
                <a:latin typeface="Arial"/>
                <a:ea typeface="Arial"/>
                <a:cs typeface="Arial"/>
              </a:defRPr>
            </a:lvl2pPr>
            <a:lvl3pPr algn="l">
              <a:defRPr sz="3000" b="1">
                <a:solidFill>
                  <a:srgbClr val="F2F2F5"/>
                </a:solidFill>
                <a:latin typeface="Arial"/>
                <a:ea typeface="Arial"/>
                <a:cs typeface="Arial"/>
              </a:defRPr>
            </a:lvl3pPr>
            <a:lvl4pPr algn="l">
              <a:defRPr sz="3000" b="1">
                <a:solidFill>
                  <a:srgbClr val="F2F2F5"/>
                </a:solidFill>
                <a:latin typeface="Arial"/>
                <a:ea typeface="Arial"/>
                <a:cs typeface="Arial"/>
              </a:defRPr>
            </a:lvl4pPr>
            <a:lvl5pPr algn="l">
              <a:defRPr sz="3000" b="1">
                <a:solidFill>
                  <a:srgbClr val="F2F2F5"/>
                </a:solidFill>
                <a:latin typeface="Arial"/>
                <a:ea typeface="Arial"/>
                <a:cs typeface="Arial"/>
              </a:defRPr>
            </a:lvl5pPr>
            <a:lvl6pPr algn="l">
              <a:defRPr sz="3000" b="1">
                <a:solidFill>
                  <a:srgbClr val="F2F2F5"/>
                </a:solidFill>
                <a:latin typeface="Arial"/>
                <a:ea typeface="Arial"/>
                <a:cs typeface="Arial"/>
              </a:defRPr>
            </a:lvl6pPr>
            <a:lvl7pPr algn="l">
              <a:defRPr sz="3000" b="1">
                <a:solidFill>
                  <a:srgbClr val="F2F2F5"/>
                </a:solidFill>
                <a:latin typeface="Arial"/>
                <a:ea typeface="Arial"/>
                <a:cs typeface="Arial"/>
              </a:defRPr>
            </a:lvl7pPr>
            <a:lvl8pPr algn="l">
              <a:defRPr sz="3000" b="1">
                <a:solidFill>
                  <a:srgbClr val="F2F2F5"/>
                </a:solidFill>
                <a:latin typeface="Arial"/>
                <a:ea typeface="Arial"/>
                <a:cs typeface="Arial"/>
              </a:defRPr>
            </a:lvl8pPr>
            <a:lvl9pPr algn="l">
              <a:defRPr sz="3000" b="1">
                <a:solidFill>
                  <a:srgbClr val="F2F2F5"/>
                </a:solidFill>
                <a:latin typeface="Arial"/>
                <a:ea typeface="Arial"/>
                <a:cs typeface="Arial"/>
              </a:defRPr>
            </a:lvl9pPr>
          </a:lstStyle>
          <a:p>
            <a:pPr algn="l">
              <a:lnSpc>
                <a:spcPct val="100000"/>
              </a:lnSpc>
              <a:buNone/>
              <a:defRPr sz="3000" b="1">
                <a:solidFill>
                  <a:srgbClr val="F2F2F5"/>
                </a:solidFill>
                <a:latin typeface="Arial"/>
                <a:ea typeface="Arial"/>
                <a:cs typeface="Arial"/>
              </a:defRPr>
            </a:pPr>
            <a:r>
              <a:rPr sz="3000" b="1">
                <a:solidFill>
                  <a:srgbClr val="F2F2F5"/>
                </a:solidFill>
                <a:latin typeface="Arial"/>
                <a:ea typeface="Arial"/>
                <a:cs typeface="Arial"/>
              </a:rPr>
              <a:t>Conclusion &amp; future scope</a:t>
            </a:r>
          </a:p>
        </p:txBody>
      </p:sp>
      <p:sp>
        <p:nvSpPr>
          <p:cNvPr id="2" name="slide-20-accent-blue">
            <a:extLst>
              <a:ext uri="{FF2B5EF4-FFF2-40B4-BE49-F238E27FC236}">
                <a16:creationId xmlns:a16="http://schemas.microsoft.com/office/drawing/2014/main" id="{EAFAD47A-07EC-4027-8A2C-3B8190CDC189}"/>
              </a:ext>
            </a:extLst>
          </p:cNvPr>
          <p:cNvSpPr>
            <a:spLocks noGrp="1"/>
          </p:cNvSpPr>
          <p:nvPr/>
        </p:nvSpPr>
        <p:spPr>
          <a:xfrm>
            <a:off x="647700" y="1123950"/>
            <a:ext cx="533400" cy="38100"/>
          </a:xfrm>
          <a:prstGeom prst="rect">
            <a:avLst/>
          </a:prstGeom>
          <a:solidFill>
            <a:srgbClr val="3DE8FF"/>
          </a:solidFill>
          <a:ln w="0">
            <a:noFill/>
            <a:prstDash val="solid"/>
          </a:ln>
        </p:spPr>
        <p:txBody>
          <a:bodyPr/>
          <a:lstStyle/>
          <a:p>
            <a:endParaRPr lang="en-IN"/>
          </a:p>
        </p:txBody>
      </p:sp>
      <p:sp>
        <p:nvSpPr>
          <p:cNvPr id="3" name="slide-20-accent-iris">
            <a:extLst>
              <a:ext uri="{FF2B5EF4-FFF2-40B4-BE49-F238E27FC236}">
                <a16:creationId xmlns:a16="http://schemas.microsoft.com/office/drawing/2014/main" id="{12800D07-3514-4AFB-8BAA-847EB1C208E0}"/>
              </a:ext>
            </a:extLst>
          </p:cNvPr>
          <p:cNvSpPr>
            <a:spLocks noGrp="1"/>
          </p:cNvSpPr>
          <p:nvPr/>
        </p:nvSpPr>
        <p:spPr>
          <a:xfrm>
            <a:off x="1181100" y="1123950"/>
            <a:ext cx="209550" cy="38100"/>
          </a:xfrm>
          <a:prstGeom prst="rect">
            <a:avLst/>
          </a:prstGeom>
          <a:solidFill>
            <a:srgbClr val="8B7CF6"/>
          </a:solidFill>
          <a:ln w="0">
            <a:noFill/>
            <a:prstDash val="solid"/>
          </a:ln>
        </p:spPr>
        <p:txBody>
          <a:bodyPr/>
          <a:lstStyle/>
          <a:p>
            <a:endParaRPr lang="en-IN"/>
          </a:p>
        </p:txBody>
      </p:sp>
      <p:sp>
        <p:nvSpPr>
          <p:cNvPr id="4" name="slide-20-subtitle">
            <a:extLst>
              <a:ext uri="{FF2B5EF4-FFF2-40B4-BE49-F238E27FC236}">
                <a16:creationId xmlns:a16="http://schemas.microsoft.com/office/drawing/2014/main" id="{260C9A5E-AECB-4E86-8202-493F97091503}"/>
              </a:ext>
            </a:extLst>
          </p:cNvPr>
          <p:cNvSpPr>
            <a:spLocks noGrp="1"/>
          </p:cNvSpPr>
          <p:nvPr/>
        </p:nvSpPr>
        <p:spPr>
          <a:xfrm>
            <a:off x="647700" y="1257300"/>
            <a:ext cx="10668000" cy="400050"/>
          </a:xfrm>
          <a:prstGeom prst="rect">
            <a:avLst/>
          </a:prstGeom>
          <a:noFill/>
          <a:ln w="0">
            <a:noFill/>
            <a:prstDash val="solid"/>
          </a:ln>
        </p:spPr>
        <p:txBody>
          <a:bodyPr wrap="square" lIns="0" tIns="0" rIns="0" bIns="0" anchor="ctr">
            <a:normAutofit/>
          </a:bodyPr>
          <a:lstStyle>
            <a:defPPr algn="l">
              <a:defRPr sz="1575" b="0">
                <a:solidFill>
                  <a:srgbClr val="C9C9D4"/>
                </a:solidFill>
                <a:latin typeface="Arial"/>
                <a:ea typeface="Arial"/>
                <a:cs typeface="Arial"/>
              </a:defRPr>
            </a:defPPr>
            <a:lvl1pPr algn="l">
              <a:defRPr sz="1575" b="0">
                <a:solidFill>
                  <a:srgbClr val="C9C9D4"/>
                </a:solidFill>
                <a:latin typeface="Arial"/>
                <a:ea typeface="Arial"/>
                <a:cs typeface="Arial"/>
              </a:defRPr>
            </a:lvl1pPr>
            <a:lvl2pPr algn="l">
              <a:defRPr sz="1575" b="0">
                <a:solidFill>
                  <a:srgbClr val="C9C9D4"/>
                </a:solidFill>
                <a:latin typeface="Arial"/>
                <a:ea typeface="Arial"/>
                <a:cs typeface="Arial"/>
              </a:defRPr>
            </a:lvl2pPr>
            <a:lvl3pPr algn="l">
              <a:defRPr sz="1575" b="0">
                <a:solidFill>
                  <a:srgbClr val="C9C9D4"/>
                </a:solidFill>
                <a:latin typeface="Arial"/>
                <a:ea typeface="Arial"/>
                <a:cs typeface="Arial"/>
              </a:defRPr>
            </a:lvl3pPr>
            <a:lvl4pPr algn="l">
              <a:defRPr sz="1575" b="0">
                <a:solidFill>
                  <a:srgbClr val="C9C9D4"/>
                </a:solidFill>
                <a:latin typeface="Arial"/>
                <a:ea typeface="Arial"/>
                <a:cs typeface="Arial"/>
              </a:defRPr>
            </a:lvl4pPr>
            <a:lvl5pPr algn="l">
              <a:defRPr sz="1575" b="0">
                <a:solidFill>
                  <a:srgbClr val="C9C9D4"/>
                </a:solidFill>
                <a:latin typeface="Arial"/>
                <a:ea typeface="Arial"/>
                <a:cs typeface="Arial"/>
              </a:defRPr>
            </a:lvl5pPr>
            <a:lvl6pPr algn="l">
              <a:defRPr sz="1575" b="0">
                <a:solidFill>
                  <a:srgbClr val="C9C9D4"/>
                </a:solidFill>
                <a:latin typeface="Arial"/>
                <a:ea typeface="Arial"/>
                <a:cs typeface="Arial"/>
              </a:defRPr>
            </a:lvl6pPr>
            <a:lvl7pPr algn="l">
              <a:defRPr sz="1575" b="0">
                <a:solidFill>
                  <a:srgbClr val="C9C9D4"/>
                </a:solidFill>
                <a:latin typeface="Arial"/>
                <a:ea typeface="Arial"/>
                <a:cs typeface="Arial"/>
              </a:defRPr>
            </a:lvl7pPr>
            <a:lvl8pPr algn="l">
              <a:defRPr sz="1575" b="0">
                <a:solidFill>
                  <a:srgbClr val="C9C9D4"/>
                </a:solidFill>
                <a:latin typeface="Arial"/>
                <a:ea typeface="Arial"/>
                <a:cs typeface="Arial"/>
              </a:defRPr>
            </a:lvl8pPr>
            <a:lvl9pPr algn="l">
              <a:defRPr sz="1575" b="0">
                <a:solidFill>
                  <a:srgbClr val="C9C9D4"/>
                </a:solidFill>
                <a:latin typeface="Arial"/>
                <a:ea typeface="Arial"/>
                <a:cs typeface="Arial"/>
              </a:defRPr>
            </a:lvl9pPr>
          </a:lstStyle>
          <a:p>
            <a:pPr algn="l">
              <a:lnSpc>
                <a:spcPct val="100000"/>
              </a:lnSpc>
              <a:buNone/>
              <a:defRPr sz="1575" b="0">
                <a:solidFill>
                  <a:srgbClr val="C9C9D4"/>
                </a:solidFill>
                <a:latin typeface="Arial"/>
                <a:ea typeface="Arial"/>
                <a:cs typeface="Arial"/>
              </a:defRPr>
            </a:pPr>
            <a:r>
              <a:rPr sz="1575" b="0">
                <a:solidFill>
                  <a:srgbClr val="C9C9D4"/>
                </a:solidFill>
                <a:latin typeface="Arial"/>
                <a:ea typeface="Arial"/>
                <a:cs typeface="Arial"/>
              </a:rPr>
              <a:t>CyberLens connects authorized assets, evidence, analyst decisions, and response records in one workspace.</a:t>
            </a:r>
          </a:p>
        </p:txBody>
      </p:sp>
      <p:sp>
        <p:nvSpPr>
          <p:cNvPr id="5" name="slide-20-footer-rule">
            <a:extLst>
              <a:ext uri="{FF2B5EF4-FFF2-40B4-BE49-F238E27FC236}">
                <a16:creationId xmlns:a16="http://schemas.microsoft.com/office/drawing/2014/main" id="{1677A151-B4D1-4DA6-A38A-F23AC51CDDFC}"/>
              </a:ext>
            </a:extLst>
          </p:cNvPr>
          <p:cNvSpPr>
            <a:spLocks noGrp="1"/>
          </p:cNvSpPr>
          <p:nvPr/>
        </p:nvSpPr>
        <p:spPr>
          <a:xfrm>
            <a:off x="647700" y="6315075"/>
            <a:ext cx="10896600" cy="9525"/>
          </a:xfrm>
          <a:prstGeom prst="rect">
            <a:avLst/>
          </a:prstGeom>
          <a:solidFill>
            <a:srgbClr val="34405A"/>
          </a:solidFill>
          <a:ln w="0">
            <a:noFill/>
            <a:prstDash val="solid"/>
          </a:ln>
        </p:spPr>
        <p:txBody>
          <a:bodyPr/>
          <a:lstStyle/>
          <a:p>
            <a:endParaRPr lang="en-IN"/>
          </a:p>
        </p:txBody>
      </p:sp>
      <p:sp>
        <p:nvSpPr>
          <p:cNvPr id="6" name="slide-20-footer">
            <a:extLst>
              <a:ext uri="{FF2B5EF4-FFF2-40B4-BE49-F238E27FC236}">
                <a16:creationId xmlns:a16="http://schemas.microsoft.com/office/drawing/2014/main" id="{124666B6-2DD5-4377-8553-51A45F71013B}"/>
              </a:ext>
            </a:extLst>
          </p:cNvPr>
          <p:cNvSpPr>
            <a:spLocks noGrp="1"/>
          </p:cNvSpPr>
          <p:nvPr/>
        </p:nvSpPr>
        <p:spPr>
          <a:xfrm>
            <a:off x="647700" y="6381750"/>
            <a:ext cx="4762500" cy="209550"/>
          </a:xfrm>
          <a:prstGeom prst="rect">
            <a:avLst/>
          </a:prstGeom>
          <a:noFill/>
          <a:ln w="0">
            <a:noFill/>
            <a:prstDash val="solid"/>
          </a:ln>
        </p:spPr>
        <p:txBody>
          <a:bodyPr wrap="square" lIns="0" tIns="0" rIns="0" bIns="0" anchor="ctr">
            <a:normAutofit/>
          </a:bodyPr>
          <a:lstStyle>
            <a:defPPr algn="l">
              <a:defRPr sz="975" b="0">
                <a:solidFill>
                  <a:srgbClr val="C9C9D4"/>
                </a:solidFill>
                <a:latin typeface="Arial"/>
                <a:ea typeface="Arial"/>
                <a:cs typeface="Arial"/>
              </a:defRPr>
            </a:defPPr>
            <a:lvl1pPr algn="l">
              <a:defRPr sz="975" b="0">
                <a:solidFill>
                  <a:srgbClr val="C9C9D4"/>
                </a:solidFill>
                <a:latin typeface="Arial"/>
                <a:ea typeface="Arial"/>
                <a:cs typeface="Arial"/>
              </a:defRPr>
            </a:lvl1pPr>
            <a:lvl2pPr algn="l">
              <a:defRPr sz="975" b="0">
                <a:solidFill>
                  <a:srgbClr val="C9C9D4"/>
                </a:solidFill>
                <a:latin typeface="Arial"/>
                <a:ea typeface="Arial"/>
                <a:cs typeface="Arial"/>
              </a:defRPr>
            </a:lvl2pPr>
            <a:lvl3pPr algn="l">
              <a:defRPr sz="975" b="0">
                <a:solidFill>
                  <a:srgbClr val="C9C9D4"/>
                </a:solidFill>
                <a:latin typeface="Arial"/>
                <a:ea typeface="Arial"/>
                <a:cs typeface="Arial"/>
              </a:defRPr>
            </a:lvl3pPr>
            <a:lvl4pPr algn="l">
              <a:defRPr sz="975" b="0">
                <a:solidFill>
                  <a:srgbClr val="C9C9D4"/>
                </a:solidFill>
                <a:latin typeface="Arial"/>
                <a:ea typeface="Arial"/>
                <a:cs typeface="Arial"/>
              </a:defRPr>
            </a:lvl4pPr>
            <a:lvl5pPr algn="l">
              <a:defRPr sz="975" b="0">
                <a:solidFill>
                  <a:srgbClr val="C9C9D4"/>
                </a:solidFill>
                <a:latin typeface="Arial"/>
                <a:ea typeface="Arial"/>
                <a:cs typeface="Arial"/>
              </a:defRPr>
            </a:lvl5pPr>
            <a:lvl6pPr algn="l">
              <a:defRPr sz="975" b="0">
                <a:solidFill>
                  <a:srgbClr val="C9C9D4"/>
                </a:solidFill>
                <a:latin typeface="Arial"/>
                <a:ea typeface="Arial"/>
                <a:cs typeface="Arial"/>
              </a:defRPr>
            </a:lvl6pPr>
            <a:lvl7pPr algn="l">
              <a:defRPr sz="975" b="0">
                <a:solidFill>
                  <a:srgbClr val="C9C9D4"/>
                </a:solidFill>
                <a:latin typeface="Arial"/>
                <a:ea typeface="Arial"/>
                <a:cs typeface="Arial"/>
              </a:defRPr>
            </a:lvl7pPr>
            <a:lvl8pPr algn="l">
              <a:defRPr sz="975" b="0">
                <a:solidFill>
                  <a:srgbClr val="C9C9D4"/>
                </a:solidFill>
                <a:latin typeface="Arial"/>
                <a:ea typeface="Arial"/>
                <a:cs typeface="Arial"/>
              </a:defRPr>
            </a:lvl8pPr>
            <a:lvl9pPr algn="l">
              <a:defRPr sz="975" b="0">
                <a:solidFill>
                  <a:srgbClr val="C9C9D4"/>
                </a:solidFill>
                <a:latin typeface="Arial"/>
                <a:ea typeface="Arial"/>
                <a:cs typeface="Arial"/>
              </a:defRPr>
            </a:lvl9pPr>
          </a:lstStyle>
          <a:p>
            <a:pPr algn="l">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CYBERLENS  /  PROJECT SHOWCASE</a:t>
            </a:r>
          </a:p>
        </p:txBody>
      </p:sp>
      <p:sp>
        <p:nvSpPr>
          <p:cNvPr id="7" name="slide-20-page">
            <a:extLst>
              <a:ext uri="{FF2B5EF4-FFF2-40B4-BE49-F238E27FC236}">
                <a16:creationId xmlns:a16="http://schemas.microsoft.com/office/drawing/2014/main" id="{BEA4F7EC-1D56-45CE-B401-FD4F849AF8AE}"/>
              </a:ext>
            </a:extLst>
          </p:cNvPr>
          <p:cNvSpPr>
            <a:spLocks noGrp="1"/>
          </p:cNvSpPr>
          <p:nvPr/>
        </p:nvSpPr>
        <p:spPr>
          <a:xfrm>
            <a:off x="11049000" y="6381750"/>
            <a:ext cx="495300" cy="209550"/>
          </a:xfrm>
          <a:prstGeom prst="rect">
            <a:avLst/>
          </a:prstGeom>
          <a:noFill/>
          <a:ln w="0">
            <a:noFill/>
            <a:prstDash val="solid"/>
          </a:ln>
        </p:spPr>
        <p:txBody>
          <a:bodyPr wrap="square" lIns="0" tIns="0" rIns="0" bIns="0" anchor="ctr">
            <a:normAutofit/>
          </a:bodyPr>
          <a:lstStyle>
            <a:defPPr algn="r">
              <a:defRPr sz="975" b="0">
                <a:solidFill>
                  <a:srgbClr val="C9C9D4"/>
                </a:solidFill>
                <a:latin typeface="Arial"/>
                <a:ea typeface="Arial"/>
                <a:cs typeface="Arial"/>
              </a:defRPr>
            </a:defPPr>
            <a:lvl1pPr algn="r">
              <a:defRPr sz="975" b="0">
                <a:solidFill>
                  <a:srgbClr val="C9C9D4"/>
                </a:solidFill>
                <a:latin typeface="Arial"/>
                <a:ea typeface="Arial"/>
                <a:cs typeface="Arial"/>
              </a:defRPr>
            </a:lvl1pPr>
            <a:lvl2pPr algn="r">
              <a:defRPr sz="975" b="0">
                <a:solidFill>
                  <a:srgbClr val="C9C9D4"/>
                </a:solidFill>
                <a:latin typeface="Arial"/>
                <a:ea typeface="Arial"/>
                <a:cs typeface="Arial"/>
              </a:defRPr>
            </a:lvl2pPr>
            <a:lvl3pPr algn="r">
              <a:defRPr sz="975" b="0">
                <a:solidFill>
                  <a:srgbClr val="C9C9D4"/>
                </a:solidFill>
                <a:latin typeface="Arial"/>
                <a:ea typeface="Arial"/>
                <a:cs typeface="Arial"/>
              </a:defRPr>
            </a:lvl3pPr>
            <a:lvl4pPr algn="r">
              <a:defRPr sz="975" b="0">
                <a:solidFill>
                  <a:srgbClr val="C9C9D4"/>
                </a:solidFill>
                <a:latin typeface="Arial"/>
                <a:ea typeface="Arial"/>
                <a:cs typeface="Arial"/>
              </a:defRPr>
            </a:lvl4pPr>
            <a:lvl5pPr algn="r">
              <a:defRPr sz="975" b="0">
                <a:solidFill>
                  <a:srgbClr val="C9C9D4"/>
                </a:solidFill>
                <a:latin typeface="Arial"/>
                <a:ea typeface="Arial"/>
                <a:cs typeface="Arial"/>
              </a:defRPr>
            </a:lvl5pPr>
            <a:lvl6pPr algn="r">
              <a:defRPr sz="975" b="0">
                <a:solidFill>
                  <a:srgbClr val="C9C9D4"/>
                </a:solidFill>
                <a:latin typeface="Arial"/>
                <a:ea typeface="Arial"/>
                <a:cs typeface="Arial"/>
              </a:defRPr>
            </a:lvl6pPr>
            <a:lvl7pPr algn="r">
              <a:defRPr sz="975" b="0">
                <a:solidFill>
                  <a:srgbClr val="C9C9D4"/>
                </a:solidFill>
                <a:latin typeface="Arial"/>
                <a:ea typeface="Arial"/>
                <a:cs typeface="Arial"/>
              </a:defRPr>
            </a:lvl7pPr>
            <a:lvl8pPr algn="r">
              <a:defRPr sz="975" b="0">
                <a:solidFill>
                  <a:srgbClr val="C9C9D4"/>
                </a:solidFill>
                <a:latin typeface="Arial"/>
                <a:ea typeface="Arial"/>
                <a:cs typeface="Arial"/>
              </a:defRPr>
            </a:lvl8pPr>
            <a:lvl9pPr algn="r">
              <a:defRPr sz="975" b="0">
                <a:solidFill>
                  <a:srgbClr val="C9C9D4"/>
                </a:solidFill>
                <a:latin typeface="Arial"/>
                <a:ea typeface="Arial"/>
                <a:cs typeface="Arial"/>
              </a:defRPr>
            </a:lvl9pPr>
          </a:lstStyle>
          <a:p>
            <a:pPr algn="r">
              <a:lnSpc>
                <a:spcPct val="100000"/>
              </a:lnSpc>
              <a:buNone/>
              <a:defRPr sz="975" b="0">
                <a:solidFill>
                  <a:srgbClr val="C9C9D4"/>
                </a:solidFill>
                <a:latin typeface="Arial"/>
                <a:ea typeface="Arial"/>
                <a:cs typeface="Arial"/>
              </a:defRPr>
            </a:pPr>
            <a:r>
              <a:rPr sz="975" b="0">
                <a:solidFill>
                  <a:srgbClr val="C9C9D4"/>
                </a:solidFill>
                <a:latin typeface="Arial"/>
                <a:ea typeface="Arial"/>
                <a:cs typeface="Arial"/>
              </a:rPr>
              <a:t>20</a:t>
            </a:r>
          </a:p>
        </p:txBody>
      </p:sp>
      <p:sp>
        <p:nvSpPr>
          <p:cNvPr id="8" name="next-01-number">
            <a:extLst>
              <a:ext uri="{FF2B5EF4-FFF2-40B4-BE49-F238E27FC236}">
                <a16:creationId xmlns:a16="http://schemas.microsoft.com/office/drawing/2014/main" id="{B1E5C286-FED6-47F4-ADF2-26047EB3AAD4}"/>
              </a:ext>
            </a:extLst>
          </p:cNvPr>
          <p:cNvSpPr>
            <a:spLocks noGrp="1"/>
          </p:cNvSpPr>
          <p:nvPr/>
        </p:nvSpPr>
        <p:spPr>
          <a:xfrm>
            <a:off x="742950" y="2000250"/>
            <a:ext cx="952500" cy="523875"/>
          </a:xfrm>
          <a:prstGeom prst="rect">
            <a:avLst/>
          </a:prstGeom>
          <a:noFill/>
          <a:ln w="0">
            <a:noFill/>
            <a:prstDash val="solid"/>
          </a:ln>
        </p:spPr>
        <p:txBody>
          <a:bodyPr wrap="square" lIns="0" tIns="0" rIns="0" bIns="0" anchor="ctr">
            <a:normAutofit/>
          </a:bodyPr>
          <a:lstStyle>
            <a:defPPr algn="l">
              <a:defRPr sz="3150" b="1">
                <a:solidFill>
                  <a:srgbClr val="3DE8FF"/>
                </a:solidFill>
                <a:latin typeface="Arial"/>
                <a:ea typeface="Arial"/>
                <a:cs typeface="Arial"/>
              </a:defRPr>
            </a:defPPr>
            <a:lvl1pPr algn="l">
              <a:defRPr sz="3150" b="1">
                <a:solidFill>
                  <a:srgbClr val="3DE8FF"/>
                </a:solidFill>
                <a:latin typeface="Arial"/>
                <a:ea typeface="Arial"/>
                <a:cs typeface="Arial"/>
              </a:defRPr>
            </a:lvl1pPr>
            <a:lvl2pPr algn="l">
              <a:defRPr sz="3150" b="1">
                <a:solidFill>
                  <a:srgbClr val="3DE8FF"/>
                </a:solidFill>
                <a:latin typeface="Arial"/>
                <a:ea typeface="Arial"/>
                <a:cs typeface="Arial"/>
              </a:defRPr>
            </a:lvl2pPr>
            <a:lvl3pPr algn="l">
              <a:defRPr sz="3150" b="1">
                <a:solidFill>
                  <a:srgbClr val="3DE8FF"/>
                </a:solidFill>
                <a:latin typeface="Arial"/>
                <a:ea typeface="Arial"/>
                <a:cs typeface="Arial"/>
              </a:defRPr>
            </a:lvl3pPr>
            <a:lvl4pPr algn="l">
              <a:defRPr sz="3150" b="1">
                <a:solidFill>
                  <a:srgbClr val="3DE8FF"/>
                </a:solidFill>
                <a:latin typeface="Arial"/>
                <a:ea typeface="Arial"/>
                <a:cs typeface="Arial"/>
              </a:defRPr>
            </a:lvl4pPr>
            <a:lvl5pPr algn="l">
              <a:defRPr sz="3150" b="1">
                <a:solidFill>
                  <a:srgbClr val="3DE8FF"/>
                </a:solidFill>
                <a:latin typeface="Arial"/>
                <a:ea typeface="Arial"/>
                <a:cs typeface="Arial"/>
              </a:defRPr>
            </a:lvl5pPr>
            <a:lvl6pPr algn="l">
              <a:defRPr sz="3150" b="1">
                <a:solidFill>
                  <a:srgbClr val="3DE8FF"/>
                </a:solidFill>
                <a:latin typeface="Arial"/>
                <a:ea typeface="Arial"/>
                <a:cs typeface="Arial"/>
              </a:defRPr>
            </a:lvl6pPr>
            <a:lvl7pPr algn="l">
              <a:defRPr sz="3150" b="1">
                <a:solidFill>
                  <a:srgbClr val="3DE8FF"/>
                </a:solidFill>
                <a:latin typeface="Arial"/>
                <a:ea typeface="Arial"/>
                <a:cs typeface="Arial"/>
              </a:defRPr>
            </a:lvl7pPr>
            <a:lvl8pPr algn="l">
              <a:defRPr sz="3150" b="1">
                <a:solidFill>
                  <a:srgbClr val="3DE8FF"/>
                </a:solidFill>
                <a:latin typeface="Arial"/>
                <a:ea typeface="Arial"/>
                <a:cs typeface="Arial"/>
              </a:defRPr>
            </a:lvl8pPr>
            <a:lvl9pPr algn="l">
              <a:defRPr sz="3150" b="1">
                <a:solidFill>
                  <a:srgbClr val="3DE8FF"/>
                </a:solidFill>
                <a:latin typeface="Arial"/>
                <a:ea typeface="Arial"/>
                <a:cs typeface="Arial"/>
              </a:defRPr>
            </a:lvl9pPr>
          </a:lstStyle>
          <a:p>
            <a:pPr algn="l">
              <a:lnSpc>
                <a:spcPct val="100000"/>
              </a:lnSpc>
              <a:buNone/>
              <a:defRPr sz="3150" b="1">
                <a:solidFill>
                  <a:srgbClr val="3DE8FF"/>
                </a:solidFill>
                <a:latin typeface="Arial"/>
                <a:ea typeface="Arial"/>
                <a:cs typeface="Arial"/>
              </a:defRPr>
            </a:pPr>
            <a:r>
              <a:rPr sz="3150" b="1">
                <a:solidFill>
                  <a:srgbClr val="3DE8FF"/>
                </a:solidFill>
                <a:latin typeface="Arial"/>
                <a:ea typeface="Arial"/>
                <a:cs typeface="Arial"/>
              </a:rPr>
              <a:t>01</a:t>
            </a:r>
          </a:p>
        </p:txBody>
      </p:sp>
      <p:sp>
        <p:nvSpPr>
          <p:cNvPr id="9" name="next-01-heading">
            <a:extLst>
              <a:ext uri="{FF2B5EF4-FFF2-40B4-BE49-F238E27FC236}">
                <a16:creationId xmlns:a16="http://schemas.microsoft.com/office/drawing/2014/main" id="{4024CE91-9033-45C2-AFAF-2BB916636216}"/>
              </a:ext>
            </a:extLst>
          </p:cNvPr>
          <p:cNvSpPr>
            <a:spLocks noGrp="1"/>
          </p:cNvSpPr>
          <p:nvPr/>
        </p:nvSpPr>
        <p:spPr>
          <a:xfrm>
            <a:off x="742950" y="2628900"/>
            <a:ext cx="3238500" cy="571500"/>
          </a:xfrm>
          <a:prstGeom prst="rect">
            <a:avLst/>
          </a:prstGeom>
          <a:noFill/>
          <a:ln w="0">
            <a:noFill/>
            <a:prstDash val="solid"/>
          </a:ln>
        </p:spPr>
        <p:txBody>
          <a:bodyPr wrap="square" lIns="0" tIns="0" rIns="0" bIns="0" anchor="t">
            <a:normAutofit/>
          </a:bodyPr>
          <a:lstStyle>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Validate prioritization</a:t>
            </a:r>
          </a:p>
        </p:txBody>
      </p:sp>
      <p:sp>
        <p:nvSpPr>
          <p:cNvPr id="10" name="next-01-body">
            <a:extLst>
              <a:ext uri="{FF2B5EF4-FFF2-40B4-BE49-F238E27FC236}">
                <a16:creationId xmlns:a16="http://schemas.microsoft.com/office/drawing/2014/main" id="{CD103DF5-A72C-436B-92C1-2D4C45460F16}"/>
              </a:ext>
            </a:extLst>
          </p:cNvPr>
          <p:cNvSpPr>
            <a:spLocks noGrp="1"/>
          </p:cNvSpPr>
          <p:nvPr/>
        </p:nvSpPr>
        <p:spPr>
          <a:xfrm>
            <a:off x="742950" y="3276600"/>
            <a:ext cx="3238500" cy="895350"/>
          </a:xfrm>
          <a:prstGeom prst="rect">
            <a:avLst/>
          </a:prstGeom>
          <a:noFill/>
          <a:ln w="0">
            <a:noFill/>
            <a:prstDash val="solid"/>
          </a:ln>
        </p:spPr>
        <p:txBody>
          <a:bodyPr wrap="square" lIns="0" tIns="0" rIns="0" bIns="0" anchor="t">
            <a:normAutofit/>
          </a:bodyPr>
          <a:lstStyle>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Evaluate the academic score against a labeled, documented outcome dataset.</a:t>
            </a:r>
          </a:p>
        </p:txBody>
      </p:sp>
      <p:sp>
        <p:nvSpPr>
          <p:cNvPr id="11" name="next-01-rule">
            <a:extLst>
              <a:ext uri="{FF2B5EF4-FFF2-40B4-BE49-F238E27FC236}">
                <a16:creationId xmlns:a16="http://schemas.microsoft.com/office/drawing/2014/main" id="{C3D46CDD-FA2C-4DE8-AC2A-2BD9C297E11F}"/>
              </a:ext>
            </a:extLst>
          </p:cNvPr>
          <p:cNvSpPr>
            <a:spLocks noGrp="1"/>
          </p:cNvSpPr>
          <p:nvPr/>
        </p:nvSpPr>
        <p:spPr>
          <a:xfrm>
            <a:off x="742950" y="4324350"/>
            <a:ext cx="3143250" cy="19050"/>
          </a:xfrm>
          <a:prstGeom prst="rect">
            <a:avLst/>
          </a:prstGeom>
          <a:solidFill>
            <a:srgbClr val="3DE8FF"/>
          </a:solidFill>
          <a:ln w="0">
            <a:noFill/>
            <a:prstDash val="solid"/>
          </a:ln>
        </p:spPr>
        <p:txBody>
          <a:bodyPr/>
          <a:lstStyle/>
          <a:p>
            <a:endParaRPr lang="en-IN"/>
          </a:p>
        </p:txBody>
      </p:sp>
      <p:sp>
        <p:nvSpPr>
          <p:cNvPr id="12" name="next-02-number">
            <a:extLst>
              <a:ext uri="{FF2B5EF4-FFF2-40B4-BE49-F238E27FC236}">
                <a16:creationId xmlns:a16="http://schemas.microsoft.com/office/drawing/2014/main" id="{65AAD35A-8247-4A10-BE23-B0513D57350F}"/>
              </a:ext>
            </a:extLst>
          </p:cNvPr>
          <p:cNvSpPr>
            <a:spLocks noGrp="1"/>
          </p:cNvSpPr>
          <p:nvPr/>
        </p:nvSpPr>
        <p:spPr>
          <a:xfrm>
            <a:off x="4400550" y="2000250"/>
            <a:ext cx="952500" cy="523875"/>
          </a:xfrm>
          <a:prstGeom prst="rect">
            <a:avLst/>
          </a:prstGeom>
          <a:noFill/>
          <a:ln w="0">
            <a:noFill/>
            <a:prstDash val="solid"/>
          </a:ln>
        </p:spPr>
        <p:txBody>
          <a:bodyPr wrap="square" lIns="0" tIns="0" rIns="0" bIns="0" anchor="ctr">
            <a:normAutofit/>
          </a:bodyPr>
          <a:lstStyle>
            <a:defPPr algn="l">
              <a:defRPr sz="3150" b="1">
                <a:solidFill>
                  <a:srgbClr val="8B7CF6"/>
                </a:solidFill>
                <a:latin typeface="Arial"/>
                <a:ea typeface="Arial"/>
                <a:cs typeface="Arial"/>
              </a:defRPr>
            </a:defPPr>
            <a:lvl1pPr algn="l">
              <a:defRPr sz="3150" b="1">
                <a:solidFill>
                  <a:srgbClr val="8B7CF6"/>
                </a:solidFill>
                <a:latin typeface="Arial"/>
                <a:ea typeface="Arial"/>
                <a:cs typeface="Arial"/>
              </a:defRPr>
            </a:lvl1pPr>
            <a:lvl2pPr algn="l">
              <a:defRPr sz="3150" b="1">
                <a:solidFill>
                  <a:srgbClr val="8B7CF6"/>
                </a:solidFill>
                <a:latin typeface="Arial"/>
                <a:ea typeface="Arial"/>
                <a:cs typeface="Arial"/>
              </a:defRPr>
            </a:lvl2pPr>
            <a:lvl3pPr algn="l">
              <a:defRPr sz="3150" b="1">
                <a:solidFill>
                  <a:srgbClr val="8B7CF6"/>
                </a:solidFill>
                <a:latin typeface="Arial"/>
                <a:ea typeface="Arial"/>
                <a:cs typeface="Arial"/>
              </a:defRPr>
            </a:lvl3pPr>
            <a:lvl4pPr algn="l">
              <a:defRPr sz="3150" b="1">
                <a:solidFill>
                  <a:srgbClr val="8B7CF6"/>
                </a:solidFill>
                <a:latin typeface="Arial"/>
                <a:ea typeface="Arial"/>
                <a:cs typeface="Arial"/>
              </a:defRPr>
            </a:lvl4pPr>
            <a:lvl5pPr algn="l">
              <a:defRPr sz="3150" b="1">
                <a:solidFill>
                  <a:srgbClr val="8B7CF6"/>
                </a:solidFill>
                <a:latin typeface="Arial"/>
                <a:ea typeface="Arial"/>
                <a:cs typeface="Arial"/>
              </a:defRPr>
            </a:lvl5pPr>
            <a:lvl6pPr algn="l">
              <a:defRPr sz="3150" b="1">
                <a:solidFill>
                  <a:srgbClr val="8B7CF6"/>
                </a:solidFill>
                <a:latin typeface="Arial"/>
                <a:ea typeface="Arial"/>
                <a:cs typeface="Arial"/>
              </a:defRPr>
            </a:lvl6pPr>
            <a:lvl7pPr algn="l">
              <a:defRPr sz="3150" b="1">
                <a:solidFill>
                  <a:srgbClr val="8B7CF6"/>
                </a:solidFill>
                <a:latin typeface="Arial"/>
                <a:ea typeface="Arial"/>
                <a:cs typeface="Arial"/>
              </a:defRPr>
            </a:lvl7pPr>
            <a:lvl8pPr algn="l">
              <a:defRPr sz="3150" b="1">
                <a:solidFill>
                  <a:srgbClr val="8B7CF6"/>
                </a:solidFill>
                <a:latin typeface="Arial"/>
                <a:ea typeface="Arial"/>
                <a:cs typeface="Arial"/>
              </a:defRPr>
            </a:lvl8pPr>
            <a:lvl9pPr algn="l">
              <a:defRPr sz="3150" b="1">
                <a:solidFill>
                  <a:srgbClr val="8B7CF6"/>
                </a:solidFill>
                <a:latin typeface="Arial"/>
                <a:ea typeface="Arial"/>
                <a:cs typeface="Arial"/>
              </a:defRPr>
            </a:lvl9pPr>
          </a:lstStyle>
          <a:p>
            <a:pPr algn="l">
              <a:lnSpc>
                <a:spcPct val="100000"/>
              </a:lnSpc>
              <a:buNone/>
              <a:defRPr sz="3150" b="1">
                <a:solidFill>
                  <a:srgbClr val="8B7CF6"/>
                </a:solidFill>
                <a:latin typeface="Arial"/>
                <a:ea typeface="Arial"/>
                <a:cs typeface="Arial"/>
              </a:defRPr>
            </a:pPr>
            <a:r>
              <a:rPr sz="3150" b="1">
                <a:solidFill>
                  <a:srgbClr val="8B7CF6"/>
                </a:solidFill>
                <a:latin typeface="Arial"/>
                <a:ea typeface="Arial"/>
                <a:cs typeface="Arial"/>
              </a:rPr>
              <a:t>02</a:t>
            </a:r>
          </a:p>
        </p:txBody>
      </p:sp>
      <p:sp>
        <p:nvSpPr>
          <p:cNvPr id="13" name="next-02-heading">
            <a:extLst>
              <a:ext uri="{FF2B5EF4-FFF2-40B4-BE49-F238E27FC236}">
                <a16:creationId xmlns:a16="http://schemas.microsoft.com/office/drawing/2014/main" id="{6E50833C-FBC4-4484-9CD6-72F55D3219A6}"/>
              </a:ext>
            </a:extLst>
          </p:cNvPr>
          <p:cNvSpPr>
            <a:spLocks noGrp="1"/>
          </p:cNvSpPr>
          <p:nvPr/>
        </p:nvSpPr>
        <p:spPr>
          <a:xfrm>
            <a:off x="4400550" y="2628900"/>
            <a:ext cx="3238500" cy="571500"/>
          </a:xfrm>
          <a:prstGeom prst="rect">
            <a:avLst/>
          </a:prstGeom>
          <a:noFill/>
          <a:ln w="0">
            <a:noFill/>
            <a:prstDash val="solid"/>
          </a:ln>
        </p:spPr>
        <p:txBody>
          <a:bodyPr wrap="square" lIns="0" tIns="0" rIns="0" bIns="0" anchor="t">
            <a:normAutofit/>
          </a:bodyPr>
          <a:lstStyle>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Test providers deliberately</a:t>
            </a:r>
          </a:p>
        </p:txBody>
      </p:sp>
      <p:sp>
        <p:nvSpPr>
          <p:cNvPr id="14" name="next-02-body">
            <a:extLst>
              <a:ext uri="{FF2B5EF4-FFF2-40B4-BE49-F238E27FC236}">
                <a16:creationId xmlns:a16="http://schemas.microsoft.com/office/drawing/2014/main" id="{87E2701E-B798-4D0A-A7E1-BD4DB2E59D38}"/>
              </a:ext>
            </a:extLst>
          </p:cNvPr>
          <p:cNvSpPr>
            <a:spLocks noGrp="1"/>
          </p:cNvSpPr>
          <p:nvPr/>
        </p:nvSpPr>
        <p:spPr>
          <a:xfrm>
            <a:off x="4400550" y="3276600"/>
            <a:ext cx="3238500" cy="895350"/>
          </a:xfrm>
          <a:prstGeom prst="rect">
            <a:avLst/>
          </a:prstGeom>
          <a:noFill/>
          <a:ln w="0">
            <a:noFill/>
            <a:prstDash val="solid"/>
          </a:ln>
        </p:spPr>
        <p:txBody>
          <a:bodyPr wrap="square" lIns="0" tIns="0" rIns="0" bIns="0" anchor="t">
            <a:normAutofit/>
          </a:bodyPr>
          <a:lstStyle>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Run controlled integration checks with consent, quotas, and reproducible fixtures.</a:t>
            </a:r>
          </a:p>
        </p:txBody>
      </p:sp>
      <p:sp>
        <p:nvSpPr>
          <p:cNvPr id="15" name="next-02-rule">
            <a:extLst>
              <a:ext uri="{FF2B5EF4-FFF2-40B4-BE49-F238E27FC236}">
                <a16:creationId xmlns:a16="http://schemas.microsoft.com/office/drawing/2014/main" id="{78A045EC-4E80-461F-B372-4B1DE116AFA6}"/>
              </a:ext>
            </a:extLst>
          </p:cNvPr>
          <p:cNvSpPr>
            <a:spLocks noGrp="1"/>
          </p:cNvSpPr>
          <p:nvPr/>
        </p:nvSpPr>
        <p:spPr>
          <a:xfrm>
            <a:off x="4400550" y="4324350"/>
            <a:ext cx="3143250" cy="19050"/>
          </a:xfrm>
          <a:prstGeom prst="rect">
            <a:avLst/>
          </a:prstGeom>
          <a:solidFill>
            <a:srgbClr val="8B7CF6"/>
          </a:solidFill>
          <a:ln w="0">
            <a:noFill/>
            <a:prstDash val="solid"/>
          </a:ln>
        </p:spPr>
        <p:txBody>
          <a:bodyPr/>
          <a:lstStyle/>
          <a:p>
            <a:endParaRPr lang="en-IN"/>
          </a:p>
        </p:txBody>
      </p:sp>
      <p:sp>
        <p:nvSpPr>
          <p:cNvPr id="16" name="next-03-number">
            <a:extLst>
              <a:ext uri="{FF2B5EF4-FFF2-40B4-BE49-F238E27FC236}">
                <a16:creationId xmlns:a16="http://schemas.microsoft.com/office/drawing/2014/main" id="{0685B940-D91B-4442-99A1-84F644C4C88A}"/>
              </a:ext>
            </a:extLst>
          </p:cNvPr>
          <p:cNvSpPr>
            <a:spLocks noGrp="1"/>
          </p:cNvSpPr>
          <p:nvPr/>
        </p:nvSpPr>
        <p:spPr>
          <a:xfrm>
            <a:off x="8058150" y="2000250"/>
            <a:ext cx="952500" cy="523875"/>
          </a:xfrm>
          <a:prstGeom prst="rect">
            <a:avLst/>
          </a:prstGeom>
          <a:noFill/>
          <a:ln w="0">
            <a:noFill/>
            <a:prstDash val="solid"/>
          </a:ln>
        </p:spPr>
        <p:txBody>
          <a:bodyPr wrap="square" lIns="0" tIns="0" rIns="0" bIns="0" anchor="ctr">
            <a:normAutofit/>
          </a:bodyPr>
          <a:lstStyle>
            <a:defPPr algn="l">
              <a:defRPr sz="3150" b="1">
                <a:solidFill>
                  <a:srgbClr val="3DE8FF"/>
                </a:solidFill>
                <a:latin typeface="Arial"/>
                <a:ea typeface="Arial"/>
                <a:cs typeface="Arial"/>
              </a:defRPr>
            </a:defPPr>
            <a:lvl1pPr algn="l">
              <a:defRPr sz="3150" b="1">
                <a:solidFill>
                  <a:srgbClr val="3DE8FF"/>
                </a:solidFill>
                <a:latin typeface="Arial"/>
                <a:ea typeface="Arial"/>
                <a:cs typeface="Arial"/>
              </a:defRPr>
            </a:lvl1pPr>
            <a:lvl2pPr algn="l">
              <a:defRPr sz="3150" b="1">
                <a:solidFill>
                  <a:srgbClr val="3DE8FF"/>
                </a:solidFill>
                <a:latin typeface="Arial"/>
                <a:ea typeface="Arial"/>
                <a:cs typeface="Arial"/>
              </a:defRPr>
            </a:lvl2pPr>
            <a:lvl3pPr algn="l">
              <a:defRPr sz="3150" b="1">
                <a:solidFill>
                  <a:srgbClr val="3DE8FF"/>
                </a:solidFill>
                <a:latin typeface="Arial"/>
                <a:ea typeface="Arial"/>
                <a:cs typeface="Arial"/>
              </a:defRPr>
            </a:lvl3pPr>
            <a:lvl4pPr algn="l">
              <a:defRPr sz="3150" b="1">
                <a:solidFill>
                  <a:srgbClr val="3DE8FF"/>
                </a:solidFill>
                <a:latin typeface="Arial"/>
                <a:ea typeface="Arial"/>
                <a:cs typeface="Arial"/>
              </a:defRPr>
            </a:lvl4pPr>
            <a:lvl5pPr algn="l">
              <a:defRPr sz="3150" b="1">
                <a:solidFill>
                  <a:srgbClr val="3DE8FF"/>
                </a:solidFill>
                <a:latin typeface="Arial"/>
                <a:ea typeface="Arial"/>
                <a:cs typeface="Arial"/>
              </a:defRPr>
            </a:lvl5pPr>
            <a:lvl6pPr algn="l">
              <a:defRPr sz="3150" b="1">
                <a:solidFill>
                  <a:srgbClr val="3DE8FF"/>
                </a:solidFill>
                <a:latin typeface="Arial"/>
                <a:ea typeface="Arial"/>
                <a:cs typeface="Arial"/>
              </a:defRPr>
            </a:lvl6pPr>
            <a:lvl7pPr algn="l">
              <a:defRPr sz="3150" b="1">
                <a:solidFill>
                  <a:srgbClr val="3DE8FF"/>
                </a:solidFill>
                <a:latin typeface="Arial"/>
                <a:ea typeface="Arial"/>
                <a:cs typeface="Arial"/>
              </a:defRPr>
            </a:lvl7pPr>
            <a:lvl8pPr algn="l">
              <a:defRPr sz="3150" b="1">
                <a:solidFill>
                  <a:srgbClr val="3DE8FF"/>
                </a:solidFill>
                <a:latin typeface="Arial"/>
                <a:ea typeface="Arial"/>
                <a:cs typeface="Arial"/>
              </a:defRPr>
            </a:lvl8pPr>
            <a:lvl9pPr algn="l">
              <a:defRPr sz="3150" b="1">
                <a:solidFill>
                  <a:srgbClr val="3DE8FF"/>
                </a:solidFill>
                <a:latin typeface="Arial"/>
                <a:ea typeface="Arial"/>
                <a:cs typeface="Arial"/>
              </a:defRPr>
            </a:lvl9pPr>
          </a:lstStyle>
          <a:p>
            <a:pPr algn="l">
              <a:lnSpc>
                <a:spcPct val="100000"/>
              </a:lnSpc>
              <a:buNone/>
              <a:defRPr sz="3150" b="1">
                <a:solidFill>
                  <a:srgbClr val="3DE8FF"/>
                </a:solidFill>
                <a:latin typeface="Arial"/>
                <a:ea typeface="Arial"/>
                <a:cs typeface="Arial"/>
              </a:defRPr>
            </a:pPr>
            <a:r>
              <a:rPr sz="3150" b="1">
                <a:solidFill>
                  <a:srgbClr val="3DE8FF"/>
                </a:solidFill>
                <a:latin typeface="Arial"/>
                <a:ea typeface="Arial"/>
                <a:cs typeface="Arial"/>
              </a:rPr>
              <a:t>03</a:t>
            </a:r>
          </a:p>
        </p:txBody>
      </p:sp>
      <p:sp>
        <p:nvSpPr>
          <p:cNvPr id="17" name="next-03-heading">
            <a:extLst>
              <a:ext uri="{FF2B5EF4-FFF2-40B4-BE49-F238E27FC236}">
                <a16:creationId xmlns:a16="http://schemas.microsoft.com/office/drawing/2014/main" id="{2721CCB7-E00E-4C0D-820B-E3D634B5D2C4}"/>
              </a:ext>
            </a:extLst>
          </p:cNvPr>
          <p:cNvSpPr>
            <a:spLocks noGrp="1"/>
          </p:cNvSpPr>
          <p:nvPr/>
        </p:nvSpPr>
        <p:spPr>
          <a:xfrm>
            <a:off x="8058150" y="2628900"/>
            <a:ext cx="3238500" cy="571500"/>
          </a:xfrm>
          <a:prstGeom prst="rect">
            <a:avLst/>
          </a:prstGeom>
          <a:noFill/>
          <a:ln w="0">
            <a:noFill/>
            <a:prstDash val="solid"/>
          </a:ln>
        </p:spPr>
        <p:txBody>
          <a:bodyPr wrap="square" lIns="0" tIns="0" rIns="0" bIns="0" anchor="t">
            <a:normAutofit/>
          </a:bodyPr>
          <a:lstStyle>
            <a:defPPr algn="l">
              <a:defRPr sz="1800" b="1">
                <a:solidFill>
                  <a:srgbClr val="EDEDF2"/>
                </a:solidFill>
                <a:latin typeface="Arial"/>
                <a:ea typeface="Arial"/>
                <a:cs typeface="Arial"/>
              </a:defRPr>
            </a:defPPr>
            <a:lvl1pPr algn="l">
              <a:defRPr sz="1800" b="1">
                <a:solidFill>
                  <a:srgbClr val="EDEDF2"/>
                </a:solidFill>
                <a:latin typeface="Arial"/>
                <a:ea typeface="Arial"/>
                <a:cs typeface="Arial"/>
              </a:defRPr>
            </a:lvl1pPr>
            <a:lvl2pPr algn="l">
              <a:defRPr sz="1800" b="1">
                <a:solidFill>
                  <a:srgbClr val="EDEDF2"/>
                </a:solidFill>
                <a:latin typeface="Arial"/>
                <a:ea typeface="Arial"/>
                <a:cs typeface="Arial"/>
              </a:defRPr>
            </a:lvl2pPr>
            <a:lvl3pPr algn="l">
              <a:defRPr sz="1800" b="1">
                <a:solidFill>
                  <a:srgbClr val="EDEDF2"/>
                </a:solidFill>
                <a:latin typeface="Arial"/>
                <a:ea typeface="Arial"/>
                <a:cs typeface="Arial"/>
              </a:defRPr>
            </a:lvl3pPr>
            <a:lvl4pPr algn="l">
              <a:defRPr sz="1800" b="1">
                <a:solidFill>
                  <a:srgbClr val="EDEDF2"/>
                </a:solidFill>
                <a:latin typeface="Arial"/>
                <a:ea typeface="Arial"/>
                <a:cs typeface="Arial"/>
              </a:defRPr>
            </a:lvl4pPr>
            <a:lvl5pPr algn="l">
              <a:defRPr sz="1800" b="1">
                <a:solidFill>
                  <a:srgbClr val="EDEDF2"/>
                </a:solidFill>
                <a:latin typeface="Arial"/>
                <a:ea typeface="Arial"/>
                <a:cs typeface="Arial"/>
              </a:defRPr>
            </a:lvl5pPr>
            <a:lvl6pPr algn="l">
              <a:defRPr sz="1800" b="1">
                <a:solidFill>
                  <a:srgbClr val="EDEDF2"/>
                </a:solidFill>
                <a:latin typeface="Arial"/>
                <a:ea typeface="Arial"/>
                <a:cs typeface="Arial"/>
              </a:defRPr>
            </a:lvl6pPr>
            <a:lvl7pPr algn="l">
              <a:defRPr sz="1800" b="1">
                <a:solidFill>
                  <a:srgbClr val="EDEDF2"/>
                </a:solidFill>
                <a:latin typeface="Arial"/>
                <a:ea typeface="Arial"/>
                <a:cs typeface="Arial"/>
              </a:defRPr>
            </a:lvl7pPr>
            <a:lvl8pPr algn="l">
              <a:defRPr sz="1800" b="1">
                <a:solidFill>
                  <a:srgbClr val="EDEDF2"/>
                </a:solidFill>
                <a:latin typeface="Arial"/>
                <a:ea typeface="Arial"/>
                <a:cs typeface="Arial"/>
              </a:defRPr>
            </a:lvl8pPr>
            <a:lvl9pPr algn="l">
              <a:defRPr sz="1800" b="1">
                <a:solidFill>
                  <a:srgbClr val="EDEDF2"/>
                </a:solidFill>
                <a:latin typeface="Arial"/>
                <a:ea typeface="Arial"/>
                <a:cs typeface="Arial"/>
              </a:defRPr>
            </a:lvl9pPr>
          </a:lstStyle>
          <a:p>
            <a:pPr algn="l">
              <a:lnSpc>
                <a:spcPct val="100000"/>
              </a:lnSpc>
              <a:buNone/>
              <a:defRPr sz="1800" b="1">
                <a:solidFill>
                  <a:srgbClr val="EDEDF2"/>
                </a:solidFill>
                <a:latin typeface="Arial"/>
                <a:ea typeface="Arial"/>
                <a:cs typeface="Arial"/>
              </a:defRPr>
            </a:pPr>
            <a:r>
              <a:rPr sz="1800" b="1">
                <a:solidFill>
                  <a:srgbClr val="EDEDF2"/>
                </a:solidFill>
                <a:latin typeface="Arial"/>
                <a:ea typeface="Arial"/>
                <a:cs typeface="Arial"/>
              </a:rPr>
              <a:t>Harden deployment</a:t>
            </a:r>
          </a:p>
        </p:txBody>
      </p:sp>
      <p:sp>
        <p:nvSpPr>
          <p:cNvPr id="18" name="next-03-body">
            <a:extLst>
              <a:ext uri="{FF2B5EF4-FFF2-40B4-BE49-F238E27FC236}">
                <a16:creationId xmlns:a16="http://schemas.microsoft.com/office/drawing/2014/main" id="{CE093E2A-A253-428C-BD0D-72563E55CEB7}"/>
              </a:ext>
            </a:extLst>
          </p:cNvPr>
          <p:cNvSpPr>
            <a:spLocks noGrp="1"/>
          </p:cNvSpPr>
          <p:nvPr/>
        </p:nvSpPr>
        <p:spPr>
          <a:xfrm>
            <a:off x="8058150" y="3276600"/>
            <a:ext cx="3238500" cy="895350"/>
          </a:xfrm>
          <a:prstGeom prst="rect">
            <a:avLst/>
          </a:prstGeom>
          <a:noFill/>
          <a:ln w="0">
            <a:noFill/>
            <a:prstDash val="solid"/>
          </a:ln>
        </p:spPr>
        <p:txBody>
          <a:bodyPr wrap="square" lIns="0" tIns="0" rIns="0" bIns="0" anchor="t">
            <a:normAutofit/>
          </a:bodyPr>
          <a:lstStyle>
            <a:defPPr algn="l">
              <a:defRPr sz="1425" b="0">
                <a:solidFill>
                  <a:srgbClr val="C9C9D4"/>
                </a:solidFill>
                <a:latin typeface="Arial"/>
                <a:ea typeface="Arial"/>
                <a:cs typeface="Arial"/>
              </a:defRPr>
            </a:defPPr>
            <a:lvl1pPr algn="l">
              <a:defRPr sz="1425" b="0">
                <a:solidFill>
                  <a:srgbClr val="C9C9D4"/>
                </a:solidFill>
                <a:latin typeface="Arial"/>
                <a:ea typeface="Arial"/>
                <a:cs typeface="Arial"/>
              </a:defRPr>
            </a:lvl1pPr>
            <a:lvl2pPr algn="l">
              <a:defRPr sz="1425" b="0">
                <a:solidFill>
                  <a:srgbClr val="C9C9D4"/>
                </a:solidFill>
                <a:latin typeface="Arial"/>
                <a:ea typeface="Arial"/>
                <a:cs typeface="Arial"/>
              </a:defRPr>
            </a:lvl2pPr>
            <a:lvl3pPr algn="l">
              <a:defRPr sz="1425" b="0">
                <a:solidFill>
                  <a:srgbClr val="C9C9D4"/>
                </a:solidFill>
                <a:latin typeface="Arial"/>
                <a:ea typeface="Arial"/>
                <a:cs typeface="Arial"/>
              </a:defRPr>
            </a:lvl3pPr>
            <a:lvl4pPr algn="l">
              <a:defRPr sz="1425" b="0">
                <a:solidFill>
                  <a:srgbClr val="C9C9D4"/>
                </a:solidFill>
                <a:latin typeface="Arial"/>
                <a:ea typeface="Arial"/>
                <a:cs typeface="Arial"/>
              </a:defRPr>
            </a:lvl4pPr>
            <a:lvl5pPr algn="l">
              <a:defRPr sz="1425" b="0">
                <a:solidFill>
                  <a:srgbClr val="C9C9D4"/>
                </a:solidFill>
                <a:latin typeface="Arial"/>
                <a:ea typeface="Arial"/>
                <a:cs typeface="Arial"/>
              </a:defRPr>
            </a:lvl5pPr>
            <a:lvl6pPr algn="l">
              <a:defRPr sz="1425" b="0">
                <a:solidFill>
                  <a:srgbClr val="C9C9D4"/>
                </a:solidFill>
                <a:latin typeface="Arial"/>
                <a:ea typeface="Arial"/>
                <a:cs typeface="Arial"/>
              </a:defRPr>
            </a:lvl6pPr>
            <a:lvl7pPr algn="l">
              <a:defRPr sz="1425" b="0">
                <a:solidFill>
                  <a:srgbClr val="C9C9D4"/>
                </a:solidFill>
                <a:latin typeface="Arial"/>
                <a:ea typeface="Arial"/>
                <a:cs typeface="Arial"/>
              </a:defRPr>
            </a:lvl7pPr>
            <a:lvl8pPr algn="l">
              <a:defRPr sz="1425" b="0">
                <a:solidFill>
                  <a:srgbClr val="C9C9D4"/>
                </a:solidFill>
                <a:latin typeface="Arial"/>
                <a:ea typeface="Arial"/>
                <a:cs typeface="Arial"/>
              </a:defRPr>
            </a:lvl8pPr>
            <a:lvl9pPr algn="l">
              <a:defRPr sz="1425" b="0">
                <a:solidFill>
                  <a:srgbClr val="C9C9D4"/>
                </a:solidFill>
                <a:latin typeface="Arial"/>
                <a:ea typeface="Arial"/>
                <a:cs typeface="Arial"/>
              </a:defRPr>
            </a:lvl9pPr>
          </a:lstStyle>
          <a:p>
            <a:pPr algn="l">
              <a:lnSpc>
                <a:spcPct val="110000"/>
              </a:lnSpc>
              <a:buNone/>
              <a:defRPr sz="1425" b="0">
                <a:solidFill>
                  <a:srgbClr val="C9C9D4"/>
                </a:solidFill>
                <a:latin typeface="Arial"/>
                <a:ea typeface="Arial"/>
                <a:cs typeface="Arial"/>
              </a:defRPr>
            </a:pPr>
            <a:r>
              <a:rPr sz="1425" b="0">
                <a:solidFill>
                  <a:srgbClr val="C9C9D4"/>
                </a:solidFill>
                <a:latin typeface="Arial"/>
                <a:ea typeface="Arial"/>
                <a:cs typeface="Arial"/>
              </a:rPr>
              <a:t>Plan managed secrets, backups, monitoring, and tenant isolation before shared hosting.</a:t>
            </a:r>
          </a:p>
        </p:txBody>
      </p:sp>
      <p:sp>
        <p:nvSpPr>
          <p:cNvPr id="19" name="next-03-rule">
            <a:extLst>
              <a:ext uri="{FF2B5EF4-FFF2-40B4-BE49-F238E27FC236}">
                <a16:creationId xmlns:a16="http://schemas.microsoft.com/office/drawing/2014/main" id="{B23BD9AF-2FE4-4241-ADF7-18801817724A}"/>
              </a:ext>
            </a:extLst>
          </p:cNvPr>
          <p:cNvSpPr>
            <a:spLocks noGrp="1"/>
          </p:cNvSpPr>
          <p:nvPr/>
        </p:nvSpPr>
        <p:spPr>
          <a:xfrm>
            <a:off x="8058150" y="4324350"/>
            <a:ext cx="3143250" cy="19050"/>
          </a:xfrm>
          <a:prstGeom prst="rect">
            <a:avLst/>
          </a:prstGeom>
          <a:solidFill>
            <a:srgbClr val="3DE8FF"/>
          </a:solidFill>
          <a:ln w="0">
            <a:noFill/>
            <a:prstDash val="solid"/>
          </a:ln>
        </p:spPr>
        <p:txBody>
          <a:bodyPr/>
          <a:lstStyle/>
          <a:p>
            <a:endParaRPr lang="en-IN"/>
          </a:p>
        </p:txBody>
      </p:sp>
      <p:sp>
        <p:nvSpPr>
          <p:cNvPr id="20" name="closing-band">
            <a:extLst>
              <a:ext uri="{FF2B5EF4-FFF2-40B4-BE49-F238E27FC236}">
                <a16:creationId xmlns:a16="http://schemas.microsoft.com/office/drawing/2014/main" id="{A75443B1-5B49-458E-B6E0-D28030044515}"/>
              </a:ext>
            </a:extLst>
          </p:cNvPr>
          <p:cNvSpPr>
            <a:spLocks noGrp="1"/>
          </p:cNvSpPr>
          <p:nvPr/>
        </p:nvSpPr>
        <p:spPr>
          <a:xfrm>
            <a:off x="723900" y="4895850"/>
            <a:ext cx="10744200" cy="1066800"/>
          </a:xfrm>
          <a:prstGeom prst="roundRect">
            <a:avLst>
              <a:gd name="adj" fmla="val 12500"/>
            </a:avLst>
          </a:prstGeom>
          <a:solidFill>
            <a:srgbClr val="14141C"/>
          </a:solidFill>
          <a:ln w="9525">
            <a:solidFill>
              <a:srgbClr val="2A2A38"/>
            </a:solidFill>
            <a:prstDash val="solid"/>
          </a:ln>
        </p:spPr>
        <p:txBody>
          <a:bodyPr/>
          <a:lstStyle/>
          <a:p>
            <a:endParaRPr lang="en-IN"/>
          </a:p>
        </p:txBody>
      </p:sp>
      <p:sp>
        <p:nvSpPr>
          <p:cNvPr id="21" name="closing-line">
            <a:extLst>
              <a:ext uri="{FF2B5EF4-FFF2-40B4-BE49-F238E27FC236}">
                <a16:creationId xmlns:a16="http://schemas.microsoft.com/office/drawing/2014/main" id="{1C1CDB7B-8AAB-4585-B247-D88BE634848C}"/>
              </a:ext>
            </a:extLst>
          </p:cNvPr>
          <p:cNvSpPr>
            <a:spLocks noGrp="1"/>
          </p:cNvSpPr>
          <p:nvPr/>
        </p:nvSpPr>
        <p:spPr>
          <a:xfrm>
            <a:off x="933450" y="5048250"/>
            <a:ext cx="10325100" cy="419100"/>
          </a:xfrm>
          <a:prstGeom prst="rect">
            <a:avLst/>
          </a:prstGeom>
          <a:noFill/>
          <a:ln w="0">
            <a:noFill/>
            <a:prstDash val="solid"/>
          </a:ln>
        </p:spPr>
        <p:txBody>
          <a:bodyPr wrap="square" lIns="0" tIns="0" rIns="0" bIns="0" anchor="ctr">
            <a:normAutofit/>
          </a:bodyPr>
          <a:lstStyle>
            <a:defPPr algn="ctr">
              <a:defRPr sz="2025" b="1">
                <a:solidFill>
                  <a:srgbClr val="F2F2F5"/>
                </a:solidFill>
                <a:latin typeface="Arial"/>
                <a:ea typeface="Arial"/>
                <a:cs typeface="Arial"/>
              </a:defRPr>
            </a:defPPr>
            <a:lvl1pPr algn="ctr">
              <a:defRPr sz="2025" b="1">
                <a:solidFill>
                  <a:srgbClr val="F2F2F5"/>
                </a:solidFill>
                <a:latin typeface="Arial"/>
                <a:ea typeface="Arial"/>
                <a:cs typeface="Arial"/>
              </a:defRPr>
            </a:lvl1pPr>
            <a:lvl2pPr algn="ctr">
              <a:defRPr sz="2025" b="1">
                <a:solidFill>
                  <a:srgbClr val="F2F2F5"/>
                </a:solidFill>
                <a:latin typeface="Arial"/>
                <a:ea typeface="Arial"/>
                <a:cs typeface="Arial"/>
              </a:defRPr>
            </a:lvl2pPr>
            <a:lvl3pPr algn="ctr">
              <a:defRPr sz="2025" b="1">
                <a:solidFill>
                  <a:srgbClr val="F2F2F5"/>
                </a:solidFill>
                <a:latin typeface="Arial"/>
                <a:ea typeface="Arial"/>
                <a:cs typeface="Arial"/>
              </a:defRPr>
            </a:lvl3pPr>
            <a:lvl4pPr algn="ctr">
              <a:defRPr sz="2025" b="1">
                <a:solidFill>
                  <a:srgbClr val="F2F2F5"/>
                </a:solidFill>
                <a:latin typeface="Arial"/>
                <a:ea typeface="Arial"/>
                <a:cs typeface="Arial"/>
              </a:defRPr>
            </a:lvl4pPr>
            <a:lvl5pPr algn="ctr">
              <a:defRPr sz="2025" b="1">
                <a:solidFill>
                  <a:srgbClr val="F2F2F5"/>
                </a:solidFill>
                <a:latin typeface="Arial"/>
                <a:ea typeface="Arial"/>
                <a:cs typeface="Arial"/>
              </a:defRPr>
            </a:lvl5pPr>
            <a:lvl6pPr algn="ctr">
              <a:defRPr sz="2025" b="1">
                <a:solidFill>
                  <a:srgbClr val="F2F2F5"/>
                </a:solidFill>
                <a:latin typeface="Arial"/>
                <a:ea typeface="Arial"/>
                <a:cs typeface="Arial"/>
              </a:defRPr>
            </a:lvl6pPr>
            <a:lvl7pPr algn="ctr">
              <a:defRPr sz="2025" b="1">
                <a:solidFill>
                  <a:srgbClr val="F2F2F5"/>
                </a:solidFill>
                <a:latin typeface="Arial"/>
                <a:ea typeface="Arial"/>
                <a:cs typeface="Arial"/>
              </a:defRPr>
            </a:lvl7pPr>
            <a:lvl8pPr algn="ctr">
              <a:defRPr sz="2025" b="1">
                <a:solidFill>
                  <a:srgbClr val="F2F2F5"/>
                </a:solidFill>
                <a:latin typeface="Arial"/>
                <a:ea typeface="Arial"/>
                <a:cs typeface="Arial"/>
              </a:defRPr>
            </a:lvl8pPr>
            <a:lvl9pPr algn="ctr">
              <a:defRPr sz="2025" b="1">
                <a:solidFill>
                  <a:srgbClr val="F2F2F5"/>
                </a:solidFill>
                <a:latin typeface="Arial"/>
                <a:ea typeface="Arial"/>
                <a:cs typeface="Arial"/>
              </a:defRPr>
            </a:lvl9pPr>
          </a:lstStyle>
          <a:p>
            <a:pPr algn="ctr">
              <a:lnSpc>
                <a:spcPct val="100000"/>
              </a:lnSpc>
              <a:buNone/>
              <a:defRPr sz="2025" b="1">
                <a:solidFill>
                  <a:srgbClr val="F2F2F5"/>
                </a:solidFill>
                <a:latin typeface="Arial"/>
                <a:ea typeface="Arial"/>
                <a:cs typeface="Arial"/>
              </a:defRPr>
            </a:pPr>
            <a:r>
              <a:rPr sz="2025" b="1">
                <a:solidFill>
                  <a:srgbClr val="F2F2F5"/>
                </a:solidFill>
                <a:latin typeface="Arial"/>
                <a:ea typeface="Arial"/>
                <a:cs typeface="Arial"/>
              </a:rPr>
              <a:t>Asset  →  evidence  →  analyst decision  →  response record</a:t>
            </a:r>
          </a:p>
        </p:txBody>
      </p:sp>
      <p:sp>
        <p:nvSpPr>
          <p:cNvPr id="22" name="closing-thanks">
            <a:extLst>
              <a:ext uri="{FF2B5EF4-FFF2-40B4-BE49-F238E27FC236}">
                <a16:creationId xmlns:a16="http://schemas.microsoft.com/office/drawing/2014/main" id="{2318B84F-77AB-4ED8-980E-891BBD2255DC}"/>
              </a:ext>
            </a:extLst>
          </p:cNvPr>
          <p:cNvSpPr>
            <a:spLocks noGrp="1"/>
          </p:cNvSpPr>
          <p:nvPr/>
        </p:nvSpPr>
        <p:spPr>
          <a:xfrm>
            <a:off x="933450" y="5505450"/>
            <a:ext cx="10325100" cy="285750"/>
          </a:xfrm>
          <a:prstGeom prst="rect">
            <a:avLst/>
          </a:prstGeom>
          <a:noFill/>
          <a:ln w="0">
            <a:noFill/>
            <a:prstDash val="solid"/>
          </a:ln>
        </p:spPr>
        <p:txBody>
          <a:bodyPr wrap="square" lIns="0" tIns="0" rIns="0" bIns="0" anchor="ctr">
            <a:normAutofit/>
          </a:bodyPr>
          <a:lstStyle>
            <a:defPPr algn="ctr">
              <a:defRPr sz="1350" b="0">
                <a:solidFill>
                  <a:srgbClr val="91DCEC"/>
                </a:solidFill>
                <a:latin typeface="Arial"/>
                <a:ea typeface="Arial"/>
                <a:cs typeface="Arial"/>
              </a:defRPr>
            </a:defPPr>
            <a:lvl1pPr algn="ctr">
              <a:defRPr sz="1350" b="0">
                <a:solidFill>
                  <a:srgbClr val="91DCEC"/>
                </a:solidFill>
                <a:latin typeface="Arial"/>
                <a:ea typeface="Arial"/>
                <a:cs typeface="Arial"/>
              </a:defRPr>
            </a:lvl1pPr>
            <a:lvl2pPr algn="ctr">
              <a:defRPr sz="1350" b="0">
                <a:solidFill>
                  <a:srgbClr val="91DCEC"/>
                </a:solidFill>
                <a:latin typeface="Arial"/>
                <a:ea typeface="Arial"/>
                <a:cs typeface="Arial"/>
              </a:defRPr>
            </a:lvl2pPr>
            <a:lvl3pPr algn="ctr">
              <a:defRPr sz="1350" b="0">
                <a:solidFill>
                  <a:srgbClr val="91DCEC"/>
                </a:solidFill>
                <a:latin typeface="Arial"/>
                <a:ea typeface="Arial"/>
                <a:cs typeface="Arial"/>
              </a:defRPr>
            </a:lvl3pPr>
            <a:lvl4pPr algn="ctr">
              <a:defRPr sz="1350" b="0">
                <a:solidFill>
                  <a:srgbClr val="91DCEC"/>
                </a:solidFill>
                <a:latin typeface="Arial"/>
                <a:ea typeface="Arial"/>
                <a:cs typeface="Arial"/>
              </a:defRPr>
            </a:lvl4pPr>
            <a:lvl5pPr algn="ctr">
              <a:defRPr sz="1350" b="0">
                <a:solidFill>
                  <a:srgbClr val="91DCEC"/>
                </a:solidFill>
                <a:latin typeface="Arial"/>
                <a:ea typeface="Arial"/>
                <a:cs typeface="Arial"/>
              </a:defRPr>
            </a:lvl5pPr>
            <a:lvl6pPr algn="ctr">
              <a:defRPr sz="1350" b="0">
                <a:solidFill>
                  <a:srgbClr val="91DCEC"/>
                </a:solidFill>
                <a:latin typeface="Arial"/>
                <a:ea typeface="Arial"/>
                <a:cs typeface="Arial"/>
              </a:defRPr>
            </a:lvl6pPr>
            <a:lvl7pPr algn="ctr">
              <a:defRPr sz="1350" b="0">
                <a:solidFill>
                  <a:srgbClr val="91DCEC"/>
                </a:solidFill>
                <a:latin typeface="Arial"/>
                <a:ea typeface="Arial"/>
                <a:cs typeface="Arial"/>
              </a:defRPr>
            </a:lvl7pPr>
            <a:lvl8pPr algn="ctr">
              <a:defRPr sz="1350" b="0">
                <a:solidFill>
                  <a:srgbClr val="91DCEC"/>
                </a:solidFill>
                <a:latin typeface="Arial"/>
                <a:ea typeface="Arial"/>
                <a:cs typeface="Arial"/>
              </a:defRPr>
            </a:lvl8pPr>
            <a:lvl9pPr algn="ctr">
              <a:defRPr sz="1350" b="0">
                <a:solidFill>
                  <a:srgbClr val="91DCEC"/>
                </a:solidFill>
                <a:latin typeface="Arial"/>
                <a:ea typeface="Arial"/>
                <a:cs typeface="Arial"/>
              </a:defRPr>
            </a:lvl9pPr>
          </a:lstStyle>
          <a:p>
            <a:pPr algn="ctr">
              <a:lnSpc>
                <a:spcPct val="100000"/>
              </a:lnSpc>
              <a:buNone/>
              <a:defRPr sz="1350" b="0">
                <a:solidFill>
                  <a:srgbClr val="91DCEC"/>
                </a:solidFill>
                <a:latin typeface="Arial"/>
                <a:ea typeface="Arial"/>
                <a:cs typeface="Arial"/>
              </a:defRPr>
            </a:pPr>
            <a:r>
              <a:rPr sz="1350" b="0">
                <a:solidFill>
                  <a:srgbClr val="91DCEC"/>
                </a:solidFill>
                <a:latin typeface="Arial"/>
                <a:ea typeface="Arial"/>
                <a:cs typeface="Arial"/>
              </a:rPr>
              <a:t>Thank you  ·  Questions</a:t>
            </a:r>
          </a:p>
        </p:txBody>
      </p:sp>
    </p:spTree>
    <p:extLst>
      <p:ext uri="{BB962C8B-B14F-4D97-AF65-F5344CB8AC3E}">
        <p14:creationId xmlns:p14="http://schemas.microsoft.com/office/powerpoint/2010/main" val="951077442"/>
      </p:ext>
    </p:extLst>
  </p:cSld>
  <p:clrMapOvr>
    <a:masterClrMapping/>
  </p:clrMapOvr>
</p:sld>
</file>

<file path=ppt/theme/theme1.xml><?xml version="1.0" encoding="utf-8"?>
<a:theme xmlns:a="http://schemas.openxmlformats.org/drawingml/2006/main" name="ChatGPT">
  <a:themeElements>
    <a:clrScheme name="CyberLens Showcase">
      <a:dk1>
        <a:srgbClr val="000000"/>
      </a:dk1>
      <a:lt1>
        <a:srgbClr val="14141C"/>
      </a:lt1>
      <a:dk2>
        <a:srgbClr val="0A0A0F"/>
      </a:dk2>
      <a:lt2>
        <a:srgbClr val="E8EDF6"/>
      </a:lt2>
      <a:accent1>
        <a:srgbClr val="3DE8FF"/>
      </a:accent1>
      <a:accent2>
        <a:srgbClr val="8B7CF6"/>
      </a:accent2>
      <a:accent3>
        <a:srgbClr val="91DCEC"/>
      </a:accent3>
      <a:accent4>
        <a:srgbClr val="8B7CF6"/>
      </a:accent4>
      <a:accent5>
        <a:srgbClr val="596B92"/>
      </a:accent5>
      <a:accent6>
        <a:srgbClr val="8594B0"/>
      </a:accent6>
      <a:hlink>
        <a:srgbClr val="3DE8FF"/>
      </a:hlink>
      <a:folHlink>
        <a:srgbClr val="8B7CF6"/>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yberLens Showcase">
      <a:dk1>
        <a:srgbClr val="000000"/>
      </a:dk1>
      <a:lt1>
        <a:srgbClr val="14141C"/>
      </a:lt1>
      <a:dk2>
        <a:srgbClr val="0A0A0F"/>
      </a:dk2>
      <a:lt2>
        <a:srgbClr val="E8EDF6"/>
      </a:lt2>
      <a:accent1>
        <a:srgbClr val="3DE8FF"/>
      </a:accent1>
      <a:accent2>
        <a:srgbClr val="8B7CF6"/>
      </a:accent2>
      <a:accent3>
        <a:srgbClr val="91DCEC"/>
      </a:accent3>
      <a:accent4>
        <a:srgbClr val="8B7CF6"/>
      </a:accent4>
      <a:accent5>
        <a:srgbClr val="596B92"/>
      </a:accent5>
      <a:accent6>
        <a:srgbClr val="8594B0"/>
      </a:accent6>
      <a:hlink>
        <a:srgbClr val="3DE8FF"/>
      </a:hlink>
      <a:folHlink>
        <a:srgbClr val="8B7CF6"/>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3219</Words>
  <Application>Microsoft Office PowerPoint</Application>
  <DocSecurity>0</DocSecurity>
  <PresentationFormat>Widescreen</PresentationFormat>
  <Paragraphs>433</Paragraphs>
  <Slides>20</Slides>
  <Notes>20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ARYAMAN CHAUDHARY</cp:lastModifiedBy>
  <cp:revision>1</cp:revision>
  <dcterms:created xsi:type="dcterms:W3CDTF">2026-10-29T15:38:55Z</dcterms:created>
  <dcterms:modified xsi:type="dcterms:W3CDTF">2026-10-29T15:42:40Z</dcterms:modified>
</cp:coreProperties>
</file>