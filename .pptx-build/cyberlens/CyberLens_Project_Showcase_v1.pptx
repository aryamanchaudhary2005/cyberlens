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9341dc0d584f69" /><Relationship Type="http://schemas.openxmlformats.org/officeDocument/2006/relationships/extended-properties" Target="/docProps/app.xml" Id="Ra3a05747b09f4141" /><Relationship Type="http://schemas.openxmlformats.org/officeDocument/2006/relationships/officeDocument" Target="/ppt/presentation.xml" Id="R78d952633d914b15" /></Relationships>
</file>

<file path=ppt/presentation.xml><?xml version="1.0" encoding="utf-8"?>
<p:presentation xmlns:p="http://schemas.openxmlformats.org/presentationml/2006/main">
  <p:sldMasterIdLst>
    <p:sldMasterId xmlns:r="http://schemas.openxmlformats.org/officeDocument/2006/relationships" id="2147483648" r:id="Ref89013e3d5c456e"/>
  </p:sldMasterIdLst>
  <p:notesMasterIdLst>
    <p:notesMasterId xmlns:r="http://schemas.openxmlformats.org/officeDocument/2006/relationships" r:id="Rc5359057e8864210"/>
  </p:notesMasterIdLst>
  <p:sldIdLst>
    <p:sldId xmlns:r="http://schemas.openxmlformats.org/officeDocument/2006/relationships" id="256" r:id="Re79dfd4b5d5944cd"/>
    <p:sldId xmlns:r="http://schemas.openxmlformats.org/officeDocument/2006/relationships" id="257" r:id="Rc9b6e6f0a7ac4052"/>
    <p:sldId xmlns:r="http://schemas.openxmlformats.org/officeDocument/2006/relationships" id="258" r:id="R4c8f32c7030e4279"/>
    <p:sldId xmlns:r="http://schemas.openxmlformats.org/officeDocument/2006/relationships" id="259" r:id="R17fcb63244cf425a"/>
    <p:sldId xmlns:r="http://schemas.openxmlformats.org/officeDocument/2006/relationships" id="260" r:id="R6aacdf49d4f14b82"/>
    <p:sldId xmlns:r="http://schemas.openxmlformats.org/officeDocument/2006/relationships" id="261" r:id="R10752d449b7c446c"/>
    <p:sldId xmlns:r="http://schemas.openxmlformats.org/officeDocument/2006/relationships" id="262" r:id="R18a42d1cef4e4c7a"/>
    <p:sldId xmlns:r="http://schemas.openxmlformats.org/officeDocument/2006/relationships" id="263" r:id="R13853909d2ea4f59"/>
    <p:sldId xmlns:r="http://schemas.openxmlformats.org/officeDocument/2006/relationships" id="264" r:id="R4bf0484983914743"/>
    <p:sldId xmlns:r="http://schemas.openxmlformats.org/officeDocument/2006/relationships" id="265" r:id="Rd0b1e3b30d084e49"/>
    <p:sldId xmlns:r="http://schemas.openxmlformats.org/officeDocument/2006/relationships" id="266" r:id="R99065c12134648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76165161cd4d05" /><Relationship Type="http://schemas.openxmlformats.org/officeDocument/2006/relationships/slideMaster" Target="/ppt/slideMasters/slideMaster1.xml" Id="Ref89013e3d5c456e" /><Relationship Type="http://schemas.openxmlformats.org/officeDocument/2006/relationships/notesMaster" Target="/ppt/notesMasters/notesMaster1.xml" Id="Rc5359057e8864210" /><Relationship Type="http://schemas.openxmlformats.org/officeDocument/2006/relationships/presProps" Target="/ppt/presProps.xml" Id="R3fa8e4640b684395" /><Relationship Type="http://schemas.openxmlformats.org/officeDocument/2006/relationships/tableStyles" Target="/ppt/tableStyles.xml" Id="Rf68d016c05544ca1" /><Relationship Type="http://schemas.openxmlformats.org/officeDocument/2006/relationships/slide" Target="/ppt/slides/slide1.xml" Id="Re79dfd4b5d5944cd" /><Relationship Type="http://schemas.openxmlformats.org/officeDocument/2006/relationships/slide" Target="/ppt/slides/slide2.xml" Id="Rc9b6e6f0a7ac4052" /><Relationship Type="http://schemas.openxmlformats.org/officeDocument/2006/relationships/slide" Target="/ppt/slides/slide3.xml" Id="R4c8f32c7030e4279" /><Relationship Type="http://schemas.openxmlformats.org/officeDocument/2006/relationships/slide" Target="/ppt/slides/slide4.xml" Id="R17fcb63244cf425a" /><Relationship Type="http://schemas.openxmlformats.org/officeDocument/2006/relationships/slide" Target="/ppt/slides/slide5.xml" Id="R6aacdf49d4f14b82" /><Relationship Type="http://schemas.openxmlformats.org/officeDocument/2006/relationships/slide" Target="/ppt/slides/slide6.xml" Id="R10752d449b7c446c" /><Relationship Type="http://schemas.openxmlformats.org/officeDocument/2006/relationships/slide" Target="/ppt/slides/slide7.xml" Id="R18a42d1cef4e4c7a" /><Relationship Type="http://schemas.openxmlformats.org/officeDocument/2006/relationships/slide" Target="/ppt/slides/slide8.xml" Id="R13853909d2ea4f59" /><Relationship Type="http://schemas.openxmlformats.org/officeDocument/2006/relationships/slide" Target="/ppt/slides/slide9.xml" Id="R4bf0484983914743" /><Relationship Type="http://schemas.openxmlformats.org/officeDocument/2006/relationships/slide" Target="/ppt/slides/slide10.xml" Id="Rd0b1e3b30d084e49" /><Relationship Type="http://schemas.openxmlformats.org/officeDocument/2006/relationships/slide" Target="/ppt/slides/slide11.xml" Id="R99065c12134648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e1e33d01d74d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yberLens Showcase">
      <a:dk1>
        <a:srgbClr val="000000"/>
      </a:dk1>
      <a:lt1>
        <a:srgbClr val="FFFFFF"/>
      </a:lt1>
      <a:dk2>
        <a:srgbClr val="10182B"/>
      </a:dk2>
      <a:lt2>
        <a:srgbClr val="E8EDF6"/>
      </a:lt2>
      <a:accent1>
        <a:srgbClr val="64A5FF"/>
      </a:accent1>
      <a:accent2>
        <a:srgbClr val="7968F1"/>
      </a:accent2>
      <a:accent3>
        <a:srgbClr val="3D789D"/>
      </a:accent3>
      <a:accent4>
        <a:srgbClr val="B87533"/>
      </a:accent4>
      <a:accent5>
        <a:srgbClr val="596B92"/>
      </a:accent5>
      <a:accent6>
        <a:srgbClr val="8594B0"/>
      </a:accent6>
      <a:hlink>
        <a:srgbClr val="64A5FF"/>
      </a:hlink>
      <a:folHlink>
        <a:srgbClr val="7968F1"/>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ba7f3b630f4b69" /><Relationship Type="http://schemas.openxmlformats.org/officeDocument/2006/relationships/notesMaster" Target="/ppt/notesMasters/notesMaster1.xml" Id="R8626f5c2144944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ca3701d5eee48be" /><Relationship Type="http://schemas.openxmlformats.org/officeDocument/2006/relationships/notesMaster" Target="/ppt/notesMasters/notesMaster1.xml" Id="Rc1d8775a156b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400876310004b6a" /><Relationship Type="http://schemas.openxmlformats.org/officeDocument/2006/relationships/notesMaster" Target="/ppt/notesMasters/notesMaster1.xml" Id="Rcb9efab10fd142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19d832cfa7417d" /><Relationship Type="http://schemas.openxmlformats.org/officeDocument/2006/relationships/notesMaster" Target="/ppt/notesMasters/notesMaster1.xml" Id="R114be70560094b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7a2e52efaa469a" /><Relationship Type="http://schemas.openxmlformats.org/officeDocument/2006/relationships/notesMaster" Target="/ppt/notesMasters/notesMaster1.xml" Id="R206ea74e7e6940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094023803e4b81" /><Relationship Type="http://schemas.openxmlformats.org/officeDocument/2006/relationships/notesMaster" Target="/ppt/notesMasters/notesMaster1.xml" Id="R81b716fee3c44f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ac78fcd13649a6" /><Relationship Type="http://schemas.openxmlformats.org/officeDocument/2006/relationships/notesMaster" Target="/ppt/notesMasters/notesMaster1.xml" Id="R946a849104de4a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14fe7221a14a2f" /><Relationship Type="http://schemas.openxmlformats.org/officeDocument/2006/relationships/notesMaster" Target="/ppt/notesMasters/notesMaster1.xml" Id="Rd26fad3a55044a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04b01354c24d15" /><Relationship Type="http://schemas.openxmlformats.org/officeDocument/2006/relationships/notesMaster" Target="/ppt/notesMasters/notesMaster1.xml" Id="R2a7507b07ebd4d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f31270ed5f4f58" /><Relationship Type="http://schemas.openxmlformats.org/officeDocument/2006/relationships/notesMaster" Target="/ppt/notesMasters/notesMaster1.xml" Id="Rac38ca3b218d49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90ff1231b046f0" /><Relationship Type="http://schemas.openxmlformats.org/officeDocument/2006/relationships/notesMaster" Target="/ppt/notesMasters/notesMaster1.xml" Id="Re440db32dee641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CyberLens in one sentence: a local workspace that connects asset context, security observations, analyst review, and incident records.</a:t>
            </a:r>
          </a:p>
          <a:p xmlns:a="http://schemas.openxmlformats.org/drawingml/2006/main">
            <a:r>
              <a:t/>
            </a:r>
          </a:p>
          <a:p xmlns:a="http://schemas.openxmlformats.org/drawingml/2006/main">
            <a:r>
              <a:t>Sources: docs/brand-guide.md; docs/architecture.md; student names and registration numbers supplied by the presenters.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the asset-to-investigation view. The screenshot is an authentic project interface capture using synthetic Demo data; it is not evidence of a live external scan.</a:t>
            </a:r>
          </a:p>
          <a:p xmlns:a="http://schemas.openxmlformats.org/drawingml/2006/main">
            <a:r>
              <a:t/>
            </a:r>
          </a:p>
          <a:p xmlns:a="http://schemas.openxmlformats.org/drawingml/2006/main">
            <a:r>
              <a:t>Sources: docs/brand/screenshots/brand-app-expanded-desktop.png; docs/panel-demo.md; 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project objective as workflow integration rather than automated attack detection. Stress the authorization boundary and human review.</a:t>
            </a:r>
          </a:p>
          <a:p xmlns:a="http://schemas.openxmlformats.org/drawingml/2006/main">
            <a:r>
              <a:t/>
            </a:r>
          </a:p>
          <a:p xmlns:a="http://schemas.openxmlformats.org/drawingml/2006/main">
            <a:r>
              <a:t>Sources: docs/architecture.md; docs/demo-and-viva.md; CyberLens_Minor_Project_Report.docx, Chapter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API writes the investigation and outbox event together. A separate dispatcher enqueues a stable RQ job; the worker runs collectors and persists results in PostgreSQL. Demo uses fixtures; Live uses configured sources only when authorized.</a:t>
            </a:r>
          </a:p>
          <a:p xmlns:a="http://schemas.openxmlformats.org/drawingml/2006/main">
            <a:r>
              <a:t/>
            </a:r>
          </a:p>
          <a:p xmlns:a="http://schemas.openxmlformats.org/drawingml/2006/main">
            <a:r>
              <a:t>Sources: docs/architecture.md; docs/data-model.md; docs/panel-demo.md.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investigation attempts have separate histories and that the outbox/reconciler helps recover delivery. A failed collector means unknown coverage, not a clean result. Analyst decisions are distinct from collected evidence.</a:t>
            </a:r>
          </a:p>
          <a:p xmlns:a="http://schemas.openxmlformats.org/drawingml/2006/main">
            <a:r>
              <a:t/>
            </a:r>
          </a:p>
          <a:p xmlns:a="http://schemas.openxmlformats.org/drawingml/2006/main">
            <a:r>
              <a:t>Sources: docs/architecture.md; docs/demo-and-viva.md; CyberLens_Minor_Project_Report.docx, Chapter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modules to show that CyberLens covers the full analyst record, not just a provider lookup. The graph is a PostgreSQL projection, not a separate graph database.</a:t>
            </a:r>
          </a:p>
          <a:p xmlns:a="http://schemas.openxmlformats.org/drawingml/2006/main">
            <a:r>
              <a:t/>
            </a:r>
          </a:p>
          <a:p xmlns:a="http://schemas.openxmlformats.org/drawingml/2006/main">
            <a:r>
              <a:t>Sources: docs/architecture.md; docs/evidence-graph-interaction.md; docs/remediation.md; docs/api.md.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core stack and why jobs are split into dispatcher and worker processes. The app runs as a local single-workspace profile; this is not a claim of public-production readiness.</a:t>
            </a:r>
          </a:p>
          <a:p xmlns:a="http://schemas.openxmlformats.org/drawingml/2006/main">
            <a:r>
              <a:t/>
            </a:r>
          </a:p>
          <a:p xmlns:a="http://schemas.openxmlformats.org/drawingml/2006/main">
            <a:r>
              <a:t>Sources: docs/architecture.md; README.md; CyberLens_Minor_Project_Report.docx, Chapter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no-match is not the same as unknown. Missing or failed sources stay visible as missing coverage. Vulnerability candidates do not affect vulnerability risk until an analyst marks them applicable. Checksums help detect stored-byte changes but do not establish chain of custody.</a:t>
            </a:r>
          </a:p>
          <a:p xmlns:a="http://schemas.openxmlformats.org/drawingml/2006/main">
            <a:r>
              <a:t/>
            </a:r>
          </a:p>
          <a:p xmlns:a="http://schemas.openxmlformats.org/drawingml/2006/main">
            <a:r>
              <a:t>Sources: docs/threat-model.md; docs/known-limitations.md; docs/demo-and-viva.md.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 Demo for the review panel because it does not depend on keys or external availability. The interface visibly labels synthetic data. Live mode is optional and requires an explicitly authorized target and configured provider access.</a:t>
            </a:r>
          </a:p>
          <a:p xmlns:a="http://schemas.openxmlformats.org/drawingml/2006/main">
            <a:r>
              <a:t/>
            </a:r>
          </a:p>
          <a:p xmlns:a="http://schemas.openxmlformats.org/drawingml/2006/main">
            <a:r>
              <a:t>Sources: docs/panel-demo.md; docs/demo-and-viva.md; docs/known-limitations.md.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figures are transcribed from the dated repository verification record. The 78-test run used isolated offline backend workflows and mocked UI/provider cases; the separate smoke test covered local login/dashboard. No live provider validation was performed.</a:t>
            </a:r>
          </a:p>
          <a:p xmlns:a="http://schemas.openxmlformats.org/drawingml/2006/main">
            <a:r>
              <a:t/>
            </a:r>
          </a:p>
          <a:p xmlns:a="http://schemas.openxmlformats.org/drawingml/2006/main">
            <a:r>
              <a:t>Sources: docs/test-results.md; docs/ui-final-review-20261026.md; CyberLens_Minor_Project_Report.docx, Chapter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core contribution: CyberLens links assets, evidence, human review, and response documentation in one local workspace. State the three next steps as future work rather than completed features.</a:t>
            </a:r>
          </a:p>
          <a:p xmlns:a="http://schemas.openxmlformats.org/drawingml/2006/main">
            <a:r>
              <a:t/>
            </a:r>
          </a:p>
          <a:p xmlns:a="http://schemas.openxmlformats.org/drawingml/2006/main">
            <a:r>
              <a:t>Sources: docs/known-limitations.md; docs/architecture.md; docs/test-results.md.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1fff2042454d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84434833a747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f5f414884640e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3ccbc245fce42e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7266c37cb748b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ee4f59faa040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715FF7-14BF-4C7E-ACC3-08073D95FA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289A58A-098E-4DB8-9E8F-6265EA1A5BE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FD66B16-BC60-4CE4-B577-55EBB598FD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2F8FDD-D2C6-437E-B94C-63085A45CC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A647B35-32AA-41BF-9E7F-83BBF49EB54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3F02DB0-6EB6-4882-81BB-CBEE7D5282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7964B0-BAE5-4AA5-A7E2-BC6BEE569E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01EF170-152E-49FB-9DCF-3E9D0B5FFBF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1EA081-7B82-4D0B-8F37-6C19685FCC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6301E6-39ED-49FB-98ED-0F1FA9EC9A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1824071a124e53" /><Relationship Type="http://schemas.openxmlformats.org/officeDocument/2006/relationships/slideLayout" Target="/ppt/slideLayouts/slideLayout1.xml" Id="Rcce5dbc3e9464c7e" /><Relationship Type="http://schemas.openxmlformats.org/officeDocument/2006/relationships/slideLayout" Target="/ppt/slideLayouts/slideLayout2.xml" Id="R6c224c238db54de1" /><Relationship Type="http://schemas.openxmlformats.org/officeDocument/2006/relationships/slideLayout" Target="/ppt/slideLayouts/slideLayout3.xml" Id="Rf27139e302914086" /><Relationship Type="http://schemas.openxmlformats.org/officeDocument/2006/relationships/slideLayout" Target="/ppt/slideLayouts/slideLayout4.xml" Id="R49f2e032a2174121" /><Relationship Type="http://schemas.openxmlformats.org/officeDocument/2006/relationships/slideLayout" Target="/ppt/slideLayouts/slideLayout5.xml" Id="Rf76310884dc7418c" /><Relationship Type="http://schemas.openxmlformats.org/officeDocument/2006/relationships/slideLayout" Target="/ppt/slideLayouts/slideLayout6.xml" Id="R516f80d4f5c943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e5dbc3e9464c7e"/>
    <p:sldLayoutId xmlns:r="http://schemas.openxmlformats.org/officeDocument/2006/relationships" id="2147483650" r:id="R6c224c238db54de1"/>
    <p:sldLayoutId xmlns:r="http://schemas.openxmlformats.org/officeDocument/2006/relationships" id="2147483651" r:id="Rf27139e302914086"/>
    <p:sldLayoutId xmlns:r="http://schemas.openxmlformats.org/officeDocument/2006/relationships" id="2147483652" r:id="R49f2e032a2174121"/>
    <p:sldLayoutId xmlns:r="http://schemas.openxmlformats.org/officeDocument/2006/relationships" id="2147483653" r:id="Rf76310884dc7418c"/>
    <p:sldLayoutId xmlns:r="http://schemas.openxmlformats.org/officeDocument/2006/relationships" id="2147483654" r:id="R516f80d4f5c943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yberLens Showcase">
      <a:dk1>
        <a:srgbClr val="000000"/>
      </a:dk1>
      <a:lt1>
        <a:srgbClr val="FFFFFF"/>
      </a:lt1>
      <a:dk2>
        <a:srgbClr val="10182B"/>
      </a:dk2>
      <a:lt2>
        <a:srgbClr val="E8EDF6"/>
      </a:lt2>
      <a:accent1>
        <a:srgbClr val="64A5FF"/>
      </a:accent1>
      <a:accent2>
        <a:srgbClr val="7968F1"/>
      </a:accent2>
      <a:accent3>
        <a:srgbClr val="3D789D"/>
      </a:accent3>
      <a:accent4>
        <a:srgbClr val="B87533"/>
      </a:accent4>
      <a:accent5>
        <a:srgbClr val="596B92"/>
      </a:accent5>
      <a:accent6>
        <a:srgbClr val="8594B0"/>
      </a:accent6>
      <a:hlink>
        <a:srgbClr val="64A5FF"/>
      </a:hlink>
      <a:folHlink>
        <a:srgbClr val="7968F1"/>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cca8837f28a4aaf" /><Relationship Type="http://schemas.openxmlformats.org/officeDocument/2006/relationships/image" Target="/ppt/media/image.png" Id="R05a45d3e298244ef" /><Relationship Type="http://schemas.openxmlformats.org/officeDocument/2006/relationships/image" Target="/ppt/media/image.svg" Id="Rdc7d87c629994219" /><Relationship Type="http://schemas.openxmlformats.org/officeDocument/2006/relationships/notesSlide" Target="/ppt/notesSlides/notesSlide1.xml" Id="Ree404eca6ca945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cad0d4d880c422e" /><Relationship Type="http://schemas.openxmlformats.org/officeDocument/2006/relationships/image" Target="/ppt/media/image2.png" Id="R6b929db2e9e44f61" /><Relationship Type="http://schemas.openxmlformats.org/officeDocument/2006/relationships/notesSlide" Target="/ppt/notesSlides/notesSlide2.xml" Id="R20ba4b082e924e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08ad9300ac7421d" /><Relationship Type="http://schemas.openxmlformats.org/officeDocument/2006/relationships/notesSlide" Target="/ppt/notesSlides/notesSlide3.xml" Id="R5c36808d974f42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ed5e2bfbf64162" /><Relationship Type="http://schemas.openxmlformats.org/officeDocument/2006/relationships/notesSlide" Target="/ppt/notesSlides/notesSlide4.xml" Id="R6278617e406c4a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9f7b1cfd67a4101" /><Relationship Type="http://schemas.openxmlformats.org/officeDocument/2006/relationships/notesSlide" Target="/ppt/notesSlides/notesSlide5.xml" Id="Rc4391e9daee04e6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95291bb0d2a4134" /><Relationship Type="http://schemas.openxmlformats.org/officeDocument/2006/relationships/notesSlide" Target="/ppt/notesSlides/notesSlide6.xml" Id="Rdc1b334a297a44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bab405975284315" /><Relationship Type="http://schemas.openxmlformats.org/officeDocument/2006/relationships/notesSlide" Target="/ppt/notesSlides/notesSlide7.xml" Id="R7c6d7c32f98549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7b48ad71b194c6b" /><Relationship Type="http://schemas.openxmlformats.org/officeDocument/2006/relationships/notesSlide" Target="/ppt/notesSlides/notesSlide8.xml" Id="R99cde1d049bf426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fc5f4032884150" /><Relationship Type="http://schemas.openxmlformats.org/officeDocument/2006/relationships/notesSlide" Target="/ppt/notesSlides/notesSlide9.xml" Id="Rfe2ddfc3135d45c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36b721cdbb44d25" /><Relationship Type="http://schemas.openxmlformats.org/officeDocument/2006/relationships/notesSlide" Target="/ppt/notesSlides/notesSlide10.xml" Id="Re63c09f2624d42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bf36270b5e8440c" /><Relationship Type="http://schemas.openxmlformats.org/officeDocument/2006/relationships/notesSlide" Target="/ppt/notesSlides/notesSlide11.xml" Id="R62f45262869f4a54" /></Relationships>
</file>

<file path=ppt/slides/slide1.xml><?xml version="1.0" encoding="utf-8"?>
<p:sld xmlns:p="http://schemas.openxmlformats.org/presentationml/2006/main">
  <p:cSld>
    <p:bg>
      <p:bgPr>
        <a:solidFill xmlns:a="http://schemas.openxmlformats.org/drawingml/2006/main">
          <a:srgbClr val="10182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0A4FBBD-417C-488B-89F3-EDFFF03D5488}"/>
              </a:ext>
            </a:extLst>
          </p:cNvPr>
          <p:cNvPicPr>
            <a:picLocks xmlns:a="http://schemas.openxmlformats.org/drawingml/2006/main" noChangeAspect="1"/>
          </p:cNvPicPr>
          <p:nvPr/>
        </p:nvPicPr>
        <p:blipFill>
          <a:blip xmlns:r="http://schemas.openxmlformats.org/officeDocument/2006/relationships" xmlns:a="http://schemas.openxmlformats.org/drawingml/2006/main" r:embed="R05a45d3e298244ef">
            <a:extLst>
              <a:ext uri="{96DAC541-7B7A-43D3-8B79-37D633B846F1}">
                <asvg:svgBlip xmlns:asvg="http://schemas.microsoft.com/office/drawing/2016/SVG/main" r:embed="Rdc7d87c629994219"/>
              </a:ext>
            </a:extLst>
          </a:blip>
          <a:stretch xmlns:a="http://schemas.openxmlformats.org/drawingml/2006/main"/>
        </p:blipFill>
        <p:spPr>
          <a:xfrm xmlns:a="http://schemas.openxmlformats.org/drawingml/2006/main">
            <a:off x="666750" y="590550"/>
            <a:ext cx="704850" cy="704850"/>
          </a:xfrm>
          <a:prstGeom xmlns:a="http://schemas.openxmlformats.org/drawingml/2006/main" prst="rect">
            <a:avLst/>
          </a:prstGeom>
        </p:spPr>
      </p:pic>
      <p:sp>
        <p:nvSpPr>
          <p:cNvPr id="2" name="cover-wordmark">
            <a:extLst xmlns:a="http://schemas.openxmlformats.org/drawingml/2006/main">
              <a:ext uri="{FF2B5EF4-FFF2-40B4-BE49-F238E27FC236}">
                <a16:creationId xmlns:a16="http://schemas.microsoft.com/office/drawing/2014/main" id="{7112D3BA-D8DF-4C93-ABF9-D70C26A583AE}"/>
              </a:ext>
            </a:extLst>
          </p:cNvPr>
          <p:cNvSpPr>
            <a:spLocks xmlns:a="http://schemas.openxmlformats.org/drawingml/2006/main" noGrp="1"/>
          </p:cNvSpPr>
          <p:nvPr/>
        </p:nvSpPr>
        <p:spPr>
          <a:xfrm xmlns:a="http://schemas.openxmlformats.org/drawingml/2006/main">
            <a:off x="666750" y="1676400"/>
            <a:ext cx="7810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950" b="1">
                <a:solidFill>
                  <a:srgbClr val="EEF3FF"/>
                </a:solidFill>
                <a:latin typeface="Arial"/>
                <a:ea typeface="Arial"/>
                <a:cs typeface="Arial"/>
              </a:defRPr>
            </a:defPPr>
            <a:lvl1pPr algn="l">
              <a:defRPr sz="4950" b="1">
                <a:solidFill>
                  <a:srgbClr val="EEF3FF"/>
                </a:solidFill>
                <a:latin typeface="Arial"/>
                <a:ea typeface="Arial"/>
                <a:cs typeface="Arial"/>
              </a:defRPr>
            </a:lvl1pPr>
            <a:lvl2pPr algn="l">
              <a:defRPr sz="4950" b="1">
                <a:solidFill>
                  <a:srgbClr val="EEF3FF"/>
                </a:solidFill>
                <a:latin typeface="Arial"/>
                <a:ea typeface="Arial"/>
                <a:cs typeface="Arial"/>
              </a:defRPr>
            </a:lvl2pPr>
            <a:lvl3pPr algn="l">
              <a:defRPr sz="4950" b="1">
                <a:solidFill>
                  <a:srgbClr val="EEF3FF"/>
                </a:solidFill>
                <a:latin typeface="Arial"/>
                <a:ea typeface="Arial"/>
                <a:cs typeface="Arial"/>
              </a:defRPr>
            </a:lvl3pPr>
            <a:lvl4pPr algn="l">
              <a:defRPr sz="4950" b="1">
                <a:solidFill>
                  <a:srgbClr val="EEF3FF"/>
                </a:solidFill>
                <a:latin typeface="Arial"/>
                <a:ea typeface="Arial"/>
                <a:cs typeface="Arial"/>
              </a:defRPr>
            </a:lvl4pPr>
            <a:lvl5pPr algn="l">
              <a:defRPr sz="4950" b="1">
                <a:solidFill>
                  <a:srgbClr val="EEF3FF"/>
                </a:solidFill>
                <a:latin typeface="Arial"/>
                <a:ea typeface="Arial"/>
                <a:cs typeface="Arial"/>
              </a:defRPr>
            </a:lvl5pPr>
            <a:lvl6pPr algn="l">
              <a:defRPr sz="4950" b="1">
                <a:solidFill>
                  <a:srgbClr val="EEF3FF"/>
                </a:solidFill>
                <a:latin typeface="Arial"/>
                <a:ea typeface="Arial"/>
                <a:cs typeface="Arial"/>
              </a:defRPr>
            </a:lvl6pPr>
            <a:lvl7pPr algn="l">
              <a:defRPr sz="4950" b="1">
                <a:solidFill>
                  <a:srgbClr val="EEF3FF"/>
                </a:solidFill>
                <a:latin typeface="Arial"/>
                <a:ea typeface="Arial"/>
                <a:cs typeface="Arial"/>
              </a:defRPr>
            </a:lvl7pPr>
            <a:lvl8pPr algn="l">
              <a:defRPr sz="4950" b="1">
                <a:solidFill>
                  <a:srgbClr val="EEF3FF"/>
                </a:solidFill>
                <a:latin typeface="Arial"/>
                <a:ea typeface="Arial"/>
                <a:cs typeface="Arial"/>
              </a:defRPr>
            </a:lvl8pPr>
            <a:lvl9pPr algn="l">
              <a:defRPr sz="4950" b="1">
                <a:solidFill>
                  <a:srgbClr val="EEF3FF"/>
                </a:solidFill>
                <a:latin typeface="Arial"/>
                <a:ea typeface="Arial"/>
                <a:cs typeface="Arial"/>
              </a:defRPr>
            </a:lvl9pPr>
          </a:lstStyle>
          <a:p xmlns:a="http://schemas.openxmlformats.org/drawingml/2006/main">
            <a:pPr algn="l">
              <a:lnSpc>
                <a:spcPct val="100000"/>
              </a:lnSpc>
              <a:buNone/>
              <a:defRPr sz="4950" b="1">
                <a:solidFill>
                  <a:srgbClr val="EEF3FF"/>
                </a:solidFill>
                <a:latin typeface="Arial"/>
                <a:ea typeface="Arial"/>
                <a:cs typeface="Arial"/>
              </a:defRPr>
            </a:pPr>
            <a:r>
              <a:rPr sz="4950" b="1">
                <a:solidFill>
                  <a:srgbClr val="EEF3FF"/>
                </a:solidFill>
                <a:latin typeface="Arial"/>
                <a:ea typeface="Arial"/>
                <a:cs typeface="Arial"/>
              </a:rPr>
              <a:t>CYBERLENS</a:t>
            </a:r>
          </a:p>
        </p:txBody>
      </p:sp>
      <p:sp>
        <p:nvSpPr>
          <p:cNvPr id="3" name="cover-blue-rule">
            <a:extLst xmlns:a="http://schemas.openxmlformats.org/drawingml/2006/main">
              <a:ext uri="{FF2B5EF4-FFF2-40B4-BE49-F238E27FC236}">
                <a16:creationId xmlns:a16="http://schemas.microsoft.com/office/drawing/2014/main" id="{C59D7D49-4642-4368-B6C8-A37A6B9D9270}"/>
              </a:ext>
            </a:extLst>
          </p:cNvPr>
          <p:cNvSpPr>
            <a:spLocks xmlns:a="http://schemas.openxmlformats.org/drawingml/2006/main" noGrp="1"/>
          </p:cNvSpPr>
          <p:nvPr/>
        </p:nvSpPr>
        <p:spPr>
          <a:xfrm xmlns:a="http://schemas.openxmlformats.org/drawingml/2006/main">
            <a:off x="704850" y="2628900"/>
            <a:ext cx="1285875" cy="47625"/>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4" name="cover-iris-rule">
            <a:extLst xmlns:a="http://schemas.openxmlformats.org/drawingml/2006/main">
              <a:ext uri="{FF2B5EF4-FFF2-40B4-BE49-F238E27FC236}">
                <a16:creationId xmlns:a16="http://schemas.microsoft.com/office/drawing/2014/main" id="{50BE3B55-3221-4BB9-A9B6-48EB3C0F64E1}"/>
              </a:ext>
            </a:extLst>
          </p:cNvPr>
          <p:cNvSpPr>
            <a:spLocks xmlns:a="http://schemas.openxmlformats.org/drawingml/2006/main" noGrp="1"/>
          </p:cNvSpPr>
          <p:nvPr/>
        </p:nvSpPr>
        <p:spPr>
          <a:xfrm xmlns:a="http://schemas.openxmlformats.org/drawingml/2006/main">
            <a:off x="1990725" y="2628900"/>
            <a:ext cx="552450" cy="47625"/>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5" name="cover-subject">
            <a:extLst xmlns:a="http://schemas.openxmlformats.org/drawingml/2006/main">
              <a:ext uri="{FF2B5EF4-FFF2-40B4-BE49-F238E27FC236}">
                <a16:creationId xmlns:a16="http://schemas.microsoft.com/office/drawing/2014/main" id="{E15AEB72-2D7B-4461-BF75-91C2805E3B4A}"/>
              </a:ext>
            </a:extLst>
          </p:cNvPr>
          <p:cNvSpPr>
            <a:spLocks xmlns:a="http://schemas.openxmlformats.org/drawingml/2006/main" noGrp="1"/>
          </p:cNvSpPr>
          <p:nvPr/>
        </p:nvSpPr>
        <p:spPr>
          <a:xfrm xmlns:a="http://schemas.openxmlformats.org/drawingml/2006/main">
            <a:off x="685800" y="2905125"/>
            <a:ext cx="8096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0">
                <a:solidFill>
                  <a:srgbClr val="D4DDF1"/>
                </a:solidFill>
                <a:latin typeface="Arial"/>
                <a:ea typeface="Arial"/>
                <a:cs typeface="Arial"/>
              </a:defRPr>
            </a:defPPr>
            <a:lvl1pPr algn="l">
              <a:defRPr sz="2550" b="0">
                <a:solidFill>
                  <a:srgbClr val="D4DDF1"/>
                </a:solidFill>
                <a:latin typeface="Arial"/>
                <a:ea typeface="Arial"/>
                <a:cs typeface="Arial"/>
              </a:defRPr>
            </a:lvl1pPr>
            <a:lvl2pPr algn="l">
              <a:defRPr sz="2550" b="0">
                <a:solidFill>
                  <a:srgbClr val="D4DDF1"/>
                </a:solidFill>
                <a:latin typeface="Arial"/>
                <a:ea typeface="Arial"/>
                <a:cs typeface="Arial"/>
              </a:defRPr>
            </a:lvl2pPr>
            <a:lvl3pPr algn="l">
              <a:defRPr sz="2550" b="0">
                <a:solidFill>
                  <a:srgbClr val="D4DDF1"/>
                </a:solidFill>
                <a:latin typeface="Arial"/>
                <a:ea typeface="Arial"/>
                <a:cs typeface="Arial"/>
              </a:defRPr>
            </a:lvl3pPr>
            <a:lvl4pPr algn="l">
              <a:defRPr sz="2550" b="0">
                <a:solidFill>
                  <a:srgbClr val="D4DDF1"/>
                </a:solidFill>
                <a:latin typeface="Arial"/>
                <a:ea typeface="Arial"/>
                <a:cs typeface="Arial"/>
              </a:defRPr>
            </a:lvl4pPr>
            <a:lvl5pPr algn="l">
              <a:defRPr sz="2550" b="0">
                <a:solidFill>
                  <a:srgbClr val="D4DDF1"/>
                </a:solidFill>
                <a:latin typeface="Arial"/>
                <a:ea typeface="Arial"/>
                <a:cs typeface="Arial"/>
              </a:defRPr>
            </a:lvl5pPr>
            <a:lvl6pPr algn="l">
              <a:defRPr sz="2550" b="0">
                <a:solidFill>
                  <a:srgbClr val="D4DDF1"/>
                </a:solidFill>
                <a:latin typeface="Arial"/>
                <a:ea typeface="Arial"/>
                <a:cs typeface="Arial"/>
              </a:defRPr>
            </a:lvl6pPr>
            <a:lvl7pPr algn="l">
              <a:defRPr sz="2550" b="0">
                <a:solidFill>
                  <a:srgbClr val="D4DDF1"/>
                </a:solidFill>
                <a:latin typeface="Arial"/>
                <a:ea typeface="Arial"/>
                <a:cs typeface="Arial"/>
              </a:defRPr>
            </a:lvl7pPr>
            <a:lvl8pPr algn="l">
              <a:defRPr sz="2550" b="0">
                <a:solidFill>
                  <a:srgbClr val="D4DDF1"/>
                </a:solidFill>
                <a:latin typeface="Arial"/>
                <a:ea typeface="Arial"/>
                <a:cs typeface="Arial"/>
              </a:defRPr>
            </a:lvl8pPr>
            <a:lvl9pPr algn="l">
              <a:defRPr sz="2550" b="0">
                <a:solidFill>
                  <a:srgbClr val="D4DDF1"/>
                </a:solidFill>
                <a:latin typeface="Arial"/>
                <a:ea typeface="Arial"/>
                <a:cs typeface="Arial"/>
              </a:defRPr>
            </a:lvl9pPr>
          </a:lstStyle>
          <a:p xmlns:a="http://schemas.openxmlformats.org/drawingml/2006/main">
            <a:pPr algn="l">
              <a:lnSpc>
                <a:spcPct val="105000"/>
              </a:lnSpc>
              <a:buNone/>
              <a:defRPr sz="2550" b="0">
                <a:solidFill>
                  <a:srgbClr val="D4DDF1"/>
                </a:solidFill>
                <a:latin typeface="Arial"/>
                <a:ea typeface="Arial"/>
                <a:cs typeface="Arial"/>
              </a:defRPr>
            </a:pPr>
            <a:r>
              <a:rPr sz="2550" b="0">
                <a:solidFill>
                  <a:srgbClr val="D4DDF1"/>
                </a:solidFill>
                <a:latin typeface="Arial"/>
                <a:ea typeface="Arial"/>
                <a:cs typeface="Arial"/>
              </a:rPr>
              <a:t>Local Cyber Threat Intelligence</a:t>
            </a:r>
          </a:p>
          <a:p xmlns:a="http://schemas.openxmlformats.org/drawingml/2006/main">
            <a:pPr algn="l">
              <a:lnSpc>
                <a:spcPct val="105000"/>
              </a:lnSpc>
              <a:buNone/>
              <a:defRPr sz="2550" b="0">
                <a:solidFill>
                  <a:srgbClr val="D4DDF1"/>
                </a:solidFill>
                <a:latin typeface="Arial"/>
                <a:ea typeface="Arial"/>
                <a:cs typeface="Arial"/>
              </a:defRPr>
            </a:pPr>
            <a:r>
              <a:rPr sz="2550" b="0">
                <a:solidFill>
                  <a:srgbClr val="D4DDF1"/>
                </a:solidFill>
                <a:latin typeface="Arial"/>
                <a:ea typeface="Arial"/>
                <a:cs typeface="Arial"/>
              </a:rPr>
              <a:t>and Incident Response Workspace</a:t>
            </a:r>
          </a:p>
        </p:txBody>
      </p:sp>
      <p:sp>
        <p:nvSpPr>
          <p:cNvPr id="6" name="cover-project-label">
            <a:extLst xmlns:a="http://schemas.openxmlformats.org/drawingml/2006/main">
              <a:ext uri="{FF2B5EF4-FFF2-40B4-BE49-F238E27FC236}">
                <a16:creationId xmlns:a16="http://schemas.microsoft.com/office/drawing/2014/main" id="{B33F7C56-D13C-416A-9B1B-AB269065824B}"/>
              </a:ext>
            </a:extLst>
          </p:cNvPr>
          <p:cNvSpPr>
            <a:spLocks xmlns:a="http://schemas.openxmlformats.org/drawingml/2006/main" noGrp="1"/>
          </p:cNvSpPr>
          <p:nvPr/>
        </p:nvSpPr>
        <p:spPr>
          <a:xfrm xmlns:a="http://schemas.openxmlformats.org/drawingml/2006/main">
            <a:off x="704850" y="4276725"/>
            <a:ext cx="685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1">
                <a:solidFill>
                  <a:srgbClr val="8BAAFF"/>
                </a:solidFill>
                <a:latin typeface="Arial"/>
                <a:ea typeface="Arial"/>
                <a:cs typeface="Arial"/>
              </a:defRPr>
            </a:defPPr>
            <a:lvl1pPr algn="l">
              <a:defRPr sz="1275" b="1">
                <a:solidFill>
                  <a:srgbClr val="8BAAFF"/>
                </a:solidFill>
                <a:latin typeface="Arial"/>
                <a:ea typeface="Arial"/>
                <a:cs typeface="Arial"/>
              </a:defRPr>
            </a:lvl1pPr>
            <a:lvl2pPr algn="l">
              <a:defRPr sz="1275" b="1">
                <a:solidFill>
                  <a:srgbClr val="8BAAFF"/>
                </a:solidFill>
                <a:latin typeface="Arial"/>
                <a:ea typeface="Arial"/>
                <a:cs typeface="Arial"/>
              </a:defRPr>
            </a:lvl2pPr>
            <a:lvl3pPr algn="l">
              <a:defRPr sz="1275" b="1">
                <a:solidFill>
                  <a:srgbClr val="8BAAFF"/>
                </a:solidFill>
                <a:latin typeface="Arial"/>
                <a:ea typeface="Arial"/>
                <a:cs typeface="Arial"/>
              </a:defRPr>
            </a:lvl3pPr>
            <a:lvl4pPr algn="l">
              <a:defRPr sz="1275" b="1">
                <a:solidFill>
                  <a:srgbClr val="8BAAFF"/>
                </a:solidFill>
                <a:latin typeface="Arial"/>
                <a:ea typeface="Arial"/>
                <a:cs typeface="Arial"/>
              </a:defRPr>
            </a:lvl4pPr>
            <a:lvl5pPr algn="l">
              <a:defRPr sz="1275" b="1">
                <a:solidFill>
                  <a:srgbClr val="8BAAFF"/>
                </a:solidFill>
                <a:latin typeface="Arial"/>
                <a:ea typeface="Arial"/>
                <a:cs typeface="Arial"/>
              </a:defRPr>
            </a:lvl5pPr>
            <a:lvl6pPr algn="l">
              <a:defRPr sz="1275" b="1">
                <a:solidFill>
                  <a:srgbClr val="8BAAFF"/>
                </a:solidFill>
                <a:latin typeface="Arial"/>
                <a:ea typeface="Arial"/>
                <a:cs typeface="Arial"/>
              </a:defRPr>
            </a:lvl6pPr>
            <a:lvl7pPr algn="l">
              <a:defRPr sz="1275" b="1">
                <a:solidFill>
                  <a:srgbClr val="8BAAFF"/>
                </a:solidFill>
                <a:latin typeface="Arial"/>
                <a:ea typeface="Arial"/>
                <a:cs typeface="Arial"/>
              </a:defRPr>
            </a:lvl7pPr>
            <a:lvl8pPr algn="l">
              <a:defRPr sz="1275" b="1">
                <a:solidFill>
                  <a:srgbClr val="8BAAFF"/>
                </a:solidFill>
                <a:latin typeface="Arial"/>
                <a:ea typeface="Arial"/>
                <a:cs typeface="Arial"/>
              </a:defRPr>
            </a:lvl8pPr>
            <a:lvl9pPr algn="l">
              <a:defRPr sz="1275" b="1">
                <a:solidFill>
                  <a:srgbClr val="8BAAFF"/>
                </a:solidFill>
                <a:latin typeface="Arial"/>
                <a:ea typeface="Arial"/>
                <a:cs typeface="Arial"/>
              </a:defRPr>
            </a:lvl9pPr>
          </a:lstStyle>
          <a:p xmlns:a="http://schemas.openxmlformats.org/drawingml/2006/main">
            <a:pPr algn="l">
              <a:lnSpc>
                <a:spcPct val="100000"/>
              </a:lnSpc>
              <a:buNone/>
              <a:defRPr sz="1275" b="1">
                <a:solidFill>
                  <a:srgbClr val="8BAAFF"/>
                </a:solidFill>
                <a:latin typeface="Arial"/>
                <a:ea typeface="Arial"/>
                <a:cs typeface="Arial"/>
              </a:defRPr>
            </a:pPr>
            <a:r>
              <a:rPr sz="1275" b="1">
                <a:solidFill>
                  <a:srgbClr val="8BAAFF"/>
                </a:solidFill>
                <a:latin typeface="Arial"/>
                <a:ea typeface="Arial"/>
                <a:cs typeface="Arial"/>
              </a:rPr>
              <a:t>MINOR PROJECT  ·  PROJECT SHOWCASE</a:t>
            </a:r>
          </a:p>
        </p:txBody>
      </p:sp>
      <p:sp>
        <p:nvSpPr>
          <p:cNvPr id="7" name="cover-presenter-divider">
            <a:extLst xmlns:a="http://schemas.openxmlformats.org/drawingml/2006/main">
              <a:ext uri="{FF2B5EF4-FFF2-40B4-BE49-F238E27FC236}">
                <a16:creationId xmlns:a16="http://schemas.microsoft.com/office/drawing/2014/main" id="{EE768095-ED6A-45E0-B296-CF285A19FC8E}"/>
              </a:ext>
            </a:extLst>
          </p:cNvPr>
          <p:cNvSpPr>
            <a:spLocks xmlns:a="http://schemas.openxmlformats.org/drawingml/2006/main" noGrp="1"/>
          </p:cNvSpPr>
          <p:nvPr/>
        </p:nvSpPr>
        <p:spPr>
          <a:xfrm xmlns:a="http://schemas.openxmlformats.org/drawingml/2006/main">
            <a:off x="704850" y="4791075"/>
            <a:ext cx="10782300" cy="9525"/>
          </a:xfrm>
          <a:prstGeom xmlns:a="http://schemas.openxmlformats.org/drawingml/2006/main" prst="rect">
            <a:avLst/>
          </a:prstGeom>
          <a:solidFill xmlns:a="http://schemas.openxmlformats.org/drawingml/2006/main">
            <a:srgbClr val="34405A"/>
          </a:solidFill>
          <a:ln xmlns:a="http://schemas.openxmlformats.org/drawingml/2006/main" w="0">
            <a:noFill/>
            <a:prstDash val="solid"/>
          </a:ln>
        </p:spPr>
      </p:sp>
      <p:sp>
        <p:nvSpPr>
          <p:cNvPr id="8" name="cover-presenter-one">
            <a:extLst xmlns:a="http://schemas.openxmlformats.org/drawingml/2006/main">
              <a:ext uri="{FF2B5EF4-FFF2-40B4-BE49-F238E27FC236}">
                <a16:creationId xmlns:a16="http://schemas.microsoft.com/office/drawing/2014/main" id="{7F0B45DA-3309-423C-AFE8-B31458EB5D43}"/>
              </a:ext>
            </a:extLst>
          </p:cNvPr>
          <p:cNvSpPr>
            <a:spLocks xmlns:a="http://schemas.openxmlformats.org/drawingml/2006/main" noGrp="1"/>
          </p:cNvSpPr>
          <p:nvPr/>
        </p:nvSpPr>
        <p:spPr>
          <a:xfrm xmlns:a="http://schemas.openxmlformats.org/drawingml/2006/main">
            <a:off x="704850" y="49530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EF3FF"/>
                </a:solidFill>
                <a:latin typeface="Arial"/>
                <a:ea typeface="Arial"/>
                <a:cs typeface="Arial"/>
              </a:defRPr>
            </a:defPPr>
            <a:lvl1pPr algn="l">
              <a:defRPr sz="1875" b="1">
                <a:solidFill>
                  <a:srgbClr val="EEF3FF"/>
                </a:solidFill>
                <a:latin typeface="Arial"/>
                <a:ea typeface="Arial"/>
                <a:cs typeface="Arial"/>
              </a:defRPr>
            </a:lvl1pPr>
            <a:lvl2pPr algn="l">
              <a:defRPr sz="1875" b="1">
                <a:solidFill>
                  <a:srgbClr val="EEF3FF"/>
                </a:solidFill>
                <a:latin typeface="Arial"/>
                <a:ea typeface="Arial"/>
                <a:cs typeface="Arial"/>
              </a:defRPr>
            </a:lvl2pPr>
            <a:lvl3pPr algn="l">
              <a:defRPr sz="1875" b="1">
                <a:solidFill>
                  <a:srgbClr val="EEF3FF"/>
                </a:solidFill>
                <a:latin typeface="Arial"/>
                <a:ea typeface="Arial"/>
                <a:cs typeface="Arial"/>
              </a:defRPr>
            </a:lvl3pPr>
            <a:lvl4pPr algn="l">
              <a:defRPr sz="1875" b="1">
                <a:solidFill>
                  <a:srgbClr val="EEF3FF"/>
                </a:solidFill>
                <a:latin typeface="Arial"/>
                <a:ea typeface="Arial"/>
                <a:cs typeface="Arial"/>
              </a:defRPr>
            </a:lvl4pPr>
            <a:lvl5pPr algn="l">
              <a:defRPr sz="1875" b="1">
                <a:solidFill>
                  <a:srgbClr val="EEF3FF"/>
                </a:solidFill>
                <a:latin typeface="Arial"/>
                <a:ea typeface="Arial"/>
                <a:cs typeface="Arial"/>
              </a:defRPr>
            </a:lvl5pPr>
            <a:lvl6pPr algn="l">
              <a:defRPr sz="1875" b="1">
                <a:solidFill>
                  <a:srgbClr val="EEF3FF"/>
                </a:solidFill>
                <a:latin typeface="Arial"/>
                <a:ea typeface="Arial"/>
                <a:cs typeface="Arial"/>
              </a:defRPr>
            </a:lvl6pPr>
            <a:lvl7pPr algn="l">
              <a:defRPr sz="1875" b="1">
                <a:solidFill>
                  <a:srgbClr val="EEF3FF"/>
                </a:solidFill>
                <a:latin typeface="Arial"/>
                <a:ea typeface="Arial"/>
                <a:cs typeface="Arial"/>
              </a:defRPr>
            </a:lvl7pPr>
            <a:lvl8pPr algn="l">
              <a:defRPr sz="1875" b="1">
                <a:solidFill>
                  <a:srgbClr val="EEF3FF"/>
                </a:solidFill>
                <a:latin typeface="Arial"/>
                <a:ea typeface="Arial"/>
                <a:cs typeface="Arial"/>
              </a:defRPr>
            </a:lvl8pPr>
            <a:lvl9pPr algn="l">
              <a:defRPr sz="1875" b="1">
                <a:solidFill>
                  <a:srgbClr val="EEF3FF"/>
                </a:solidFill>
                <a:latin typeface="Arial"/>
                <a:ea typeface="Arial"/>
                <a:cs typeface="Arial"/>
              </a:defRPr>
            </a:lvl9pPr>
          </a:lstStyle>
          <a:p xmlns:a="http://schemas.openxmlformats.org/drawingml/2006/main">
            <a:pPr algn="l">
              <a:lnSpc>
                <a:spcPct val="100000"/>
              </a:lnSpc>
              <a:buNone/>
              <a:defRPr sz="1875" b="1">
                <a:solidFill>
                  <a:srgbClr val="EEF3FF"/>
                </a:solidFill>
                <a:latin typeface="Arial"/>
                <a:ea typeface="Arial"/>
                <a:cs typeface="Arial"/>
              </a:defRPr>
            </a:pPr>
            <a:r>
              <a:rPr sz="1875" b="1">
                <a:solidFill>
                  <a:srgbClr val="EEF3FF"/>
                </a:solidFill>
                <a:latin typeface="Arial"/>
                <a:ea typeface="Arial"/>
                <a:cs typeface="Arial"/>
              </a:rPr>
              <a:t>Aryaman Chaudhary</a:t>
            </a:r>
          </a:p>
        </p:txBody>
      </p:sp>
      <p:sp>
        <p:nvSpPr>
          <p:cNvPr id="9" name="cover-reg-one">
            <a:extLst xmlns:a="http://schemas.openxmlformats.org/drawingml/2006/main">
              <a:ext uri="{FF2B5EF4-FFF2-40B4-BE49-F238E27FC236}">
                <a16:creationId xmlns:a16="http://schemas.microsoft.com/office/drawing/2014/main" id="{11C17D4E-F4E5-40DF-885E-692E3936B50C}"/>
              </a:ext>
            </a:extLst>
          </p:cNvPr>
          <p:cNvSpPr>
            <a:spLocks xmlns:a="http://schemas.openxmlformats.org/drawingml/2006/main" noGrp="1"/>
          </p:cNvSpPr>
          <p:nvPr/>
        </p:nvSpPr>
        <p:spPr>
          <a:xfrm xmlns:a="http://schemas.openxmlformats.org/drawingml/2006/main">
            <a:off x="704850" y="5295900"/>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B9C5DC"/>
                </a:solidFill>
                <a:latin typeface="Arial"/>
                <a:ea typeface="Arial"/>
                <a:cs typeface="Arial"/>
              </a:defRPr>
            </a:defPPr>
            <a:lvl1pPr algn="l">
              <a:defRPr sz="1425" b="0">
                <a:solidFill>
                  <a:srgbClr val="B9C5DC"/>
                </a:solidFill>
                <a:latin typeface="Arial"/>
                <a:ea typeface="Arial"/>
                <a:cs typeface="Arial"/>
              </a:defRPr>
            </a:lvl1pPr>
            <a:lvl2pPr algn="l">
              <a:defRPr sz="1425" b="0">
                <a:solidFill>
                  <a:srgbClr val="B9C5DC"/>
                </a:solidFill>
                <a:latin typeface="Arial"/>
                <a:ea typeface="Arial"/>
                <a:cs typeface="Arial"/>
              </a:defRPr>
            </a:lvl2pPr>
            <a:lvl3pPr algn="l">
              <a:defRPr sz="1425" b="0">
                <a:solidFill>
                  <a:srgbClr val="B9C5DC"/>
                </a:solidFill>
                <a:latin typeface="Arial"/>
                <a:ea typeface="Arial"/>
                <a:cs typeface="Arial"/>
              </a:defRPr>
            </a:lvl3pPr>
            <a:lvl4pPr algn="l">
              <a:defRPr sz="1425" b="0">
                <a:solidFill>
                  <a:srgbClr val="B9C5DC"/>
                </a:solidFill>
                <a:latin typeface="Arial"/>
                <a:ea typeface="Arial"/>
                <a:cs typeface="Arial"/>
              </a:defRPr>
            </a:lvl4pPr>
            <a:lvl5pPr algn="l">
              <a:defRPr sz="1425" b="0">
                <a:solidFill>
                  <a:srgbClr val="B9C5DC"/>
                </a:solidFill>
                <a:latin typeface="Arial"/>
                <a:ea typeface="Arial"/>
                <a:cs typeface="Arial"/>
              </a:defRPr>
            </a:lvl5pPr>
            <a:lvl6pPr algn="l">
              <a:defRPr sz="1425" b="0">
                <a:solidFill>
                  <a:srgbClr val="B9C5DC"/>
                </a:solidFill>
                <a:latin typeface="Arial"/>
                <a:ea typeface="Arial"/>
                <a:cs typeface="Arial"/>
              </a:defRPr>
            </a:lvl6pPr>
            <a:lvl7pPr algn="l">
              <a:defRPr sz="1425" b="0">
                <a:solidFill>
                  <a:srgbClr val="B9C5DC"/>
                </a:solidFill>
                <a:latin typeface="Arial"/>
                <a:ea typeface="Arial"/>
                <a:cs typeface="Arial"/>
              </a:defRPr>
            </a:lvl7pPr>
            <a:lvl8pPr algn="l">
              <a:defRPr sz="1425" b="0">
                <a:solidFill>
                  <a:srgbClr val="B9C5DC"/>
                </a:solidFill>
                <a:latin typeface="Arial"/>
                <a:ea typeface="Arial"/>
                <a:cs typeface="Arial"/>
              </a:defRPr>
            </a:lvl8pPr>
            <a:lvl9pPr algn="l">
              <a:defRPr sz="1425" b="0">
                <a:solidFill>
                  <a:srgbClr val="B9C5DC"/>
                </a:solidFill>
                <a:latin typeface="Arial"/>
                <a:ea typeface="Arial"/>
                <a:cs typeface="Arial"/>
              </a:defRPr>
            </a:lvl9pPr>
          </a:lstStyle>
          <a:p xmlns:a="http://schemas.openxmlformats.org/drawingml/2006/main">
            <a:pPr algn="l">
              <a:lnSpc>
                <a:spcPct val="100000"/>
              </a:lnSpc>
              <a:buNone/>
              <a:defRPr sz="1425" b="0">
                <a:solidFill>
                  <a:srgbClr val="B9C5DC"/>
                </a:solidFill>
                <a:latin typeface="Arial"/>
                <a:ea typeface="Arial"/>
                <a:cs typeface="Arial"/>
              </a:defRPr>
            </a:pPr>
            <a:r>
              <a:rPr sz="1425" b="0">
                <a:solidFill>
                  <a:srgbClr val="B9C5DC"/>
                </a:solidFill>
                <a:latin typeface="Arial"/>
                <a:ea typeface="Arial"/>
                <a:cs typeface="Arial"/>
              </a:rPr>
              <a:t>RA2311030010222</a:t>
            </a:r>
          </a:p>
        </p:txBody>
      </p:sp>
      <p:sp>
        <p:nvSpPr>
          <p:cNvPr id="10" name="cover-presenter-two">
            <a:extLst xmlns:a="http://schemas.openxmlformats.org/drawingml/2006/main">
              <a:ext uri="{FF2B5EF4-FFF2-40B4-BE49-F238E27FC236}">
                <a16:creationId xmlns:a16="http://schemas.microsoft.com/office/drawing/2014/main" id="{7DEB0411-1D04-44DC-8E0C-FD2E6251DC96}"/>
              </a:ext>
            </a:extLst>
          </p:cNvPr>
          <p:cNvSpPr>
            <a:spLocks xmlns:a="http://schemas.openxmlformats.org/drawingml/2006/main" noGrp="1"/>
          </p:cNvSpPr>
          <p:nvPr/>
        </p:nvSpPr>
        <p:spPr>
          <a:xfrm xmlns:a="http://schemas.openxmlformats.org/drawingml/2006/main">
            <a:off x="6191250" y="49530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EEF3FF"/>
                </a:solidFill>
                <a:latin typeface="Arial"/>
                <a:ea typeface="Arial"/>
                <a:cs typeface="Arial"/>
              </a:defRPr>
            </a:defPPr>
            <a:lvl1pPr algn="l">
              <a:defRPr sz="1875" b="1">
                <a:solidFill>
                  <a:srgbClr val="EEF3FF"/>
                </a:solidFill>
                <a:latin typeface="Arial"/>
                <a:ea typeface="Arial"/>
                <a:cs typeface="Arial"/>
              </a:defRPr>
            </a:lvl1pPr>
            <a:lvl2pPr algn="l">
              <a:defRPr sz="1875" b="1">
                <a:solidFill>
                  <a:srgbClr val="EEF3FF"/>
                </a:solidFill>
                <a:latin typeface="Arial"/>
                <a:ea typeface="Arial"/>
                <a:cs typeface="Arial"/>
              </a:defRPr>
            </a:lvl2pPr>
            <a:lvl3pPr algn="l">
              <a:defRPr sz="1875" b="1">
                <a:solidFill>
                  <a:srgbClr val="EEF3FF"/>
                </a:solidFill>
                <a:latin typeface="Arial"/>
                <a:ea typeface="Arial"/>
                <a:cs typeface="Arial"/>
              </a:defRPr>
            </a:lvl3pPr>
            <a:lvl4pPr algn="l">
              <a:defRPr sz="1875" b="1">
                <a:solidFill>
                  <a:srgbClr val="EEF3FF"/>
                </a:solidFill>
                <a:latin typeface="Arial"/>
                <a:ea typeface="Arial"/>
                <a:cs typeface="Arial"/>
              </a:defRPr>
            </a:lvl4pPr>
            <a:lvl5pPr algn="l">
              <a:defRPr sz="1875" b="1">
                <a:solidFill>
                  <a:srgbClr val="EEF3FF"/>
                </a:solidFill>
                <a:latin typeface="Arial"/>
                <a:ea typeface="Arial"/>
                <a:cs typeface="Arial"/>
              </a:defRPr>
            </a:lvl5pPr>
            <a:lvl6pPr algn="l">
              <a:defRPr sz="1875" b="1">
                <a:solidFill>
                  <a:srgbClr val="EEF3FF"/>
                </a:solidFill>
                <a:latin typeface="Arial"/>
                <a:ea typeface="Arial"/>
                <a:cs typeface="Arial"/>
              </a:defRPr>
            </a:lvl6pPr>
            <a:lvl7pPr algn="l">
              <a:defRPr sz="1875" b="1">
                <a:solidFill>
                  <a:srgbClr val="EEF3FF"/>
                </a:solidFill>
                <a:latin typeface="Arial"/>
                <a:ea typeface="Arial"/>
                <a:cs typeface="Arial"/>
              </a:defRPr>
            </a:lvl7pPr>
            <a:lvl8pPr algn="l">
              <a:defRPr sz="1875" b="1">
                <a:solidFill>
                  <a:srgbClr val="EEF3FF"/>
                </a:solidFill>
                <a:latin typeface="Arial"/>
                <a:ea typeface="Arial"/>
                <a:cs typeface="Arial"/>
              </a:defRPr>
            </a:lvl8pPr>
            <a:lvl9pPr algn="l">
              <a:defRPr sz="1875" b="1">
                <a:solidFill>
                  <a:srgbClr val="EEF3FF"/>
                </a:solidFill>
                <a:latin typeface="Arial"/>
                <a:ea typeface="Arial"/>
                <a:cs typeface="Arial"/>
              </a:defRPr>
            </a:lvl9pPr>
          </a:lstStyle>
          <a:p xmlns:a="http://schemas.openxmlformats.org/drawingml/2006/main">
            <a:pPr algn="l">
              <a:lnSpc>
                <a:spcPct val="100000"/>
              </a:lnSpc>
              <a:buNone/>
              <a:defRPr sz="1875" b="1">
                <a:solidFill>
                  <a:srgbClr val="EEF3FF"/>
                </a:solidFill>
                <a:latin typeface="Arial"/>
                <a:ea typeface="Arial"/>
                <a:cs typeface="Arial"/>
              </a:defRPr>
            </a:pPr>
            <a:r>
              <a:rPr sz="1875" b="1">
                <a:solidFill>
                  <a:srgbClr val="EEF3FF"/>
                </a:solidFill>
                <a:latin typeface="Arial"/>
                <a:ea typeface="Arial"/>
                <a:cs typeface="Arial"/>
              </a:rPr>
              <a:t>Anisha Sawant</a:t>
            </a:r>
          </a:p>
        </p:txBody>
      </p:sp>
      <p:sp>
        <p:nvSpPr>
          <p:cNvPr id="11" name="cover-reg-two">
            <a:extLst xmlns:a="http://schemas.openxmlformats.org/drawingml/2006/main">
              <a:ext uri="{FF2B5EF4-FFF2-40B4-BE49-F238E27FC236}">
                <a16:creationId xmlns:a16="http://schemas.microsoft.com/office/drawing/2014/main" id="{BCA9BD3D-87DC-4CE1-B746-3532046BF544}"/>
              </a:ext>
            </a:extLst>
          </p:cNvPr>
          <p:cNvSpPr>
            <a:spLocks xmlns:a="http://schemas.openxmlformats.org/drawingml/2006/main" noGrp="1"/>
          </p:cNvSpPr>
          <p:nvPr/>
        </p:nvSpPr>
        <p:spPr>
          <a:xfrm xmlns:a="http://schemas.openxmlformats.org/drawingml/2006/main">
            <a:off x="6191250" y="5295900"/>
            <a:ext cx="4762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B9C5DC"/>
                </a:solidFill>
                <a:latin typeface="Arial"/>
                <a:ea typeface="Arial"/>
                <a:cs typeface="Arial"/>
              </a:defRPr>
            </a:defPPr>
            <a:lvl1pPr algn="l">
              <a:defRPr sz="1425" b="0">
                <a:solidFill>
                  <a:srgbClr val="B9C5DC"/>
                </a:solidFill>
                <a:latin typeface="Arial"/>
                <a:ea typeface="Arial"/>
                <a:cs typeface="Arial"/>
              </a:defRPr>
            </a:lvl1pPr>
            <a:lvl2pPr algn="l">
              <a:defRPr sz="1425" b="0">
                <a:solidFill>
                  <a:srgbClr val="B9C5DC"/>
                </a:solidFill>
                <a:latin typeface="Arial"/>
                <a:ea typeface="Arial"/>
                <a:cs typeface="Arial"/>
              </a:defRPr>
            </a:lvl2pPr>
            <a:lvl3pPr algn="l">
              <a:defRPr sz="1425" b="0">
                <a:solidFill>
                  <a:srgbClr val="B9C5DC"/>
                </a:solidFill>
                <a:latin typeface="Arial"/>
                <a:ea typeface="Arial"/>
                <a:cs typeface="Arial"/>
              </a:defRPr>
            </a:lvl3pPr>
            <a:lvl4pPr algn="l">
              <a:defRPr sz="1425" b="0">
                <a:solidFill>
                  <a:srgbClr val="B9C5DC"/>
                </a:solidFill>
                <a:latin typeface="Arial"/>
                <a:ea typeface="Arial"/>
                <a:cs typeface="Arial"/>
              </a:defRPr>
            </a:lvl4pPr>
            <a:lvl5pPr algn="l">
              <a:defRPr sz="1425" b="0">
                <a:solidFill>
                  <a:srgbClr val="B9C5DC"/>
                </a:solidFill>
                <a:latin typeface="Arial"/>
                <a:ea typeface="Arial"/>
                <a:cs typeface="Arial"/>
              </a:defRPr>
            </a:lvl5pPr>
            <a:lvl6pPr algn="l">
              <a:defRPr sz="1425" b="0">
                <a:solidFill>
                  <a:srgbClr val="B9C5DC"/>
                </a:solidFill>
                <a:latin typeface="Arial"/>
                <a:ea typeface="Arial"/>
                <a:cs typeface="Arial"/>
              </a:defRPr>
            </a:lvl6pPr>
            <a:lvl7pPr algn="l">
              <a:defRPr sz="1425" b="0">
                <a:solidFill>
                  <a:srgbClr val="B9C5DC"/>
                </a:solidFill>
                <a:latin typeface="Arial"/>
                <a:ea typeface="Arial"/>
                <a:cs typeface="Arial"/>
              </a:defRPr>
            </a:lvl7pPr>
            <a:lvl8pPr algn="l">
              <a:defRPr sz="1425" b="0">
                <a:solidFill>
                  <a:srgbClr val="B9C5DC"/>
                </a:solidFill>
                <a:latin typeface="Arial"/>
                <a:ea typeface="Arial"/>
                <a:cs typeface="Arial"/>
              </a:defRPr>
            </a:lvl8pPr>
            <a:lvl9pPr algn="l">
              <a:defRPr sz="1425" b="0">
                <a:solidFill>
                  <a:srgbClr val="B9C5DC"/>
                </a:solidFill>
                <a:latin typeface="Arial"/>
                <a:ea typeface="Arial"/>
                <a:cs typeface="Arial"/>
              </a:defRPr>
            </a:lvl9pPr>
          </a:lstStyle>
          <a:p xmlns:a="http://schemas.openxmlformats.org/drawingml/2006/main">
            <a:pPr algn="l">
              <a:lnSpc>
                <a:spcPct val="100000"/>
              </a:lnSpc>
              <a:buNone/>
              <a:defRPr sz="1425" b="0">
                <a:solidFill>
                  <a:srgbClr val="B9C5DC"/>
                </a:solidFill>
                <a:latin typeface="Arial"/>
                <a:ea typeface="Arial"/>
                <a:cs typeface="Arial"/>
              </a:defRPr>
            </a:pPr>
            <a:r>
              <a:rPr sz="1425" b="0">
                <a:solidFill>
                  <a:srgbClr val="B9C5DC"/>
                </a:solidFill>
                <a:latin typeface="Arial"/>
                <a:ea typeface="Arial"/>
                <a:cs typeface="Arial"/>
              </a:rPr>
              <a:t>RA2312703010021</a:t>
            </a:r>
          </a:p>
        </p:txBody>
      </p:sp>
      <p:sp>
        <p:nvSpPr>
          <p:cNvPr id="12" name="cover-department">
            <a:extLst xmlns:a="http://schemas.openxmlformats.org/drawingml/2006/main">
              <a:ext uri="{FF2B5EF4-FFF2-40B4-BE49-F238E27FC236}">
                <a16:creationId xmlns:a16="http://schemas.microsoft.com/office/drawing/2014/main" id="{D7B997BC-9260-4AEC-BED3-2AAD41728837}"/>
              </a:ext>
            </a:extLst>
          </p:cNvPr>
          <p:cNvSpPr>
            <a:spLocks xmlns:a="http://schemas.openxmlformats.org/drawingml/2006/main" noGrp="1"/>
          </p:cNvSpPr>
          <p:nvPr/>
        </p:nvSpPr>
        <p:spPr>
          <a:xfrm xmlns:a="http://schemas.openxmlformats.org/drawingml/2006/main">
            <a:off x="704850" y="5857875"/>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D4DDF1"/>
                </a:solidFill>
                <a:latin typeface="Arial"/>
                <a:ea typeface="Arial"/>
                <a:cs typeface="Arial"/>
              </a:defRPr>
            </a:defPPr>
            <a:lvl1pPr algn="l">
              <a:defRPr sz="1425" b="0">
                <a:solidFill>
                  <a:srgbClr val="D4DDF1"/>
                </a:solidFill>
                <a:latin typeface="Arial"/>
                <a:ea typeface="Arial"/>
                <a:cs typeface="Arial"/>
              </a:defRPr>
            </a:lvl1pPr>
            <a:lvl2pPr algn="l">
              <a:defRPr sz="1425" b="0">
                <a:solidFill>
                  <a:srgbClr val="D4DDF1"/>
                </a:solidFill>
                <a:latin typeface="Arial"/>
                <a:ea typeface="Arial"/>
                <a:cs typeface="Arial"/>
              </a:defRPr>
            </a:lvl2pPr>
            <a:lvl3pPr algn="l">
              <a:defRPr sz="1425" b="0">
                <a:solidFill>
                  <a:srgbClr val="D4DDF1"/>
                </a:solidFill>
                <a:latin typeface="Arial"/>
                <a:ea typeface="Arial"/>
                <a:cs typeface="Arial"/>
              </a:defRPr>
            </a:lvl3pPr>
            <a:lvl4pPr algn="l">
              <a:defRPr sz="1425" b="0">
                <a:solidFill>
                  <a:srgbClr val="D4DDF1"/>
                </a:solidFill>
                <a:latin typeface="Arial"/>
                <a:ea typeface="Arial"/>
                <a:cs typeface="Arial"/>
              </a:defRPr>
            </a:lvl4pPr>
            <a:lvl5pPr algn="l">
              <a:defRPr sz="1425" b="0">
                <a:solidFill>
                  <a:srgbClr val="D4DDF1"/>
                </a:solidFill>
                <a:latin typeface="Arial"/>
                <a:ea typeface="Arial"/>
                <a:cs typeface="Arial"/>
              </a:defRPr>
            </a:lvl5pPr>
            <a:lvl6pPr algn="l">
              <a:defRPr sz="1425" b="0">
                <a:solidFill>
                  <a:srgbClr val="D4DDF1"/>
                </a:solidFill>
                <a:latin typeface="Arial"/>
                <a:ea typeface="Arial"/>
                <a:cs typeface="Arial"/>
              </a:defRPr>
            </a:lvl6pPr>
            <a:lvl7pPr algn="l">
              <a:defRPr sz="1425" b="0">
                <a:solidFill>
                  <a:srgbClr val="D4DDF1"/>
                </a:solidFill>
                <a:latin typeface="Arial"/>
                <a:ea typeface="Arial"/>
                <a:cs typeface="Arial"/>
              </a:defRPr>
            </a:lvl7pPr>
            <a:lvl8pPr algn="l">
              <a:defRPr sz="1425" b="0">
                <a:solidFill>
                  <a:srgbClr val="D4DDF1"/>
                </a:solidFill>
                <a:latin typeface="Arial"/>
                <a:ea typeface="Arial"/>
                <a:cs typeface="Arial"/>
              </a:defRPr>
            </a:lvl8pPr>
            <a:lvl9pPr algn="l">
              <a:defRPr sz="1425" b="0">
                <a:solidFill>
                  <a:srgbClr val="D4DDF1"/>
                </a:solidFill>
                <a:latin typeface="Arial"/>
                <a:ea typeface="Arial"/>
                <a:cs typeface="Arial"/>
              </a:defRPr>
            </a:lvl9pPr>
          </a:lstStyle>
          <a:p xmlns:a="http://schemas.openxmlformats.org/drawingml/2006/main">
            <a:pPr algn="l">
              <a:lnSpc>
                <a:spcPct val="100000"/>
              </a:lnSpc>
              <a:buNone/>
              <a:defRPr sz="1425" b="0">
                <a:solidFill>
                  <a:srgbClr val="D4DDF1"/>
                </a:solidFill>
                <a:latin typeface="Arial"/>
                <a:ea typeface="Arial"/>
                <a:cs typeface="Arial"/>
              </a:defRPr>
            </a:pPr>
            <a:r>
              <a:rPr sz="1425" b="0">
                <a:solidFill>
                  <a:srgbClr val="D4DDF1"/>
                </a:solidFill>
                <a:latin typeface="Arial"/>
                <a:ea typeface="Arial"/>
                <a:cs typeface="Arial"/>
              </a:rPr>
              <a:t>Department of Networking and Communication</a:t>
            </a:r>
          </a:p>
        </p:txBody>
      </p:sp>
    </p:spTree>
    <p:extLst>
      <p:ext uri="{BB962C8B-B14F-4D97-AF65-F5344CB8AC3E}">
        <p14:creationId xmlns:p14="http://schemas.microsoft.com/office/powerpoint/2010/main" val="83740420"/>
      </p:ext>
    </p:extLst>
  </p:cSld>
</p:sld>
</file>

<file path=ppt/slides/slide2.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3" name="slide-2-title">
            <a:extLst xmlns:a="http://schemas.openxmlformats.org/drawingml/2006/main">
              <a:ext uri="{FF2B5EF4-FFF2-40B4-BE49-F238E27FC236}">
                <a16:creationId xmlns:a16="http://schemas.microsoft.com/office/drawing/2014/main" id="{DBCD6F9D-DAFD-4498-8AD0-A073990EEF6B}"/>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CyberLens at a glance</a:t>
            </a:r>
          </a:p>
        </p:txBody>
      </p:sp>
      <p:sp>
        <p:nvSpPr>
          <p:cNvPr id="2" name="slide-2-accent-blue">
            <a:extLst xmlns:a="http://schemas.openxmlformats.org/drawingml/2006/main">
              <a:ext uri="{FF2B5EF4-FFF2-40B4-BE49-F238E27FC236}">
                <a16:creationId xmlns:a16="http://schemas.microsoft.com/office/drawing/2014/main" id="{EC28609D-AF0A-4086-A652-CDE179AE8A1F}"/>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2-accent-iris">
            <a:extLst xmlns:a="http://schemas.openxmlformats.org/drawingml/2006/main">
              <a:ext uri="{FF2B5EF4-FFF2-40B4-BE49-F238E27FC236}">
                <a16:creationId xmlns:a16="http://schemas.microsoft.com/office/drawing/2014/main" id="{6FAE95F6-6AEC-40BE-8820-572FDC408778}"/>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2-subtitle">
            <a:extLst xmlns:a="http://schemas.openxmlformats.org/drawingml/2006/main">
              <a:ext uri="{FF2B5EF4-FFF2-40B4-BE49-F238E27FC236}">
                <a16:creationId xmlns:a16="http://schemas.microsoft.com/office/drawing/2014/main" id="{32671610-8EC7-477F-A5B5-9698CF7B5966}"/>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A local workspace for authorized, evidence-led security analysis.</a:t>
            </a:r>
          </a:p>
        </p:txBody>
      </p:sp>
      <p:sp>
        <p:nvSpPr>
          <p:cNvPr id="5" name="slide-2-footer-rule">
            <a:extLst xmlns:a="http://schemas.openxmlformats.org/drawingml/2006/main">
              <a:ext uri="{FF2B5EF4-FFF2-40B4-BE49-F238E27FC236}">
                <a16:creationId xmlns:a16="http://schemas.microsoft.com/office/drawing/2014/main" id="{7D946FE4-A4E7-4B5F-B90D-3318E56E1E08}"/>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2-footer">
            <a:extLst xmlns:a="http://schemas.openxmlformats.org/drawingml/2006/main">
              <a:ext uri="{FF2B5EF4-FFF2-40B4-BE49-F238E27FC236}">
                <a16:creationId xmlns:a16="http://schemas.microsoft.com/office/drawing/2014/main" id="{1AB9B7B7-8571-48EB-8CE7-D84B7A6AC7E5}"/>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2-page">
            <a:extLst xmlns:a="http://schemas.openxmlformats.org/drawingml/2006/main">
              <a:ext uri="{FF2B5EF4-FFF2-40B4-BE49-F238E27FC236}">
                <a16:creationId xmlns:a16="http://schemas.microsoft.com/office/drawing/2014/main" id="{28DB3CEC-77BD-4259-BCFA-4B109791212D}"/>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02</a:t>
            </a:r>
          </a:p>
        </p:txBody>
      </p:sp>
      <p:sp>
        <p:nvSpPr>
          <p:cNvPr id="8" name="overview-01-number">
            <a:extLst xmlns:a="http://schemas.openxmlformats.org/drawingml/2006/main">
              <a:ext uri="{FF2B5EF4-FFF2-40B4-BE49-F238E27FC236}">
                <a16:creationId xmlns:a16="http://schemas.microsoft.com/office/drawing/2014/main" id="{7232E2AE-7F1B-42BE-94AD-5F5AA652F972}"/>
              </a:ext>
            </a:extLst>
          </p:cNvPr>
          <p:cNvSpPr>
            <a:spLocks xmlns:a="http://schemas.openxmlformats.org/drawingml/2006/main" noGrp="1"/>
          </p:cNvSpPr>
          <p:nvPr/>
        </p:nvSpPr>
        <p:spPr>
          <a:xfrm xmlns:a="http://schemas.openxmlformats.org/drawingml/2006/main">
            <a:off x="704850" y="19621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7968F1"/>
                </a:solidFill>
                <a:latin typeface="Arial"/>
                <a:ea typeface="Arial"/>
                <a:cs typeface="Arial"/>
              </a:defRPr>
            </a:defPPr>
            <a:lvl1pPr algn="l">
              <a:defRPr sz="2325" b="1">
                <a:solidFill>
                  <a:srgbClr val="7968F1"/>
                </a:solidFill>
                <a:latin typeface="Arial"/>
                <a:ea typeface="Arial"/>
                <a:cs typeface="Arial"/>
              </a:defRPr>
            </a:lvl1pPr>
            <a:lvl2pPr algn="l">
              <a:defRPr sz="2325" b="1">
                <a:solidFill>
                  <a:srgbClr val="7968F1"/>
                </a:solidFill>
                <a:latin typeface="Arial"/>
                <a:ea typeface="Arial"/>
                <a:cs typeface="Arial"/>
              </a:defRPr>
            </a:lvl2pPr>
            <a:lvl3pPr algn="l">
              <a:defRPr sz="2325" b="1">
                <a:solidFill>
                  <a:srgbClr val="7968F1"/>
                </a:solidFill>
                <a:latin typeface="Arial"/>
                <a:ea typeface="Arial"/>
                <a:cs typeface="Arial"/>
              </a:defRPr>
            </a:lvl3pPr>
            <a:lvl4pPr algn="l">
              <a:defRPr sz="2325" b="1">
                <a:solidFill>
                  <a:srgbClr val="7968F1"/>
                </a:solidFill>
                <a:latin typeface="Arial"/>
                <a:ea typeface="Arial"/>
                <a:cs typeface="Arial"/>
              </a:defRPr>
            </a:lvl4pPr>
            <a:lvl5pPr algn="l">
              <a:defRPr sz="2325" b="1">
                <a:solidFill>
                  <a:srgbClr val="7968F1"/>
                </a:solidFill>
                <a:latin typeface="Arial"/>
                <a:ea typeface="Arial"/>
                <a:cs typeface="Arial"/>
              </a:defRPr>
            </a:lvl5pPr>
            <a:lvl6pPr algn="l">
              <a:defRPr sz="2325" b="1">
                <a:solidFill>
                  <a:srgbClr val="7968F1"/>
                </a:solidFill>
                <a:latin typeface="Arial"/>
                <a:ea typeface="Arial"/>
                <a:cs typeface="Arial"/>
              </a:defRPr>
            </a:lvl6pPr>
            <a:lvl7pPr algn="l">
              <a:defRPr sz="2325" b="1">
                <a:solidFill>
                  <a:srgbClr val="7968F1"/>
                </a:solidFill>
                <a:latin typeface="Arial"/>
                <a:ea typeface="Arial"/>
                <a:cs typeface="Arial"/>
              </a:defRPr>
            </a:lvl7pPr>
            <a:lvl8pPr algn="l">
              <a:defRPr sz="2325" b="1">
                <a:solidFill>
                  <a:srgbClr val="7968F1"/>
                </a:solidFill>
                <a:latin typeface="Arial"/>
                <a:ea typeface="Arial"/>
                <a:cs typeface="Arial"/>
              </a:defRPr>
            </a:lvl8pPr>
            <a:lvl9pPr algn="l">
              <a:defRPr sz="2325" b="1">
                <a:solidFill>
                  <a:srgbClr val="7968F1"/>
                </a:solidFill>
                <a:latin typeface="Arial"/>
                <a:ea typeface="Arial"/>
                <a:cs typeface="Arial"/>
              </a:defRPr>
            </a:lvl9pPr>
          </a:lstStyle>
          <a:p xmlns:a="http://schemas.openxmlformats.org/drawingml/2006/main">
            <a:pPr algn="l">
              <a:lnSpc>
                <a:spcPct val="100000"/>
              </a:lnSpc>
              <a:buNone/>
              <a:defRPr sz="2325" b="1">
                <a:solidFill>
                  <a:srgbClr val="7968F1"/>
                </a:solidFill>
                <a:latin typeface="Arial"/>
                <a:ea typeface="Arial"/>
                <a:cs typeface="Arial"/>
              </a:defRPr>
            </a:pPr>
            <a:r>
              <a:rPr sz="2325" b="1">
                <a:solidFill>
                  <a:srgbClr val="7968F1"/>
                </a:solidFill>
                <a:latin typeface="Arial"/>
                <a:ea typeface="Arial"/>
                <a:cs typeface="Arial"/>
              </a:rPr>
              <a:t>01</a:t>
            </a:r>
          </a:p>
        </p:txBody>
      </p:sp>
      <p:sp>
        <p:nvSpPr>
          <p:cNvPr id="9" name="overview-01-heading">
            <a:extLst xmlns:a="http://schemas.openxmlformats.org/drawingml/2006/main">
              <a:ext uri="{FF2B5EF4-FFF2-40B4-BE49-F238E27FC236}">
                <a16:creationId xmlns:a16="http://schemas.microsoft.com/office/drawing/2014/main" id="{3C536330-BADA-4023-9628-550E1CC35784}"/>
              </a:ext>
            </a:extLst>
          </p:cNvPr>
          <p:cNvSpPr>
            <a:spLocks xmlns:a="http://schemas.openxmlformats.org/drawingml/2006/main" noGrp="1"/>
          </p:cNvSpPr>
          <p:nvPr/>
        </p:nvSpPr>
        <p:spPr>
          <a:xfrm xmlns:a="http://schemas.openxmlformats.org/drawingml/2006/main">
            <a:off x="1428750" y="196215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Asset-linked investigations</a:t>
            </a:r>
          </a:p>
        </p:txBody>
      </p:sp>
      <p:sp>
        <p:nvSpPr>
          <p:cNvPr id="10" name="overview-01-body">
            <a:extLst xmlns:a="http://schemas.openxmlformats.org/drawingml/2006/main">
              <a:ext uri="{FF2B5EF4-FFF2-40B4-BE49-F238E27FC236}">
                <a16:creationId xmlns:a16="http://schemas.microsoft.com/office/drawing/2014/main" id="{A7871BE7-F392-40D5-864B-ED6A6253A106}"/>
              </a:ext>
            </a:extLst>
          </p:cNvPr>
          <p:cNvSpPr>
            <a:spLocks xmlns:a="http://schemas.openxmlformats.org/drawingml/2006/main" noGrp="1"/>
          </p:cNvSpPr>
          <p:nvPr/>
        </p:nvSpPr>
        <p:spPr>
          <a:xfrm xmlns:a="http://schemas.openxmlformats.org/drawingml/2006/main">
            <a:off x="1428750" y="2324100"/>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Organize domains, IPs, URLs, emails, applications, and software components.</a:t>
            </a:r>
          </a:p>
        </p:txBody>
      </p:sp>
      <p:sp>
        <p:nvSpPr>
          <p:cNvPr id="11" name="overview-01-rule">
            <a:extLst xmlns:a="http://schemas.openxmlformats.org/drawingml/2006/main">
              <a:ext uri="{FF2B5EF4-FFF2-40B4-BE49-F238E27FC236}">
                <a16:creationId xmlns:a16="http://schemas.microsoft.com/office/drawing/2014/main" id="{315011C8-94D5-4F17-9F65-917D98837D78}"/>
              </a:ext>
            </a:extLst>
          </p:cNvPr>
          <p:cNvSpPr>
            <a:spLocks xmlns:a="http://schemas.openxmlformats.org/drawingml/2006/main" noGrp="1"/>
          </p:cNvSpPr>
          <p:nvPr/>
        </p:nvSpPr>
        <p:spPr>
          <a:xfrm xmlns:a="http://schemas.openxmlformats.org/drawingml/2006/main">
            <a:off x="1428750" y="2990850"/>
            <a:ext cx="54292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2" name="overview-02-number">
            <a:extLst xmlns:a="http://schemas.openxmlformats.org/drawingml/2006/main">
              <a:ext uri="{FF2B5EF4-FFF2-40B4-BE49-F238E27FC236}">
                <a16:creationId xmlns:a16="http://schemas.microsoft.com/office/drawing/2014/main" id="{69A01207-6BDC-4F66-AB8E-E19833858C15}"/>
              </a:ext>
            </a:extLst>
          </p:cNvPr>
          <p:cNvSpPr>
            <a:spLocks xmlns:a="http://schemas.openxmlformats.org/drawingml/2006/main" noGrp="1"/>
          </p:cNvSpPr>
          <p:nvPr/>
        </p:nvSpPr>
        <p:spPr>
          <a:xfrm xmlns:a="http://schemas.openxmlformats.org/drawingml/2006/main">
            <a:off x="704850" y="3228975"/>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7968F1"/>
                </a:solidFill>
                <a:latin typeface="Arial"/>
                <a:ea typeface="Arial"/>
                <a:cs typeface="Arial"/>
              </a:defRPr>
            </a:defPPr>
            <a:lvl1pPr algn="l">
              <a:defRPr sz="2325" b="1">
                <a:solidFill>
                  <a:srgbClr val="7968F1"/>
                </a:solidFill>
                <a:latin typeface="Arial"/>
                <a:ea typeface="Arial"/>
                <a:cs typeface="Arial"/>
              </a:defRPr>
            </a:lvl1pPr>
            <a:lvl2pPr algn="l">
              <a:defRPr sz="2325" b="1">
                <a:solidFill>
                  <a:srgbClr val="7968F1"/>
                </a:solidFill>
                <a:latin typeface="Arial"/>
                <a:ea typeface="Arial"/>
                <a:cs typeface="Arial"/>
              </a:defRPr>
            </a:lvl2pPr>
            <a:lvl3pPr algn="l">
              <a:defRPr sz="2325" b="1">
                <a:solidFill>
                  <a:srgbClr val="7968F1"/>
                </a:solidFill>
                <a:latin typeface="Arial"/>
                <a:ea typeface="Arial"/>
                <a:cs typeface="Arial"/>
              </a:defRPr>
            </a:lvl3pPr>
            <a:lvl4pPr algn="l">
              <a:defRPr sz="2325" b="1">
                <a:solidFill>
                  <a:srgbClr val="7968F1"/>
                </a:solidFill>
                <a:latin typeface="Arial"/>
                <a:ea typeface="Arial"/>
                <a:cs typeface="Arial"/>
              </a:defRPr>
            </a:lvl4pPr>
            <a:lvl5pPr algn="l">
              <a:defRPr sz="2325" b="1">
                <a:solidFill>
                  <a:srgbClr val="7968F1"/>
                </a:solidFill>
                <a:latin typeface="Arial"/>
                <a:ea typeface="Arial"/>
                <a:cs typeface="Arial"/>
              </a:defRPr>
            </a:lvl5pPr>
            <a:lvl6pPr algn="l">
              <a:defRPr sz="2325" b="1">
                <a:solidFill>
                  <a:srgbClr val="7968F1"/>
                </a:solidFill>
                <a:latin typeface="Arial"/>
                <a:ea typeface="Arial"/>
                <a:cs typeface="Arial"/>
              </a:defRPr>
            </a:lvl6pPr>
            <a:lvl7pPr algn="l">
              <a:defRPr sz="2325" b="1">
                <a:solidFill>
                  <a:srgbClr val="7968F1"/>
                </a:solidFill>
                <a:latin typeface="Arial"/>
                <a:ea typeface="Arial"/>
                <a:cs typeface="Arial"/>
              </a:defRPr>
            </a:lvl7pPr>
            <a:lvl8pPr algn="l">
              <a:defRPr sz="2325" b="1">
                <a:solidFill>
                  <a:srgbClr val="7968F1"/>
                </a:solidFill>
                <a:latin typeface="Arial"/>
                <a:ea typeface="Arial"/>
                <a:cs typeface="Arial"/>
              </a:defRPr>
            </a:lvl8pPr>
            <a:lvl9pPr algn="l">
              <a:defRPr sz="2325" b="1">
                <a:solidFill>
                  <a:srgbClr val="7968F1"/>
                </a:solidFill>
                <a:latin typeface="Arial"/>
                <a:ea typeface="Arial"/>
                <a:cs typeface="Arial"/>
              </a:defRPr>
            </a:lvl9pPr>
          </a:lstStyle>
          <a:p xmlns:a="http://schemas.openxmlformats.org/drawingml/2006/main">
            <a:pPr algn="l">
              <a:lnSpc>
                <a:spcPct val="100000"/>
              </a:lnSpc>
              <a:buNone/>
              <a:defRPr sz="2325" b="1">
                <a:solidFill>
                  <a:srgbClr val="7968F1"/>
                </a:solidFill>
                <a:latin typeface="Arial"/>
                <a:ea typeface="Arial"/>
                <a:cs typeface="Arial"/>
              </a:defRPr>
            </a:pPr>
            <a:r>
              <a:rPr sz="2325" b="1">
                <a:solidFill>
                  <a:srgbClr val="7968F1"/>
                </a:solidFill>
                <a:latin typeface="Arial"/>
                <a:ea typeface="Arial"/>
                <a:cs typeface="Arial"/>
              </a:rPr>
              <a:t>02</a:t>
            </a:r>
          </a:p>
        </p:txBody>
      </p:sp>
      <p:sp>
        <p:nvSpPr>
          <p:cNvPr id="13" name="overview-02-heading">
            <a:extLst xmlns:a="http://schemas.openxmlformats.org/drawingml/2006/main">
              <a:ext uri="{FF2B5EF4-FFF2-40B4-BE49-F238E27FC236}">
                <a16:creationId xmlns:a16="http://schemas.microsoft.com/office/drawing/2014/main" id="{71FB15CC-858D-4109-B334-B6C391395F1A}"/>
              </a:ext>
            </a:extLst>
          </p:cNvPr>
          <p:cNvSpPr>
            <a:spLocks xmlns:a="http://schemas.openxmlformats.org/drawingml/2006/main" noGrp="1"/>
          </p:cNvSpPr>
          <p:nvPr/>
        </p:nvSpPr>
        <p:spPr>
          <a:xfrm xmlns:a="http://schemas.openxmlformats.org/drawingml/2006/main">
            <a:off x="1428750" y="3228975"/>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Evidence stays reviewable</a:t>
            </a:r>
          </a:p>
        </p:txBody>
      </p:sp>
      <p:sp>
        <p:nvSpPr>
          <p:cNvPr id="14" name="overview-02-body">
            <a:extLst xmlns:a="http://schemas.openxmlformats.org/drawingml/2006/main">
              <a:ext uri="{FF2B5EF4-FFF2-40B4-BE49-F238E27FC236}">
                <a16:creationId xmlns:a16="http://schemas.microsoft.com/office/drawing/2014/main" id="{C6BB45EB-20CA-47E0-ABA0-792925B24BA6}"/>
              </a:ext>
            </a:extLst>
          </p:cNvPr>
          <p:cNvSpPr>
            <a:spLocks xmlns:a="http://schemas.openxmlformats.org/drawingml/2006/main" noGrp="1"/>
          </p:cNvSpPr>
          <p:nvPr/>
        </p:nvSpPr>
        <p:spPr>
          <a:xfrm xmlns:a="http://schemas.openxmlformats.org/drawingml/2006/main">
            <a:off x="1428750" y="3590925"/>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Keep source, time, freshness, status, and evidence references with each result.</a:t>
            </a:r>
          </a:p>
        </p:txBody>
      </p:sp>
      <p:sp>
        <p:nvSpPr>
          <p:cNvPr id="15" name="overview-02-rule">
            <a:extLst xmlns:a="http://schemas.openxmlformats.org/drawingml/2006/main">
              <a:ext uri="{FF2B5EF4-FFF2-40B4-BE49-F238E27FC236}">
                <a16:creationId xmlns:a16="http://schemas.microsoft.com/office/drawing/2014/main" id="{DC9185C4-16BF-4217-9BEB-6CC586A89B55}"/>
              </a:ext>
            </a:extLst>
          </p:cNvPr>
          <p:cNvSpPr>
            <a:spLocks xmlns:a="http://schemas.openxmlformats.org/drawingml/2006/main" noGrp="1"/>
          </p:cNvSpPr>
          <p:nvPr/>
        </p:nvSpPr>
        <p:spPr>
          <a:xfrm xmlns:a="http://schemas.openxmlformats.org/drawingml/2006/main">
            <a:off x="1428750" y="4257675"/>
            <a:ext cx="54292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6" name="overview-03-number">
            <a:extLst xmlns:a="http://schemas.openxmlformats.org/drawingml/2006/main">
              <a:ext uri="{FF2B5EF4-FFF2-40B4-BE49-F238E27FC236}">
                <a16:creationId xmlns:a16="http://schemas.microsoft.com/office/drawing/2014/main" id="{85BC7D47-A637-43D9-8091-A41638DE657F}"/>
              </a:ext>
            </a:extLst>
          </p:cNvPr>
          <p:cNvSpPr>
            <a:spLocks xmlns:a="http://schemas.openxmlformats.org/drawingml/2006/main" noGrp="1"/>
          </p:cNvSpPr>
          <p:nvPr/>
        </p:nvSpPr>
        <p:spPr>
          <a:xfrm xmlns:a="http://schemas.openxmlformats.org/drawingml/2006/main">
            <a:off x="704850" y="449580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7968F1"/>
                </a:solidFill>
                <a:latin typeface="Arial"/>
                <a:ea typeface="Arial"/>
                <a:cs typeface="Arial"/>
              </a:defRPr>
            </a:defPPr>
            <a:lvl1pPr algn="l">
              <a:defRPr sz="2325" b="1">
                <a:solidFill>
                  <a:srgbClr val="7968F1"/>
                </a:solidFill>
                <a:latin typeface="Arial"/>
                <a:ea typeface="Arial"/>
                <a:cs typeface="Arial"/>
              </a:defRPr>
            </a:lvl1pPr>
            <a:lvl2pPr algn="l">
              <a:defRPr sz="2325" b="1">
                <a:solidFill>
                  <a:srgbClr val="7968F1"/>
                </a:solidFill>
                <a:latin typeface="Arial"/>
                <a:ea typeface="Arial"/>
                <a:cs typeface="Arial"/>
              </a:defRPr>
            </a:lvl2pPr>
            <a:lvl3pPr algn="l">
              <a:defRPr sz="2325" b="1">
                <a:solidFill>
                  <a:srgbClr val="7968F1"/>
                </a:solidFill>
                <a:latin typeface="Arial"/>
                <a:ea typeface="Arial"/>
                <a:cs typeface="Arial"/>
              </a:defRPr>
            </a:lvl3pPr>
            <a:lvl4pPr algn="l">
              <a:defRPr sz="2325" b="1">
                <a:solidFill>
                  <a:srgbClr val="7968F1"/>
                </a:solidFill>
                <a:latin typeface="Arial"/>
                <a:ea typeface="Arial"/>
                <a:cs typeface="Arial"/>
              </a:defRPr>
            </a:lvl4pPr>
            <a:lvl5pPr algn="l">
              <a:defRPr sz="2325" b="1">
                <a:solidFill>
                  <a:srgbClr val="7968F1"/>
                </a:solidFill>
                <a:latin typeface="Arial"/>
                <a:ea typeface="Arial"/>
                <a:cs typeface="Arial"/>
              </a:defRPr>
            </a:lvl5pPr>
            <a:lvl6pPr algn="l">
              <a:defRPr sz="2325" b="1">
                <a:solidFill>
                  <a:srgbClr val="7968F1"/>
                </a:solidFill>
                <a:latin typeface="Arial"/>
                <a:ea typeface="Arial"/>
                <a:cs typeface="Arial"/>
              </a:defRPr>
            </a:lvl6pPr>
            <a:lvl7pPr algn="l">
              <a:defRPr sz="2325" b="1">
                <a:solidFill>
                  <a:srgbClr val="7968F1"/>
                </a:solidFill>
                <a:latin typeface="Arial"/>
                <a:ea typeface="Arial"/>
                <a:cs typeface="Arial"/>
              </a:defRPr>
            </a:lvl7pPr>
            <a:lvl8pPr algn="l">
              <a:defRPr sz="2325" b="1">
                <a:solidFill>
                  <a:srgbClr val="7968F1"/>
                </a:solidFill>
                <a:latin typeface="Arial"/>
                <a:ea typeface="Arial"/>
                <a:cs typeface="Arial"/>
              </a:defRPr>
            </a:lvl8pPr>
            <a:lvl9pPr algn="l">
              <a:defRPr sz="2325" b="1">
                <a:solidFill>
                  <a:srgbClr val="7968F1"/>
                </a:solidFill>
                <a:latin typeface="Arial"/>
                <a:ea typeface="Arial"/>
                <a:cs typeface="Arial"/>
              </a:defRPr>
            </a:lvl9pPr>
          </a:lstStyle>
          <a:p xmlns:a="http://schemas.openxmlformats.org/drawingml/2006/main">
            <a:pPr algn="l">
              <a:lnSpc>
                <a:spcPct val="100000"/>
              </a:lnSpc>
              <a:buNone/>
              <a:defRPr sz="2325" b="1">
                <a:solidFill>
                  <a:srgbClr val="7968F1"/>
                </a:solidFill>
                <a:latin typeface="Arial"/>
                <a:ea typeface="Arial"/>
                <a:cs typeface="Arial"/>
              </a:defRPr>
            </a:pPr>
            <a:r>
              <a:rPr sz="2325" b="1">
                <a:solidFill>
                  <a:srgbClr val="7968F1"/>
                </a:solidFill>
                <a:latin typeface="Arial"/>
                <a:ea typeface="Arial"/>
                <a:cs typeface="Arial"/>
              </a:rPr>
              <a:t>03</a:t>
            </a:r>
          </a:p>
        </p:txBody>
      </p:sp>
      <p:sp>
        <p:nvSpPr>
          <p:cNvPr id="17" name="overview-03-heading">
            <a:extLst xmlns:a="http://schemas.openxmlformats.org/drawingml/2006/main">
              <a:ext uri="{FF2B5EF4-FFF2-40B4-BE49-F238E27FC236}">
                <a16:creationId xmlns:a16="http://schemas.microsoft.com/office/drawing/2014/main" id="{E4D73858-A92B-4E08-AA7A-07E61DE7D68F}"/>
              </a:ext>
            </a:extLst>
          </p:cNvPr>
          <p:cNvSpPr>
            <a:spLocks xmlns:a="http://schemas.openxmlformats.org/drawingml/2006/main" noGrp="1"/>
          </p:cNvSpPr>
          <p:nvPr/>
        </p:nvSpPr>
        <p:spPr>
          <a:xfrm xmlns:a="http://schemas.openxmlformats.org/drawingml/2006/main">
            <a:off x="1428750" y="4495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Response work stays connected</a:t>
            </a:r>
          </a:p>
        </p:txBody>
      </p:sp>
      <p:sp>
        <p:nvSpPr>
          <p:cNvPr id="18" name="overview-03-body">
            <a:extLst xmlns:a="http://schemas.openxmlformats.org/drawingml/2006/main">
              <a:ext uri="{FF2B5EF4-FFF2-40B4-BE49-F238E27FC236}">
                <a16:creationId xmlns:a16="http://schemas.microsoft.com/office/drawing/2014/main" id="{34262084-FA8A-46BB-9BC9-6F85B5A2D305}"/>
              </a:ext>
            </a:extLst>
          </p:cNvPr>
          <p:cNvSpPr>
            <a:spLocks xmlns:a="http://schemas.openxmlformats.org/drawingml/2006/main" noGrp="1"/>
          </p:cNvSpPr>
          <p:nvPr/>
        </p:nvSpPr>
        <p:spPr>
          <a:xfrm xmlns:a="http://schemas.openxmlformats.org/drawingml/2006/main">
            <a:off x="1428750" y="4857750"/>
            <a:ext cx="571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Link reviewed findings to cases, tasks, remediation plans, and saved reports.</a:t>
            </a:r>
          </a:p>
        </p:txBody>
      </p:sp>
      <p:sp>
        <p:nvSpPr>
          <p:cNvPr id="19" name="overview-03-rule">
            <a:extLst xmlns:a="http://schemas.openxmlformats.org/drawingml/2006/main">
              <a:ext uri="{FF2B5EF4-FFF2-40B4-BE49-F238E27FC236}">
                <a16:creationId xmlns:a16="http://schemas.microsoft.com/office/drawing/2014/main" id="{BCBE3165-0A7F-4E57-986E-2CE46786F58B}"/>
              </a:ext>
            </a:extLst>
          </p:cNvPr>
          <p:cNvSpPr>
            <a:spLocks xmlns:a="http://schemas.openxmlformats.org/drawingml/2006/main" noGrp="1"/>
          </p:cNvSpPr>
          <p:nvPr/>
        </p:nvSpPr>
        <p:spPr>
          <a:xfrm xmlns:a="http://schemas.openxmlformats.org/drawingml/2006/main">
            <a:off x="1428750" y="5524500"/>
            <a:ext cx="54292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0" name="overview-screenshot-frame">
            <a:extLst xmlns:a="http://schemas.openxmlformats.org/drawingml/2006/main">
              <a:ext uri="{FF2B5EF4-FFF2-40B4-BE49-F238E27FC236}">
                <a16:creationId xmlns:a16="http://schemas.microsoft.com/office/drawing/2014/main" id="{5E35C997-B870-4C51-A148-A365389F7079}"/>
              </a:ext>
            </a:extLst>
          </p:cNvPr>
          <p:cNvSpPr>
            <a:spLocks xmlns:a="http://schemas.openxmlformats.org/drawingml/2006/main" noGrp="1"/>
          </p:cNvSpPr>
          <p:nvPr/>
        </p:nvSpPr>
        <p:spPr>
          <a:xfrm xmlns:a="http://schemas.openxmlformats.org/drawingml/2006/main">
            <a:off x="7572375" y="1381125"/>
            <a:ext cx="3952875" cy="4638675"/>
          </a:xfrm>
          <a:prstGeom xmlns:a="http://schemas.openxmlformats.org/drawingml/2006/main" prst="roundRect">
            <a:avLst>
              <a:gd name="adj" fmla="val 4337"/>
            </a:avLst>
          </a:prstGeom>
          <a:solidFill xmlns:a="http://schemas.openxmlformats.org/drawingml/2006/main">
            <a:srgbClr val="10182B"/>
          </a:solidFill>
          <a:ln xmlns:a="http://schemas.openxmlformats.org/drawingml/2006/main" w="9525">
            <a:solidFill>
              <a:srgbClr val="34405A"/>
            </a:solidFill>
            <a:prstDash val="solid"/>
          </a:ln>
        </p:spPr>
      </p:sp>
      <p:pic>
        <p:nvPicPr>
          <p:cNvPr id="21" name="">
            <a:extLst xmlns:a="http://schemas.openxmlformats.org/drawingml/2006/main">
              <a:ext uri="{FF2B5EF4-FFF2-40B4-BE49-F238E27FC236}">
                <a16:creationId xmlns:a16="http://schemas.microsoft.com/office/drawing/2014/main" id="{2A65B3D5-CF94-41D7-84A6-C9DAE1B52297}"/>
              </a:ext>
            </a:extLst>
          </p:cNvPr>
          <p:cNvPicPr>
            <a:picLocks xmlns:a="http://schemas.openxmlformats.org/drawingml/2006/main" noChangeAspect="1"/>
          </p:cNvPicPr>
          <p:nvPr/>
        </p:nvPicPr>
        <p:blipFill>
          <a:blip xmlns:r="http://schemas.openxmlformats.org/officeDocument/2006/relationships" xmlns:a="http://schemas.openxmlformats.org/drawingml/2006/main" r:embed="R6b929db2e9e44f61"/>
          <a:stretch xmlns:a="http://schemas.openxmlformats.org/drawingml/2006/main"/>
        </p:blipFill>
        <p:spPr>
          <a:xfrm xmlns:a="http://schemas.openxmlformats.org/drawingml/2006/main">
            <a:off x="7968245" y="1428750"/>
            <a:ext cx="3161135" cy="4524375"/>
          </a:xfrm>
          <a:prstGeom xmlns:a="http://schemas.openxmlformats.org/drawingml/2006/main" prst="roundRect">
            <a:avLst>
              <a:gd name="adj" fmla="val 2993"/>
            </a:avLst>
          </a:prstGeom>
        </p:spPr>
      </p:pic>
      <p:sp>
        <p:nvSpPr>
          <p:cNvPr id="22" name="overview-screenshot-caption">
            <a:extLst xmlns:a="http://schemas.openxmlformats.org/drawingml/2006/main">
              <a:ext uri="{FF2B5EF4-FFF2-40B4-BE49-F238E27FC236}">
                <a16:creationId xmlns:a16="http://schemas.microsoft.com/office/drawing/2014/main" id="{F4B7641D-E7B6-478A-BC73-CE7D9CB46CCE}"/>
              </a:ext>
            </a:extLst>
          </p:cNvPr>
          <p:cNvSpPr>
            <a:spLocks xmlns:a="http://schemas.openxmlformats.org/drawingml/2006/main" noGrp="1"/>
          </p:cNvSpPr>
          <p:nvPr/>
        </p:nvSpPr>
        <p:spPr>
          <a:xfrm xmlns:a="http://schemas.openxmlformats.org/drawingml/2006/main">
            <a:off x="7572375" y="6076950"/>
            <a:ext cx="3952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Investigation workspace  ·  synthetic Demo data</a:t>
            </a:r>
          </a:p>
        </p:txBody>
      </p:sp>
    </p:spTree>
    <p:extLst>
      <p:ext uri="{BB962C8B-B14F-4D97-AF65-F5344CB8AC3E}">
        <p14:creationId xmlns:p14="http://schemas.microsoft.com/office/powerpoint/2010/main" val="279755648"/>
      </p:ext>
    </p:extLst>
  </p:cSld>
</p:sld>
</file>

<file path=ppt/slides/slide3.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5" name="slide-3-title">
            <a:extLst xmlns:a="http://schemas.openxmlformats.org/drawingml/2006/main">
              <a:ext uri="{FF2B5EF4-FFF2-40B4-BE49-F238E27FC236}">
                <a16:creationId xmlns:a16="http://schemas.microsoft.com/office/drawing/2014/main" id="{BAFCC1D2-1A1C-4BF2-95D5-62C1A4913188}"/>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Project objectives</a:t>
            </a:r>
          </a:p>
        </p:txBody>
      </p:sp>
      <p:sp>
        <p:nvSpPr>
          <p:cNvPr id="2" name="slide-3-accent-blue">
            <a:extLst xmlns:a="http://schemas.openxmlformats.org/drawingml/2006/main">
              <a:ext uri="{FF2B5EF4-FFF2-40B4-BE49-F238E27FC236}">
                <a16:creationId xmlns:a16="http://schemas.microsoft.com/office/drawing/2014/main" id="{EC6FC50B-45A3-4578-B221-AD3FC30A6D9C}"/>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3-accent-iris">
            <a:extLst xmlns:a="http://schemas.openxmlformats.org/drawingml/2006/main">
              <a:ext uri="{FF2B5EF4-FFF2-40B4-BE49-F238E27FC236}">
                <a16:creationId xmlns:a16="http://schemas.microsoft.com/office/drawing/2014/main" id="{1D0F3E47-3A47-414F-828F-CDFEDB5D2A74}"/>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3-subtitle">
            <a:extLst xmlns:a="http://schemas.openxmlformats.org/drawingml/2006/main">
              <a:ext uri="{FF2B5EF4-FFF2-40B4-BE49-F238E27FC236}">
                <a16:creationId xmlns:a16="http://schemas.microsoft.com/office/drawing/2014/main" id="{FE59B784-7D55-4F22-BC21-07942B8FD6BF}"/>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Build a traceable analyst workflow from inventory to documented follow-up.</a:t>
            </a:r>
          </a:p>
        </p:txBody>
      </p:sp>
      <p:sp>
        <p:nvSpPr>
          <p:cNvPr id="5" name="slide-3-footer-rule">
            <a:extLst xmlns:a="http://schemas.openxmlformats.org/drawingml/2006/main">
              <a:ext uri="{FF2B5EF4-FFF2-40B4-BE49-F238E27FC236}">
                <a16:creationId xmlns:a16="http://schemas.microsoft.com/office/drawing/2014/main" id="{2432CD44-3D7B-46DB-9DB0-51AFA10B0662}"/>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3-footer">
            <a:extLst xmlns:a="http://schemas.openxmlformats.org/drawingml/2006/main">
              <a:ext uri="{FF2B5EF4-FFF2-40B4-BE49-F238E27FC236}">
                <a16:creationId xmlns:a16="http://schemas.microsoft.com/office/drawing/2014/main" id="{12391F4D-FD05-41AF-969F-79D05069E6E8}"/>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3-page">
            <a:extLst xmlns:a="http://schemas.openxmlformats.org/drawingml/2006/main">
              <a:ext uri="{FF2B5EF4-FFF2-40B4-BE49-F238E27FC236}">
                <a16:creationId xmlns:a16="http://schemas.microsoft.com/office/drawing/2014/main" id="{268EF906-80A7-4BC4-B960-041D3C3944F1}"/>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03</a:t>
            </a:r>
          </a:p>
        </p:txBody>
      </p:sp>
      <p:sp>
        <p:nvSpPr>
          <p:cNvPr id="8" name="objective-01-number">
            <a:extLst xmlns:a="http://schemas.openxmlformats.org/drawingml/2006/main">
              <a:ext uri="{FF2B5EF4-FFF2-40B4-BE49-F238E27FC236}">
                <a16:creationId xmlns:a16="http://schemas.microsoft.com/office/drawing/2014/main" id="{803959C7-A9F2-4113-9E8D-1C64A20ED22C}"/>
              </a:ext>
            </a:extLst>
          </p:cNvPr>
          <p:cNvSpPr>
            <a:spLocks xmlns:a="http://schemas.openxmlformats.org/drawingml/2006/main" noGrp="1"/>
          </p:cNvSpPr>
          <p:nvPr/>
        </p:nvSpPr>
        <p:spPr>
          <a:xfrm xmlns:a="http://schemas.openxmlformats.org/drawingml/2006/main">
            <a:off x="704850" y="19050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64A5FF"/>
                </a:solidFill>
                <a:latin typeface="Arial"/>
                <a:ea typeface="Arial"/>
                <a:cs typeface="Arial"/>
              </a:defRPr>
            </a:defPPr>
            <a:lvl1pPr algn="l">
              <a:defRPr sz="3150" b="1">
                <a:solidFill>
                  <a:srgbClr val="64A5FF"/>
                </a:solidFill>
                <a:latin typeface="Arial"/>
                <a:ea typeface="Arial"/>
                <a:cs typeface="Arial"/>
              </a:defRPr>
            </a:lvl1pPr>
            <a:lvl2pPr algn="l">
              <a:defRPr sz="3150" b="1">
                <a:solidFill>
                  <a:srgbClr val="64A5FF"/>
                </a:solidFill>
                <a:latin typeface="Arial"/>
                <a:ea typeface="Arial"/>
                <a:cs typeface="Arial"/>
              </a:defRPr>
            </a:lvl2pPr>
            <a:lvl3pPr algn="l">
              <a:defRPr sz="3150" b="1">
                <a:solidFill>
                  <a:srgbClr val="64A5FF"/>
                </a:solidFill>
                <a:latin typeface="Arial"/>
                <a:ea typeface="Arial"/>
                <a:cs typeface="Arial"/>
              </a:defRPr>
            </a:lvl3pPr>
            <a:lvl4pPr algn="l">
              <a:defRPr sz="3150" b="1">
                <a:solidFill>
                  <a:srgbClr val="64A5FF"/>
                </a:solidFill>
                <a:latin typeface="Arial"/>
                <a:ea typeface="Arial"/>
                <a:cs typeface="Arial"/>
              </a:defRPr>
            </a:lvl4pPr>
            <a:lvl5pPr algn="l">
              <a:defRPr sz="3150" b="1">
                <a:solidFill>
                  <a:srgbClr val="64A5FF"/>
                </a:solidFill>
                <a:latin typeface="Arial"/>
                <a:ea typeface="Arial"/>
                <a:cs typeface="Arial"/>
              </a:defRPr>
            </a:lvl5pPr>
            <a:lvl6pPr algn="l">
              <a:defRPr sz="3150" b="1">
                <a:solidFill>
                  <a:srgbClr val="64A5FF"/>
                </a:solidFill>
                <a:latin typeface="Arial"/>
                <a:ea typeface="Arial"/>
                <a:cs typeface="Arial"/>
              </a:defRPr>
            </a:lvl6pPr>
            <a:lvl7pPr algn="l">
              <a:defRPr sz="3150" b="1">
                <a:solidFill>
                  <a:srgbClr val="64A5FF"/>
                </a:solidFill>
                <a:latin typeface="Arial"/>
                <a:ea typeface="Arial"/>
                <a:cs typeface="Arial"/>
              </a:defRPr>
            </a:lvl7pPr>
            <a:lvl8pPr algn="l">
              <a:defRPr sz="3150" b="1">
                <a:solidFill>
                  <a:srgbClr val="64A5FF"/>
                </a:solidFill>
                <a:latin typeface="Arial"/>
                <a:ea typeface="Arial"/>
                <a:cs typeface="Arial"/>
              </a:defRPr>
            </a:lvl8pPr>
            <a:lvl9pPr algn="l">
              <a:defRPr sz="3150" b="1">
                <a:solidFill>
                  <a:srgbClr val="64A5FF"/>
                </a:solidFill>
                <a:latin typeface="Arial"/>
                <a:ea typeface="Arial"/>
                <a:cs typeface="Arial"/>
              </a:defRPr>
            </a:lvl9pPr>
          </a:lstStyle>
          <a:p xmlns:a="http://schemas.openxmlformats.org/drawingml/2006/main">
            <a:pPr algn="l">
              <a:lnSpc>
                <a:spcPct val="100000"/>
              </a:lnSpc>
              <a:buNone/>
              <a:defRPr sz="3150" b="1">
                <a:solidFill>
                  <a:srgbClr val="64A5FF"/>
                </a:solidFill>
                <a:latin typeface="Arial"/>
                <a:ea typeface="Arial"/>
                <a:cs typeface="Arial"/>
              </a:defRPr>
            </a:pPr>
            <a:r>
              <a:rPr sz="3150" b="1">
                <a:solidFill>
                  <a:srgbClr val="64A5FF"/>
                </a:solidFill>
                <a:latin typeface="Arial"/>
                <a:ea typeface="Arial"/>
                <a:cs typeface="Arial"/>
              </a:rPr>
              <a:t>01</a:t>
            </a:r>
          </a:p>
        </p:txBody>
      </p:sp>
      <p:sp>
        <p:nvSpPr>
          <p:cNvPr id="9" name="objective-01-heading">
            <a:extLst xmlns:a="http://schemas.openxmlformats.org/drawingml/2006/main">
              <a:ext uri="{FF2B5EF4-FFF2-40B4-BE49-F238E27FC236}">
                <a16:creationId xmlns:a16="http://schemas.microsoft.com/office/drawing/2014/main" id="{0AFE74C7-60C5-4EE4-9D5A-9193AFEE9A59}"/>
              </a:ext>
            </a:extLst>
          </p:cNvPr>
          <p:cNvSpPr>
            <a:spLocks xmlns:a="http://schemas.openxmlformats.org/drawingml/2006/main" noGrp="1"/>
          </p:cNvSpPr>
          <p:nvPr/>
        </p:nvSpPr>
        <p:spPr>
          <a:xfrm xmlns:a="http://schemas.openxmlformats.org/drawingml/2006/main">
            <a:off x="1581150" y="19240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Centralize asset context</a:t>
            </a:r>
          </a:p>
        </p:txBody>
      </p:sp>
      <p:sp>
        <p:nvSpPr>
          <p:cNvPr id="10" name="objective-01-body">
            <a:extLst xmlns:a="http://schemas.openxmlformats.org/drawingml/2006/main">
              <a:ext uri="{FF2B5EF4-FFF2-40B4-BE49-F238E27FC236}">
                <a16:creationId xmlns:a16="http://schemas.microsoft.com/office/drawing/2014/main" id="{EC19D1DB-BE25-4089-BDBE-6E428524DC99}"/>
              </a:ext>
            </a:extLst>
          </p:cNvPr>
          <p:cNvSpPr>
            <a:spLocks xmlns:a="http://schemas.openxmlformats.org/drawingml/2006/main" noGrp="1"/>
          </p:cNvSpPr>
          <p:nvPr/>
        </p:nvSpPr>
        <p:spPr>
          <a:xfrm xmlns:a="http://schemas.openxmlformats.org/drawingml/2006/main">
            <a:off x="1581150" y="23336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Keep authorized assets and known software components in one workspace.</a:t>
            </a:r>
          </a:p>
        </p:txBody>
      </p:sp>
      <p:sp>
        <p:nvSpPr>
          <p:cNvPr id="11" name="objective-01-rule">
            <a:extLst xmlns:a="http://schemas.openxmlformats.org/drawingml/2006/main">
              <a:ext uri="{FF2B5EF4-FFF2-40B4-BE49-F238E27FC236}">
                <a16:creationId xmlns:a16="http://schemas.microsoft.com/office/drawing/2014/main" id="{54A998C4-264C-4602-9CD9-07569D7703C7}"/>
              </a:ext>
            </a:extLst>
          </p:cNvPr>
          <p:cNvSpPr>
            <a:spLocks xmlns:a="http://schemas.openxmlformats.org/drawingml/2006/main" noGrp="1"/>
          </p:cNvSpPr>
          <p:nvPr/>
        </p:nvSpPr>
        <p:spPr>
          <a:xfrm xmlns:a="http://schemas.openxmlformats.org/drawingml/2006/main">
            <a:off x="1581150" y="3162300"/>
            <a:ext cx="40195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2" name="objective-02-number">
            <a:extLst xmlns:a="http://schemas.openxmlformats.org/drawingml/2006/main">
              <a:ext uri="{FF2B5EF4-FFF2-40B4-BE49-F238E27FC236}">
                <a16:creationId xmlns:a16="http://schemas.microsoft.com/office/drawing/2014/main" id="{C7493328-7DBE-4203-97FB-C6F2AE4B6366}"/>
              </a:ext>
            </a:extLst>
          </p:cNvPr>
          <p:cNvSpPr>
            <a:spLocks xmlns:a="http://schemas.openxmlformats.org/drawingml/2006/main" noGrp="1"/>
          </p:cNvSpPr>
          <p:nvPr/>
        </p:nvSpPr>
        <p:spPr>
          <a:xfrm xmlns:a="http://schemas.openxmlformats.org/drawingml/2006/main">
            <a:off x="6343650" y="19050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7968F1"/>
                </a:solidFill>
                <a:latin typeface="Arial"/>
                <a:ea typeface="Arial"/>
                <a:cs typeface="Arial"/>
              </a:defRPr>
            </a:defPPr>
            <a:lvl1pPr algn="l">
              <a:defRPr sz="3150" b="1">
                <a:solidFill>
                  <a:srgbClr val="7968F1"/>
                </a:solidFill>
                <a:latin typeface="Arial"/>
                <a:ea typeface="Arial"/>
                <a:cs typeface="Arial"/>
              </a:defRPr>
            </a:lvl1pPr>
            <a:lvl2pPr algn="l">
              <a:defRPr sz="3150" b="1">
                <a:solidFill>
                  <a:srgbClr val="7968F1"/>
                </a:solidFill>
                <a:latin typeface="Arial"/>
                <a:ea typeface="Arial"/>
                <a:cs typeface="Arial"/>
              </a:defRPr>
            </a:lvl2pPr>
            <a:lvl3pPr algn="l">
              <a:defRPr sz="3150" b="1">
                <a:solidFill>
                  <a:srgbClr val="7968F1"/>
                </a:solidFill>
                <a:latin typeface="Arial"/>
                <a:ea typeface="Arial"/>
                <a:cs typeface="Arial"/>
              </a:defRPr>
            </a:lvl3pPr>
            <a:lvl4pPr algn="l">
              <a:defRPr sz="3150" b="1">
                <a:solidFill>
                  <a:srgbClr val="7968F1"/>
                </a:solidFill>
                <a:latin typeface="Arial"/>
                <a:ea typeface="Arial"/>
                <a:cs typeface="Arial"/>
              </a:defRPr>
            </a:lvl4pPr>
            <a:lvl5pPr algn="l">
              <a:defRPr sz="3150" b="1">
                <a:solidFill>
                  <a:srgbClr val="7968F1"/>
                </a:solidFill>
                <a:latin typeface="Arial"/>
                <a:ea typeface="Arial"/>
                <a:cs typeface="Arial"/>
              </a:defRPr>
            </a:lvl5pPr>
            <a:lvl6pPr algn="l">
              <a:defRPr sz="3150" b="1">
                <a:solidFill>
                  <a:srgbClr val="7968F1"/>
                </a:solidFill>
                <a:latin typeface="Arial"/>
                <a:ea typeface="Arial"/>
                <a:cs typeface="Arial"/>
              </a:defRPr>
            </a:lvl6pPr>
            <a:lvl7pPr algn="l">
              <a:defRPr sz="3150" b="1">
                <a:solidFill>
                  <a:srgbClr val="7968F1"/>
                </a:solidFill>
                <a:latin typeface="Arial"/>
                <a:ea typeface="Arial"/>
                <a:cs typeface="Arial"/>
              </a:defRPr>
            </a:lvl7pPr>
            <a:lvl8pPr algn="l">
              <a:defRPr sz="3150" b="1">
                <a:solidFill>
                  <a:srgbClr val="7968F1"/>
                </a:solidFill>
                <a:latin typeface="Arial"/>
                <a:ea typeface="Arial"/>
                <a:cs typeface="Arial"/>
              </a:defRPr>
            </a:lvl8pPr>
            <a:lvl9pPr algn="l">
              <a:defRPr sz="3150" b="1">
                <a:solidFill>
                  <a:srgbClr val="7968F1"/>
                </a:solidFill>
                <a:latin typeface="Arial"/>
                <a:ea typeface="Arial"/>
                <a:cs typeface="Arial"/>
              </a:defRPr>
            </a:lvl9pPr>
          </a:lstStyle>
          <a:p xmlns:a="http://schemas.openxmlformats.org/drawingml/2006/main">
            <a:pPr algn="l">
              <a:lnSpc>
                <a:spcPct val="100000"/>
              </a:lnSpc>
              <a:buNone/>
              <a:defRPr sz="3150" b="1">
                <a:solidFill>
                  <a:srgbClr val="7968F1"/>
                </a:solidFill>
                <a:latin typeface="Arial"/>
                <a:ea typeface="Arial"/>
                <a:cs typeface="Arial"/>
              </a:defRPr>
            </a:pPr>
            <a:r>
              <a:rPr sz="3150" b="1">
                <a:solidFill>
                  <a:srgbClr val="7968F1"/>
                </a:solidFill>
                <a:latin typeface="Arial"/>
                <a:ea typeface="Arial"/>
                <a:cs typeface="Arial"/>
              </a:rPr>
              <a:t>02</a:t>
            </a:r>
          </a:p>
        </p:txBody>
      </p:sp>
      <p:sp>
        <p:nvSpPr>
          <p:cNvPr id="13" name="objective-02-heading">
            <a:extLst xmlns:a="http://schemas.openxmlformats.org/drawingml/2006/main">
              <a:ext uri="{FF2B5EF4-FFF2-40B4-BE49-F238E27FC236}">
                <a16:creationId xmlns:a16="http://schemas.microsoft.com/office/drawing/2014/main" id="{AAC13EF5-6775-4D36-A607-D69C5A8F7240}"/>
              </a:ext>
            </a:extLst>
          </p:cNvPr>
          <p:cNvSpPr>
            <a:spLocks xmlns:a="http://schemas.openxmlformats.org/drawingml/2006/main" noGrp="1"/>
          </p:cNvSpPr>
          <p:nvPr/>
        </p:nvSpPr>
        <p:spPr>
          <a:xfrm xmlns:a="http://schemas.openxmlformats.org/drawingml/2006/main">
            <a:off x="7219950" y="19240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Collect bounded evidence</a:t>
            </a:r>
          </a:p>
        </p:txBody>
      </p:sp>
      <p:sp>
        <p:nvSpPr>
          <p:cNvPr id="14" name="objective-02-body">
            <a:extLst xmlns:a="http://schemas.openxmlformats.org/drawingml/2006/main">
              <a:ext uri="{FF2B5EF4-FFF2-40B4-BE49-F238E27FC236}">
                <a16:creationId xmlns:a16="http://schemas.microsoft.com/office/drawing/2014/main" id="{EBEA8D2F-3CEC-4EAB-9670-2D9BFB5B63AD}"/>
              </a:ext>
            </a:extLst>
          </p:cNvPr>
          <p:cNvSpPr>
            <a:spLocks xmlns:a="http://schemas.openxmlformats.org/drawingml/2006/main" noGrp="1"/>
          </p:cNvSpPr>
          <p:nvPr/>
        </p:nvSpPr>
        <p:spPr>
          <a:xfrm xmlns:a="http://schemas.openxmlformats.org/drawingml/2006/main">
            <a:off x="7219950" y="23336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Run selected checks in background jobs and retain source status and freshness.</a:t>
            </a:r>
          </a:p>
        </p:txBody>
      </p:sp>
      <p:sp>
        <p:nvSpPr>
          <p:cNvPr id="15" name="objective-02-rule">
            <a:extLst xmlns:a="http://schemas.openxmlformats.org/drawingml/2006/main">
              <a:ext uri="{FF2B5EF4-FFF2-40B4-BE49-F238E27FC236}">
                <a16:creationId xmlns:a16="http://schemas.microsoft.com/office/drawing/2014/main" id="{F2BE7302-8B3D-4CB7-8E9C-8D8FA10EB52E}"/>
              </a:ext>
            </a:extLst>
          </p:cNvPr>
          <p:cNvSpPr>
            <a:spLocks xmlns:a="http://schemas.openxmlformats.org/drawingml/2006/main" noGrp="1"/>
          </p:cNvSpPr>
          <p:nvPr/>
        </p:nvSpPr>
        <p:spPr>
          <a:xfrm xmlns:a="http://schemas.openxmlformats.org/drawingml/2006/main">
            <a:off x="7219950" y="3162300"/>
            <a:ext cx="40195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6" name="objective-03-number">
            <a:extLst xmlns:a="http://schemas.openxmlformats.org/drawingml/2006/main">
              <a:ext uri="{FF2B5EF4-FFF2-40B4-BE49-F238E27FC236}">
                <a16:creationId xmlns:a16="http://schemas.microsoft.com/office/drawing/2014/main" id="{C2A3298F-7347-4873-99DF-EB5F7E0DEDFE}"/>
              </a:ext>
            </a:extLst>
          </p:cNvPr>
          <p:cNvSpPr>
            <a:spLocks xmlns:a="http://schemas.openxmlformats.org/drawingml/2006/main" noGrp="1"/>
          </p:cNvSpPr>
          <p:nvPr/>
        </p:nvSpPr>
        <p:spPr>
          <a:xfrm xmlns:a="http://schemas.openxmlformats.org/drawingml/2006/main">
            <a:off x="704850" y="38862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64A5FF"/>
                </a:solidFill>
                <a:latin typeface="Arial"/>
                <a:ea typeface="Arial"/>
                <a:cs typeface="Arial"/>
              </a:defRPr>
            </a:defPPr>
            <a:lvl1pPr algn="l">
              <a:defRPr sz="3150" b="1">
                <a:solidFill>
                  <a:srgbClr val="64A5FF"/>
                </a:solidFill>
                <a:latin typeface="Arial"/>
                <a:ea typeface="Arial"/>
                <a:cs typeface="Arial"/>
              </a:defRPr>
            </a:lvl1pPr>
            <a:lvl2pPr algn="l">
              <a:defRPr sz="3150" b="1">
                <a:solidFill>
                  <a:srgbClr val="64A5FF"/>
                </a:solidFill>
                <a:latin typeface="Arial"/>
                <a:ea typeface="Arial"/>
                <a:cs typeface="Arial"/>
              </a:defRPr>
            </a:lvl2pPr>
            <a:lvl3pPr algn="l">
              <a:defRPr sz="3150" b="1">
                <a:solidFill>
                  <a:srgbClr val="64A5FF"/>
                </a:solidFill>
                <a:latin typeface="Arial"/>
                <a:ea typeface="Arial"/>
                <a:cs typeface="Arial"/>
              </a:defRPr>
            </a:lvl3pPr>
            <a:lvl4pPr algn="l">
              <a:defRPr sz="3150" b="1">
                <a:solidFill>
                  <a:srgbClr val="64A5FF"/>
                </a:solidFill>
                <a:latin typeface="Arial"/>
                <a:ea typeface="Arial"/>
                <a:cs typeface="Arial"/>
              </a:defRPr>
            </a:lvl4pPr>
            <a:lvl5pPr algn="l">
              <a:defRPr sz="3150" b="1">
                <a:solidFill>
                  <a:srgbClr val="64A5FF"/>
                </a:solidFill>
                <a:latin typeface="Arial"/>
                <a:ea typeface="Arial"/>
                <a:cs typeface="Arial"/>
              </a:defRPr>
            </a:lvl5pPr>
            <a:lvl6pPr algn="l">
              <a:defRPr sz="3150" b="1">
                <a:solidFill>
                  <a:srgbClr val="64A5FF"/>
                </a:solidFill>
                <a:latin typeface="Arial"/>
                <a:ea typeface="Arial"/>
                <a:cs typeface="Arial"/>
              </a:defRPr>
            </a:lvl6pPr>
            <a:lvl7pPr algn="l">
              <a:defRPr sz="3150" b="1">
                <a:solidFill>
                  <a:srgbClr val="64A5FF"/>
                </a:solidFill>
                <a:latin typeface="Arial"/>
                <a:ea typeface="Arial"/>
                <a:cs typeface="Arial"/>
              </a:defRPr>
            </a:lvl7pPr>
            <a:lvl8pPr algn="l">
              <a:defRPr sz="3150" b="1">
                <a:solidFill>
                  <a:srgbClr val="64A5FF"/>
                </a:solidFill>
                <a:latin typeface="Arial"/>
                <a:ea typeface="Arial"/>
                <a:cs typeface="Arial"/>
              </a:defRPr>
            </a:lvl8pPr>
            <a:lvl9pPr algn="l">
              <a:defRPr sz="3150" b="1">
                <a:solidFill>
                  <a:srgbClr val="64A5FF"/>
                </a:solidFill>
                <a:latin typeface="Arial"/>
                <a:ea typeface="Arial"/>
                <a:cs typeface="Arial"/>
              </a:defRPr>
            </a:lvl9pPr>
          </a:lstStyle>
          <a:p xmlns:a="http://schemas.openxmlformats.org/drawingml/2006/main">
            <a:pPr algn="l">
              <a:lnSpc>
                <a:spcPct val="100000"/>
              </a:lnSpc>
              <a:buNone/>
              <a:defRPr sz="3150" b="1">
                <a:solidFill>
                  <a:srgbClr val="64A5FF"/>
                </a:solidFill>
                <a:latin typeface="Arial"/>
                <a:ea typeface="Arial"/>
                <a:cs typeface="Arial"/>
              </a:defRPr>
            </a:pPr>
            <a:r>
              <a:rPr sz="3150" b="1">
                <a:solidFill>
                  <a:srgbClr val="64A5FF"/>
                </a:solidFill>
                <a:latin typeface="Arial"/>
                <a:ea typeface="Arial"/>
                <a:cs typeface="Arial"/>
              </a:rPr>
              <a:t>03</a:t>
            </a:r>
          </a:p>
        </p:txBody>
      </p:sp>
      <p:sp>
        <p:nvSpPr>
          <p:cNvPr id="17" name="objective-03-heading">
            <a:extLst xmlns:a="http://schemas.openxmlformats.org/drawingml/2006/main">
              <a:ext uri="{FF2B5EF4-FFF2-40B4-BE49-F238E27FC236}">
                <a16:creationId xmlns:a16="http://schemas.microsoft.com/office/drawing/2014/main" id="{5596669E-45E5-422C-A9C4-67E3722396BC}"/>
              </a:ext>
            </a:extLst>
          </p:cNvPr>
          <p:cNvSpPr>
            <a:spLocks xmlns:a="http://schemas.openxmlformats.org/drawingml/2006/main" noGrp="1"/>
          </p:cNvSpPr>
          <p:nvPr/>
        </p:nvSpPr>
        <p:spPr>
          <a:xfrm xmlns:a="http://schemas.openxmlformats.org/drawingml/2006/main">
            <a:off x="1581150" y="39052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Separate matches from decisions</a:t>
            </a:r>
          </a:p>
        </p:txBody>
      </p:sp>
      <p:sp>
        <p:nvSpPr>
          <p:cNvPr id="18" name="objective-03-body">
            <a:extLst xmlns:a="http://schemas.openxmlformats.org/drawingml/2006/main">
              <a:ext uri="{FF2B5EF4-FFF2-40B4-BE49-F238E27FC236}">
                <a16:creationId xmlns:a16="http://schemas.microsoft.com/office/drawing/2014/main" id="{D089263C-DBFE-46C1-89EB-7C3D34D7EC68}"/>
              </a:ext>
            </a:extLst>
          </p:cNvPr>
          <p:cNvSpPr>
            <a:spLocks xmlns:a="http://schemas.openxmlformats.org/drawingml/2006/main" noGrp="1"/>
          </p:cNvSpPr>
          <p:nvPr/>
        </p:nvSpPr>
        <p:spPr>
          <a:xfrm xmlns:a="http://schemas.openxmlformats.org/drawingml/2006/main">
            <a:off x="1581150" y="43148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Treat provider matches as candidates until an analyst reviews applicability.</a:t>
            </a:r>
          </a:p>
        </p:txBody>
      </p:sp>
      <p:sp>
        <p:nvSpPr>
          <p:cNvPr id="19" name="objective-03-rule">
            <a:extLst xmlns:a="http://schemas.openxmlformats.org/drawingml/2006/main">
              <a:ext uri="{FF2B5EF4-FFF2-40B4-BE49-F238E27FC236}">
                <a16:creationId xmlns:a16="http://schemas.microsoft.com/office/drawing/2014/main" id="{A081F3C3-1CC1-4341-885A-1C16C99E3A7A}"/>
              </a:ext>
            </a:extLst>
          </p:cNvPr>
          <p:cNvSpPr>
            <a:spLocks xmlns:a="http://schemas.openxmlformats.org/drawingml/2006/main" noGrp="1"/>
          </p:cNvSpPr>
          <p:nvPr/>
        </p:nvSpPr>
        <p:spPr>
          <a:xfrm xmlns:a="http://schemas.openxmlformats.org/drawingml/2006/main">
            <a:off x="1581150" y="5143500"/>
            <a:ext cx="40195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0" name="objective-04-number">
            <a:extLst xmlns:a="http://schemas.openxmlformats.org/drawingml/2006/main">
              <a:ext uri="{FF2B5EF4-FFF2-40B4-BE49-F238E27FC236}">
                <a16:creationId xmlns:a16="http://schemas.microsoft.com/office/drawing/2014/main" id="{52F654E1-D060-4F7C-9833-2B4B0BD1F58A}"/>
              </a:ext>
            </a:extLst>
          </p:cNvPr>
          <p:cNvSpPr>
            <a:spLocks xmlns:a="http://schemas.openxmlformats.org/drawingml/2006/main" noGrp="1"/>
          </p:cNvSpPr>
          <p:nvPr/>
        </p:nvSpPr>
        <p:spPr>
          <a:xfrm xmlns:a="http://schemas.openxmlformats.org/drawingml/2006/main">
            <a:off x="6343650" y="3886200"/>
            <a:ext cx="781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7968F1"/>
                </a:solidFill>
                <a:latin typeface="Arial"/>
                <a:ea typeface="Arial"/>
                <a:cs typeface="Arial"/>
              </a:defRPr>
            </a:defPPr>
            <a:lvl1pPr algn="l">
              <a:defRPr sz="3150" b="1">
                <a:solidFill>
                  <a:srgbClr val="7968F1"/>
                </a:solidFill>
                <a:latin typeface="Arial"/>
                <a:ea typeface="Arial"/>
                <a:cs typeface="Arial"/>
              </a:defRPr>
            </a:lvl1pPr>
            <a:lvl2pPr algn="l">
              <a:defRPr sz="3150" b="1">
                <a:solidFill>
                  <a:srgbClr val="7968F1"/>
                </a:solidFill>
                <a:latin typeface="Arial"/>
                <a:ea typeface="Arial"/>
                <a:cs typeface="Arial"/>
              </a:defRPr>
            </a:lvl2pPr>
            <a:lvl3pPr algn="l">
              <a:defRPr sz="3150" b="1">
                <a:solidFill>
                  <a:srgbClr val="7968F1"/>
                </a:solidFill>
                <a:latin typeface="Arial"/>
                <a:ea typeface="Arial"/>
                <a:cs typeface="Arial"/>
              </a:defRPr>
            </a:lvl3pPr>
            <a:lvl4pPr algn="l">
              <a:defRPr sz="3150" b="1">
                <a:solidFill>
                  <a:srgbClr val="7968F1"/>
                </a:solidFill>
                <a:latin typeface="Arial"/>
                <a:ea typeface="Arial"/>
                <a:cs typeface="Arial"/>
              </a:defRPr>
            </a:lvl4pPr>
            <a:lvl5pPr algn="l">
              <a:defRPr sz="3150" b="1">
                <a:solidFill>
                  <a:srgbClr val="7968F1"/>
                </a:solidFill>
                <a:latin typeface="Arial"/>
                <a:ea typeface="Arial"/>
                <a:cs typeface="Arial"/>
              </a:defRPr>
            </a:lvl5pPr>
            <a:lvl6pPr algn="l">
              <a:defRPr sz="3150" b="1">
                <a:solidFill>
                  <a:srgbClr val="7968F1"/>
                </a:solidFill>
                <a:latin typeface="Arial"/>
                <a:ea typeface="Arial"/>
                <a:cs typeface="Arial"/>
              </a:defRPr>
            </a:lvl6pPr>
            <a:lvl7pPr algn="l">
              <a:defRPr sz="3150" b="1">
                <a:solidFill>
                  <a:srgbClr val="7968F1"/>
                </a:solidFill>
                <a:latin typeface="Arial"/>
                <a:ea typeface="Arial"/>
                <a:cs typeface="Arial"/>
              </a:defRPr>
            </a:lvl7pPr>
            <a:lvl8pPr algn="l">
              <a:defRPr sz="3150" b="1">
                <a:solidFill>
                  <a:srgbClr val="7968F1"/>
                </a:solidFill>
                <a:latin typeface="Arial"/>
                <a:ea typeface="Arial"/>
                <a:cs typeface="Arial"/>
              </a:defRPr>
            </a:lvl8pPr>
            <a:lvl9pPr algn="l">
              <a:defRPr sz="3150" b="1">
                <a:solidFill>
                  <a:srgbClr val="7968F1"/>
                </a:solidFill>
                <a:latin typeface="Arial"/>
                <a:ea typeface="Arial"/>
                <a:cs typeface="Arial"/>
              </a:defRPr>
            </a:lvl9pPr>
          </a:lstStyle>
          <a:p xmlns:a="http://schemas.openxmlformats.org/drawingml/2006/main">
            <a:pPr algn="l">
              <a:lnSpc>
                <a:spcPct val="100000"/>
              </a:lnSpc>
              <a:buNone/>
              <a:defRPr sz="3150" b="1">
                <a:solidFill>
                  <a:srgbClr val="7968F1"/>
                </a:solidFill>
                <a:latin typeface="Arial"/>
                <a:ea typeface="Arial"/>
                <a:cs typeface="Arial"/>
              </a:defRPr>
            </a:pPr>
            <a:r>
              <a:rPr sz="3150" b="1">
                <a:solidFill>
                  <a:srgbClr val="7968F1"/>
                </a:solidFill>
                <a:latin typeface="Arial"/>
                <a:ea typeface="Arial"/>
                <a:cs typeface="Arial"/>
              </a:rPr>
              <a:t>04</a:t>
            </a:r>
          </a:p>
        </p:txBody>
      </p:sp>
      <p:sp>
        <p:nvSpPr>
          <p:cNvPr id="21" name="objective-04-heading">
            <a:extLst xmlns:a="http://schemas.openxmlformats.org/drawingml/2006/main">
              <a:ext uri="{FF2B5EF4-FFF2-40B4-BE49-F238E27FC236}">
                <a16:creationId xmlns:a16="http://schemas.microsoft.com/office/drawing/2014/main" id="{73548778-699E-4FEA-B900-B3ECB29F449F}"/>
              </a:ext>
            </a:extLst>
          </p:cNvPr>
          <p:cNvSpPr>
            <a:spLocks xmlns:a="http://schemas.openxmlformats.org/drawingml/2006/main" noGrp="1"/>
          </p:cNvSpPr>
          <p:nvPr/>
        </p:nvSpPr>
        <p:spPr>
          <a:xfrm xmlns:a="http://schemas.openxmlformats.org/drawingml/2006/main">
            <a:off x="7219950" y="39052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182239"/>
                </a:solidFill>
                <a:latin typeface="Arial"/>
                <a:ea typeface="Arial"/>
                <a:cs typeface="Arial"/>
              </a:defRPr>
            </a:defPPr>
            <a:lvl1pPr algn="l">
              <a:defRPr sz="1875" b="1">
                <a:solidFill>
                  <a:srgbClr val="182239"/>
                </a:solidFill>
                <a:latin typeface="Arial"/>
                <a:ea typeface="Arial"/>
                <a:cs typeface="Arial"/>
              </a:defRPr>
            </a:lvl1pPr>
            <a:lvl2pPr algn="l">
              <a:defRPr sz="1875" b="1">
                <a:solidFill>
                  <a:srgbClr val="182239"/>
                </a:solidFill>
                <a:latin typeface="Arial"/>
                <a:ea typeface="Arial"/>
                <a:cs typeface="Arial"/>
              </a:defRPr>
            </a:lvl2pPr>
            <a:lvl3pPr algn="l">
              <a:defRPr sz="1875" b="1">
                <a:solidFill>
                  <a:srgbClr val="182239"/>
                </a:solidFill>
                <a:latin typeface="Arial"/>
                <a:ea typeface="Arial"/>
                <a:cs typeface="Arial"/>
              </a:defRPr>
            </a:lvl3pPr>
            <a:lvl4pPr algn="l">
              <a:defRPr sz="1875" b="1">
                <a:solidFill>
                  <a:srgbClr val="182239"/>
                </a:solidFill>
                <a:latin typeface="Arial"/>
                <a:ea typeface="Arial"/>
                <a:cs typeface="Arial"/>
              </a:defRPr>
            </a:lvl4pPr>
            <a:lvl5pPr algn="l">
              <a:defRPr sz="1875" b="1">
                <a:solidFill>
                  <a:srgbClr val="182239"/>
                </a:solidFill>
                <a:latin typeface="Arial"/>
                <a:ea typeface="Arial"/>
                <a:cs typeface="Arial"/>
              </a:defRPr>
            </a:lvl5pPr>
            <a:lvl6pPr algn="l">
              <a:defRPr sz="1875" b="1">
                <a:solidFill>
                  <a:srgbClr val="182239"/>
                </a:solidFill>
                <a:latin typeface="Arial"/>
                <a:ea typeface="Arial"/>
                <a:cs typeface="Arial"/>
              </a:defRPr>
            </a:lvl6pPr>
            <a:lvl7pPr algn="l">
              <a:defRPr sz="1875" b="1">
                <a:solidFill>
                  <a:srgbClr val="182239"/>
                </a:solidFill>
                <a:latin typeface="Arial"/>
                <a:ea typeface="Arial"/>
                <a:cs typeface="Arial"/>
              </a:defRPr>
            </a:lvl7pPr>
            <a:lvl8pPr algn="l">
              <a:defRPr sz="1875" b="1">
                <a:solidFill>
                  <a:srgbClr val="182239"/>
                </a:solidFill>
                <a:latin typeface="Arial"/>
                <a:ea typeface="Arial"/>
                <a:cs typeface="Arial"/>
              </a:defRPr>
            </a:lvl8pPr>
            <a:lvl9pPr algn="l">
              <a:defRPr sz="1875" b="1">
                <a:solidFill>
                  <a:srgbClr val="182239"/>
                </a:solidFill>
                <a:latin typeface="Arial"/>
                <a:ea typeface="Arial"/>
                <a:cs typeface="Arial"/>
              </a:defRPr>
            </a:lvl9pPr>
          </a:lstStyle>
          <a:p xmlns:a="http://schemas.openxmlformats.org/drawingml/2006/main">
            <a:pPr algn="l">
              <a:lnSpc>
                <a:spcPct val="100000"/>
              </a:lnSpc>
              <a:buNone/>
              <a:defRPr sz="1875" b="1">
                <a:solidFill>
                  <a:srgbClr val="182239"/>
                </a:solidFill>
                <a:latin typeface="Arial"/>
                <a:ea typeface="Arial"/>
                <a:cs typeface="Arial"/>
              </a:defRPr>
            </a:pPr>
            <a:r>
              <a:rPr sz="1875" b="1">
                <a:solidFill>
                  <a:srgbClr val="182239"/>
                </a:solidFill>
                <a:latin typeface="Arial"/>
                <a:ea typeface="Arial"/>
                <a:cs typeface="Arial"/>
              </a:rPr>
              <a:t>Support response records</a:t>
            </a:r>
          </a:p>
        </p:txBody>
      </p:sp>
      <p:sp>
        <p:nvSpPr>
          <p:cNvPr id="22" name="objective-04-body">
            <a:extLst xmlns:a="http://schemas.openxmlformats.org/drawingml/2006/main">
              <a:ext uri="{FF2B5EF4-FFF2-40B4-BE49-F238E27FC236}">
                <a16:creationId xmlns:a16="http://schemas.microsoft.com/office/drawing/2014/main" id="{DCAECF48-2D63-4166-85E8-533E7F01AAD2}"/>
              </a:ext>
            </a:extLst>
          </p:cNvPr>
          <p:cNvSpPr>
            <a:spLocks xmlns:a="http://schemas.openxmlformats.org/drawingml/2006/main" noGrp="1"/>
          </p:cNvSpPr>
          <p:nvPr/>
        </p:nvSpPr>
        <p:spPr>
          <a:xfrm xmlns:a="http://schemas.openxmlformats.org/drawingml/2006/main">
            <a:off x="7219950" y="4314825"/>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5A667D"/>
                </a:solidFill>
                <a:latin typeface="Arial"/>
                <a:ea typeface="Arial"/>
                <a:cs typeface="Arial"/>
              </a:defRPr>
            </a:defPPr>
            <a:lvl1pPr algn="l">
              <a:defRPr sz="1500" b="0">
                <a:solidFill>
                  <a:srgbClr val="5A667D"/>
                </a:solidFill>
                <a:latin typeface="Arial"/>
                <a:ea typeface="Arial"/>
                <a:cs typeface="Arial"/>
              </a:defRPr>
            </a:lvl1pPr>
            <a:lvl2pPr algn="l">
              <a:defRPr sz="1500" b="0">
                <a:solidFill>
                  <a:srgbClr val="5A667D"/>
                </a:solidFill>
                <a:latin typeface="Arial"/>
                <a:ea typeface="Arial"/>
                <a:cs typeface="Arial"/>
              </a:defRPr>
            </a:lvl2pPr>
            <a:lvl3pPr algn="l">
              <a:defRPr sz="1500" b="0">
                <a:solidFill>
                  <a:srgbClr val="5A667D"/>
                </a:solidFill>
                <a:latin typeface="Arial"/>
                <a:ea typeface="Arial"/>
                <a:cs typeface="Arial"/>
              </a:defRPr>
            </a:lvl3pPr>
            <a:lvl4pPr algn="l">
              <a:defRPr sz="1500" b="0">
                <a:solidFill>
                  <a:srgbClr val="5A667D"/>
                </a:solidFill>
                <a:latin typeface="Arial"/>
                <a:ea typeface="Arial"/>
                <a:cs typeface="Arial"/>
              </a:defRPr>
            </a:lvl4pPr>
            <a:lvl5pPr algn="l">
              <a:defRPr sz="1500" b="0">
                <a:solidFill>
                  <a:srgbClr val="5A667D"/>
                </a:solidFill>
                <a:latin typeface="Arial"/>
                <a:ea typeface="Arial"/>
                <a:cs typeface="Arial"/>
              </a:defRPr>
            </a:lvl5pPr>
            <a:lvl6pPr algn="l">
              <a:defRPr sz="1500" b="0">
                <a:solidFill>
                  <a:srgbClr val="5A667D"/>
                </a:solidFill>
                <a:latin typeface="Arial"/>
                <a:ea typeface="Arial"/>
                <a:cs typeface="Arial"/>
              </a:defRPr>
            </a:lvl6pPr>
            <a:lvl7pPr algn="l">
              <a:defRPr sz="1500" b="0">
                <a:solidFill>
                  <a:srgbClr val="5A667D"/>
                </a:solidFill>
                <a:latin typeface="Arial"/>
                <a:ea typeface="Arial"/>
                <a:cs typeface="Arial"/>
              </a:defRPr>
            </a:lvl7pPr>
            <a:lvl8pPr algn="l">
              <a:defRPr sz="1500" b="0">
                <a:solidFill>
                  <a:srgbClr val="5A667D"/>
                </a:solidFill>
                <a:latin typeface="Arial"/>
                <a:ea typeface="Arial"/>
                <a:cs typeface="Arial"/>
              </a:defRPr>
            </a:lvl8pPr>
            <a:lvl9pPr algn="l">
              <a:defRPr sz="1500" b="0">
                <a:solidFill>
                  <a:srgbClr val="5A667D"/>
                </a:solidFill>
                <a:latin typeface="Arial"/>
                <a:ea typeface="Arial"/>
                <a:cs typeface="Arial"/>
              </a:defRPr>
            </a:lvl9pPr>
          </a:lstStyle>
          <a:p xmlns:a="http://schemas.openxmlformats.org/drawingml/2006/main">
            <a:pPr algn="l">
              <a:lnSpc>
                <a:spcPct val="112000"/>
              </a:lnSpc>
              <a:buNone/>
              <a:defRPr sz="1500" b="0">
                <a:solidFill>
                  <a:srgbClr val="5A667D"/>
                </a:solidFill>
                <a:latin typeface="Arial"/>
                <a:ea typeface="Arial"/>
                <a:cs typeface="Arial"/>
              </a:defRPr>
            </a:pPr>
            <a:r>
              <a:rPr sz="1500" b="0">
                <a:solidFill>
                  <a:srgbClr val="5A667D"/>
                </a:solidFill>
                <a:latin typeface="Arial"/>
                <a:ea typeface="Arial"/>
                <a:cs typeface="Arial"/>
              </a:rPr>
              <a:t>Connect investigations to incidents, remediation work, and point-in-time reports.</a:t>
            </a:r>
          </a:p>
        </p:txBody>
      </p:sp>
      <p:sp>
        <p:nvSpPr>
          <p:cNvPr id="23" name="objective-04-rule">
            <a:extLst xmlns:a="http://schemas.openxmlformats.org/drawingml/2006/main">
              <a:ext uri="{FF2B5EF4-FFF2-40B4-BE49-F238E27FC236}">
                <a16:creationId xmlns:a16="http://schemas.microsoft.com/office/drawing/2014/main" id="{B83739EC-4794-4D09-B844-86C45C7D57FE}"/>
              </a:ext>
            </a:extLst>
          </p:cNvPr>
          <p:cNvSpPr>
            <a:spLocks xmlns:a="http://schemas.openxmlformats.org/drawingml/2006/main" noGrp="1"/>
          </p:cNvSpPr>
          <p:nvPr/>
        </p:nvSpPr>
        <p:spPr>
          <a:xfrm xmlns:a="http://schemas.openxmlformats.org/drawingml/2006/main">
            <a:off x="7219950" y="5143500"/>
            <a:ext cx="40195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4" name="objective-scope-note">
            <a:extLst xmlns:a="http://schemas.openxmlformats.org/drawingml/2006/main">
              <a:ext uri="{FF2B5EF4-FFF2-40B4-BE49-F238E27FC236}">
                <a16:creationId xmlns:a16="http://schemas.microsoft.com/office/drawing/2014/main" id="{2A0472EF-ED33-4790-BCD4-231F409A7287}"/>
              </a:ext>
            </a:extLst>
          </p:cNvPr>
          <p:cNvSpPr>
            <a:spLocks xmlns:a="http://schemas.openxmlformats.org/drawingml/2006/main" noGrp="1"/>
          </p:cNvSpPr>
          <p:nvPr/>
        </p:nvSpPr>
        <p:spPr>
          <a:xfrm xmlns:a="http://schemas.openxmlformats.org/drawingml/2006/main">
            <a:off x="704850" y="5600700"/>
            <a:ext cx="1076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92541"/>
                </a:solidFill>
                <a:latin typeface="Arial"/>
                <a:ea typeface="Arial"/>
                <a:cs typeface="Arial"/>
              </a:defRPr>
            </a:defPPr>
            <a:lvl1pPr algn="l">
              <a:defRPr sz="1500" b="1">
                <a:solidFill>
                  <a:srgbClr val="192541"/>
                </a:solidFill>
                <a:latin typeface="Arial"/>
                <a:ea typeface="Arial"/>
                <a:cs typeface="Arial"/>
              </a:defRPr>
            </a:lvl1pPr>
            <a:lvl2pPr algn="l">
              <a:defRPr sz="1500" b="1">
                <a:solidFill>
                  <a:srgbClr val="192541"/>
                </a:solidFill>
                <a:latin typeface="Arial"/>
                <a:ea typeface="Arial"/>
                <a:cs typeface="Arial"/>
              </a:defRPr>
            </a:lvl2pPr>
            <a:lvl3pPr algn="l">
              <a:defRPr sz="1500" b="1">
                <a:solidFill>
                  <a:srgbClr val="192541"/>
                </a:solidFill>
                <a:latin typeface="Arial"/>
                <a:ea typeface="Arial"/>
                <a:cs typeface="Arial"/>
              </a:defRPr>
            </a:lvl3pPr>
            <a:lvl4pPr algn="l">
              <a:defRPr sz="1500" b="1">
                <a:solidFill>
                  <a:srgbClr val="192541"/>
                </a:solidFill>
                <a:latin typeface="Arial"/>
                <a:ea typeface="Arial"/>
                <a:cs typeface="Arial"/>
              </a:defRPr>
            </a:lvl4pPr>
            <a:lvl5pPr algn="l">
              <a:defRPr sz="1500" b="1">
                <a:solidFill>
                  <a:srgbClr val="192541"/>
                </a:solidFill>
                <a:latin typeface="Arial"/>
                <a:ea typeface="Arial"/>
                <a:cs typeface="Arial"/>
              </a:defRPr>
            </a:lvl5pPr>
            <a:lvl6pPr algn="l">
              <a:defRPr sz="1500" b="1">
                <a:solidFill>
                  <a:srgbClr val="192541"/>
                </a:solidFill>
                <a:latin typeface="Arial"/>
                <a:ea typeface="Arial"/>
                <a:cs typeface="Arial"/>
              </a:defRPr>
            </a:lvl6pPr>
            <a:lvl7pPr algn="l">
              <a:defRPr sz="1500" b="1">
                <a:solidFill>
                  <a:srgbClr val="192541"/>
                </a:solidFill>
                <a:latin typeface="Arial"/>
                <a:ea typeface="Arial"/>
                <a:cs typeface="Arial"/>
              </a:defRPr>
            </a:lvl7pPr>
            <a:lvl8pPr algn="l">
              <a:defRPr sz="1500" b="1">
                <a:solidFill>
                  <a:srgbClr val="192541"/>
                </a:solidFill>
                <a:latin typeface="Arial"/>
                <a:ea typeface="Arial"/>
                <a:cs typeface="Arial"/>
              </a:defRPr>
            </a:lvl8pPr>
            <a:lvl9pPr algn="l">
              <a:defRPr sz="1500" b="1">
                <a:solidFill>
                  <a:srgbClr val="192541"/>
                </a:solidFill>
                <a:latin typeface="Arial"/>
                <a:ea typeface="Arial"/>
                <a:cs typeface="Arial"/>
              </a:defRPr>
            </a:lvl9pPr>
          </a:lstStyle>
          <a:p xmlns:a="http://schemas.openxmlformats.org/drawingml/2006/main">
            <a:pPr algn="l">
              <a:lnSpc>
                <a:spcPct val="100000"/>
              </a:lnSpc>
              <a:buNone/>
              <a:defRPr sz="1500" b="1">
                <a:solidFill>
                  <a:srgbClr val="192541"/>
                </a:solidFill>
                <a:latin typeface="Arial"/>
                <a:ea typeface="Arial"/>
                <a:cs typeface="Arial"/>
              </a:defRPr>
            </a:pPr>
            <a:r>
              <a:rPr sz="1500" b="1">
                <a:solidFill>
                  <a:srgbClr val="192541"/>
                </a:solidFill>
                <a:latin typeface="Arial"/>
                <a:ea typeface="Arial"/>
                <a:cs typeface="Arial"/>
              </a:rPr>
              <a:t>Operating principle: analyst-led assessment for assets the team owns or is explicitly authorized to assess.</a:t>
            </a:r>
          </a:p>
        </p:txBody>
      </p:sp>
    </p:spTree>
    <p:extLst>
      <p:ext uri="{BB962C8B-B14F-4D97-AF65-F5344CB8AC3E}">
        <p14:creationId xmlns:p14="http://schemas.microsoft.com/office/powerpoint/2010/main" val="1046074963"/>
      </p:ext>
    </p:extLst>
  </p:cSld>
</p:sld>
</file>

<file path=ppt/slides/slide4.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cxnSp>
        <p:nvCxnSpPr>
          <p:cNvPr id="43" name="">
            <a:extLst xmlns:a="http://schemas.openxmlformats.org/drawingml/2006/main">
              <a:ext uri="{FF2B5EF4-FFF2-40B4-BE49-F238E27FC236}">
                <a16:creationId xmlns:a16="http://schemas.microsoft.com/office/drawing/2014/main" id="{A61604E0-645D-4988-890E-7F14016ECAE8}"/>
              </a:ext>
            </a:extLst>
          </p:cNvPr>
          <p:cNvCxnSpPr>
            <a:stCxn xmlns:a="http://schemas.openxmlformats.org/drawingml/2006/main" id="29" idx="3"/>
            <a:endCxn xmlns:a="http://schemas.openxmlformats.org/drawingml/2006/main" id="32" idx="1"/>
          </p:cNvCxnSpPr>
          <p:nvPr/>
        </p:nvCxnSpPr>
        <p:spPr>
          <a:xfrm xmlns:a="http://schemas.openxmlformats.org/drawingml/2006/main" flipV="1">
            <a:off x="10410825" y="2600325"/>
            <a:ext cx="1657350" cy="1609725"/>
          </a:xfrm>
          <a:prstGeom xmlns:a="http://schemas.openxmlformats.org/drawingml/2006/main" prst="bentConnector4">
            <a:avLst/>
          </a:prstGeom>
          <a:ln xmlns:a="http://schemas.openxmlformats.org/drawingml/2006/main" w="23813">
            <a:solidFill>
              <a:srgbClr val="7968F1"/>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53BF29AB-BA71-4180-BF7F-BCC814BD037A}"/>
              </a:ext>
            </a:extLst>
          </p:cNvPr>
          <p:cNvCxnSpPr>
            <a:stCxn xmlns:a="http://schemas.openxmlformats.org/drawingml/2006/main" id="29" idx="1"/>
            <a:endCxn xmlns:a="http://schemas.openxmlformats.org/drawingml/2006/main" id="20" idx="3"/>
          </p:cNvCxnSpPr>
          <p:nvPr/>
        </p:nvCxnSpPr>
        <p:spPr>
          <a:xfrm xmlns:a="http://schemas.openxmlformats.org/drawingml/2006/main" flipH="1">
            <a:off x="8658225" y="4210050"/>
            <a:ext cx="400050" cy="0"/>
          </a:xfrm>
          <a:prstGeom xmlns:a="http://schemas.openxmlformats.org/drawingml/2006/main" prst="straightConnector1">
            <a:avLst/>
          </a:prstGeom>
          <a:ln xmlns:a="http://schemas.openxmlformats.org/drawingml/2006/main" w="23813">
            <a:solidFill>
              <a:srgbClr val="64A5FF"/>
            </a:solidFill>
            <a:prstDash val="solid"/>
            <a:tailEnd type="triangle" w="sm" len="sm"/>
          </a:ln>
        </p:spPr>
      </p:cxnSp>
      <p:cxnSp>
        <p:nvCxnSpPr>
          <p:cNvPr id="41" name="">
            <a:extLst xmlns:a="http://schemas.openxmlformats.org/drawingml/2006/main">
              <a:ext uri="{FF2B5EF4-FFF2-40B4-BE49-F238E27FC236}">
                <a16:creationId xmlns:a16="http://schemas.microsoft.com/office/drawing/2014/main" id="{DA0B3105-8292-4E6C-90F2-EEB707451FA9}"/>
              </a:ext>
            </a:extLst>
          </p:cNvPr>
          <p:cNvCxnSpPr>
            <a:stCxn xmlns:a="http://schemas.openxmlformats.org/drawingml/2006/main" id="26" idx="2"/>
            <a:endCxn xmlns:a="http://schemas.openxmlformats.org/drawingml/2006/main" id="29" idx="0"/>
          </p:cNvCxnSpPr>
          <p:nvPr/>
        </p:nvCxnSpPr>
        <p:spPr>
          <a:xfrm xmlns:a="http://schemas.openxmlformats.org/drawingml/2006/main">
            <a:off x="9734550" y="2438400"/>
            <a:ext cx="0" cy="1323975"/>
          </a:xfrm>
          <a:prstGeom xmlns:a="http://schemas.openxmlformats.org/drawingml/2006/main" prst="straightConnector1">
            <a:avLst/>
          </a:prstGeom>
          <a:ln xmlns:a="http://schemas.openxmlformats.org/drawingml/2006/main" w="23813">
            <a:solidFill>
              <a:srgbClr val="7968F1"/>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E5F11B15-F8DF-4E1E-B145-553D6FF32875}"/>
              </a:ext>
            </a:extLst>
          </p:cNvPr>
          <p:cNvCxnSpPr>
            <a:stCxn xmlns:a="http://schemas.openxmlformats.org/drawingml/2006/main" id="23" idx="3"/>
            <a:endCxn xmlns:a="http://schemas.openxmlformats.org/drawingml/2006/main" id="26" idx="1"/>
          </p:cNvCxnSpPr>
          <p:nvPr/>
        </p:nvCxnSpPr>
        <p:spPr>
          <a:xfrm xmlns:a="http://schemas.openxmlformats.org/drawingml/2006/main">
            <a:off x="8658225" y="2019300"/>
            <a:ext cx="400050" cy="0"/>
          </a:xfrm>
          <a:prstGeom xmlns:a="http://schemas.openxmlformats.org/drawingml/2006/main" prst="straightConnector1">
            <a:avLst/>
          </a:prstGeom>
          <a:ln xmlns:a="http://schemas.openxmlformats.org/drawingml/2006/main" w="23813">
            <a:solidFill>
              <a:srgbClr val="64A5FF"/>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98975B04-2E80-4A9E-BCFB-0AA2E33635A3}"/>
              </a:ext>
            </a:extLst>
          </p:cNvPr>
          <p:cNvCxnSpPr>
            <a:stCxn xmlns:a="http://schemas.openxmlformats.org/drawingml/2006/main" id="20" idx="0"/>
            <a:endCxn xmlns:a="http://schemas.openxmlformats.org/drawingml/2006/main" id="23" idx="2"/>
          </p:cNvCxnSpPr>
          <p:nvPr/>
        </p:nvCxnSpPr>
        <p:spPr>
          <a:xfrm xmlns:a="http://schemas.openxmlformats.org/drawingml/2006/main" flipV="1">
            <a:off x="7829550" y="2438400"/>
            <a:ext cx="0" cy="1323975"/>
          </a:xfrm>
          <a:prstGeom xmlns:a="http://schemas.openxmlformats.org/drawingml/2006/main" prst="straightConnector1">
            <a:avLst/>
          </a:prstGeom>
          <a:ln xmlns:a="http://schemas.openxmlformats.org/drawingml/2006/main" w="23813">
            <a:solidFill>
              <a:srgbClr val="7968F1"/>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C8026DF6-21A7-4FDE-9F20-20F3554CF38A}"/>
              </a:ext>
            </a:extLst>
          </p:cNvPr>
          <p:cNvCxnSpPr>
            <a:stCxn xmlns:a="http://schemas.openxmlformats.org/drawingml/2006/main" id="17" idx="3"/>
            <a:endCxn xmlns:a="http://schemas.openxmlformats.org/drawingml/2006/main" id="20" idx="1"/>
          </p:cNvCxnSpPr>
          <p:nvPr/>
        </p:nvCxnSpPr>
        <p:spPr>
          <a:xfrm xmlns:a="http://schemas.openxmlformats.org/drawingml/2006/main">
            <a:off x="6419850" y="4210050"/>
            <a:ext cx="581025" cy="0"/>
          </a:xfrm>
          <a:prstGeom xmlns:a="http://schemas.openxmlformats.org/drawingml/2006/main" prst="straightConnector1">
            <a:avLst/>
          </a:prstGeom>
          <a:ln xmlns:a="http://schemas.openxmlformats.org/drawingml/2006/main" w="23813">
            <a:solidFill>
              <a:srgbClr val="64A5FF"/>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9367F702-3A6B-4BAD-88B9-EE57477BB5E6}"/>
              </a:ext>
            </a:extLst>
          </p:cNvPr>
          <p:cNvCxnSpPr>
            <a:stCxn xmlns:a="http://schemas.openxmlformats.org/drawingml/2006/main" id="11" idx="3"/>
            <a:endCxn xmlns:a="http://schemas.openxmlformats.org/drawingml/2006/main" id="17" idx="1"/>
          </p:cNvCxnSpPr>
          <p:nvPr/>
        </p:nvCxnSpPr>
        <p:spPr>
          <a:xfrm xmlns:a="http://schemas.openxmlformats.org/drawingml/2006/main">
            <a:off x="4133850" y="3143250"/>
            <a:ext cx="628650" cy="1066800"/>
          </a:xfrm>
          <a:prstGeom xmlns:a="http://schemas.openxmlformats.org/drawingml/2006/main" prst="bentConnector3">
            <a:avLst>
              <a:gd name="adj1" fmla="val 50000"/>
            </a:avLst>
          </a:prstGeom>
          <a:ln xmlns:a="http://schemas.openxmlformats.org/drawingml/2006/main" w="23813">
            <a:solidFill>
              <a:srgbClr val="7968F1"/>
            </a:solidFill>
            <a:prstDash val="solid"/>
            <a:tailEnd type="triangle" w="sm" len="sm"/>
          </a:ln>
        </p:spPr>
      </p:cxnSp>
      <p:cxnSp>
        <p:nvCxnSpPr>
          <p:cNvPr id="36" name="">
            <a:extLst xmlns:a="http://schemas.openxmlformats.org/drawingml/2006/main">
              <a:ext uri="{FF2B5EF4-FFF2-40B4-BE49-F238E27FC236}">
                <a16:creationId xmlns:a16="http://schemas.microsoft.com/office/drawing/2014/main" id="{501773F3-CCE1-4DC7-A90B-2AA9D7FF2113}"/>
              </a:ext>
            </a:extLst>
          </p:cNvPr>
          <p:cNvCxnSpPr>
            <a:stCxn xmlns:a="http://schemas.openxmlformats.org/drawingml/2006/main" id="11" idx="3"/>
            <a:endCxn xmlns:a="http://schemas.openxmlformats.org/drawingml/2006/main" id="14" idx="1"/>
          </p:cNvCxnSpPr>
          <p:nvPr/>
        </p:nvCxnSpPr>
        <p:spPr>
          <a:xfrm xmlns:a="http://schemas.openxmlformats.org/drawingml/2006/main" flipV="1">
            <a:off x="4133850" y="2019300"/>
            <a:ext cx="628650" cy="1123950"/>
          </a:xfrm>
          <a:prstGeom xmlns:a="http://schemas.openxmlformats.org/drawingml/2006/main" prst="bentConnector3">
            <a:avLst>
              <a:gd name="adj1" fmla="val 50000"/>
            </a:avLst>
          </a:prstGeom>
          <a:ln xmlns:a="http://schemas.openxmlformats.org/drawingml/2006/main" w="23813">
            <a:solidFill>
              <a:srgbClr val="64A5FF"/>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DC5DAA39-0348-403C-B4EC-49CD5C6BBB26}"/>
              </a:ext>
            </a:extLst>
          </p:cNvPr>
          <p:cNvCxnSpPr>
            <a:stCxn xmlns:a="http://schemas.openxmlformats.org/drawingml/2006/main" id="8" idx="3"/>
            <a:endCxn xmlns:a="http://schemas.openxmlformats.org/drawingml/2006/main" id="11" idx="1"/>
          </p:cNvCxnSpPr>
          <p:nvPr/>
        </p:nvCxnSpPr>
        <p:spPr>
          <a:xfrm xmlns:a="http://schemas.openxmlformats.org/drawingml/2006/main">
            <a:off x="2190750" y="3143250"/>
            <a:ext cx="381000" cy="0"/>
          </a:xfrm>
          <a:prstGeom xmlns:a="http://schemas.openxmlformats.org/drawingml/2006/main" prst="straightConnector1">
            <a:avLst/>
          </a:prstGeom>
          <a:ln xmlns:a="http://schemas.openxmlformats.org/drawingml/2006/main" w="23813">
            <a:solidFill>
              <a:srgbClr val="64A5FF"/>
            </a:solidFill>
            <a:prstDash val="solid"/>
            <a:tailEnd type="triangle" w="sm" len="sm"/>
          </a:ln>
        </p:spPr>
      </p:cxnSp>
      <p:sp>
        <p:nvSpPr>
          <p:cNvPr id="47" name="slide-4-title">
            <a:extLst xmlns:a="http://schemas.openxmlformats.org/drawingml/2006/main">
              <a:ext uri="{FF2B5EF4-FFF2-40B4-BE49-F238E27FC236}">
                <a16:creationId xmlns:a16="http://schemas.microsoft.com/office/drawing/2014/main" id="{A1A48767-3D57-4096-9FCD-5E290FEEA88B}"/>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System architecture</a:t>
            </a:r>
          </a:p>
        </p:txBody>
      </p:sp>
      <p:sp>
        <p:nvSpPr>
          <p:cNvPr id="2" name="slide-4-accent-blue">
            <a:extLst xmlns:a="http://schemas.openxmlformats.org/drawingml/2006/main">
              <a:ext uri="{FF2B5EF4-FFF2-40B4-BE49-F238E27FC236}">
                <a16:creationId xmlns:a16="http://schemas.microsoft.com/office/drawing/2014/main" id="{2F8ABA9D-0B2F-4B07-8658-AE44CC47B305}"/>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4-accent-iris">
            <a:extLst xmlns:a="http://schemas.openxmlformats.org/drawingml/2006/main">
              <a:ext uri="{FF2B5EF4-FFF2-40B4-BE49-F238E27FC236}">
                <a16:creationId xmlns:a16="http://schemas.microsoft.com/office/drawing/2014/main" id="{2E8BD810-C253-4322-9FCC-91C2F970B803}"/>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4-subtitle">
            <a:extLst xmlns:a="http://schemas.openxmlformats.org/drawingml/2006/main">
              <a:ext uri="{FF2B5EF4-FFF2-40B4-BE49-F238E27FC236}">
                <a16:creationId xmlns:a16="http://schemas.microsoft.com/office/drawing/2014/main" id="{C8688BB4-ED2C-4D36-BCE3-5571E5BF582D}"/>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The API persists an investigation before background collectors begin.</a:t>
            </a:r>
          </a:p>
        </p:txBody>
      </p:sp>
      <p:sp>
        <p:nvSpPr>
          <p:cNvPr id="5" name="slide-4-footer-rule">
            <a:extLst xmlns:a="http://schemas.openxmlformats.org/drawingml/2006/main">
              <a:ext uri="{FF2B5EF4-FFF2-40B4-BE49-F238E27FC236}">
                <a16:creationId xmlns:a16="http://schemas.microsoft.com/office/drawing/2014/main" id="{EBB7A64D-6583-40BF-BD41-33273D50BE65}"/>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4-footer">
            <a:extLst xmlns:a="http://schemas.openxmlformats.org/drawingml/2006/main">
              <a:ext uri="{FF2B5EF4-FFF2-40B4-BE49-F238E27FC236}">
                <a16:creationId xmlns:a16="http://schemas.microsoft.com/office/drawing/2014/main" id="{A150ECE1-565A-4E06-81C1-98F5EE91F8BD}"/>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4-page">
            <a:extLst xmlns:a="http://schemas.openxmlformats.org/drawingml/2006/main">
              <a:ext uri="{FF2B5EF4-FFF2-40B4-BE49-F238E27FC236}">
                <a16:creationId xmlns:a16="http://schemas.microsoft.com/office/drawing/2014/main" id="{55B81C31-B850-4D1B-9109-3AEFF173D52A}"/>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04</a:t>
            </a:r>
          </a:p>
        </p:txBody>
      </p:sp>
      <p:sp>
        <p:nvSpPr>
          <p:cNvPr id="8" name="arch-browser-surface">
            <a:extLst xmlns:a="http://schemas.openxmlformats.org/drawingml/2006/main">
              <a:ext uri="{FF2B5EF4-FFF2-40B4-BE49-F238E27FC236}">
                <a16:creationId xmlns:a16="http://schemas.microsoft.com/office/drawing/2014/main" id="{C5DB0219-EE84-4DF6-A613-D5C71A3593B9}"/>
              </a:ext>
            </a:extLst>
          </p:cNvPr>
          <p:cNvSpPr>
            <a:spLocks xmlns:a="http://schemas.openxmlformats.org/drawingml/2006/main" noGrp="1"/>
          </p:cNvSpPr>
          <p:nvPr/>
        </p:nvSpPr>
        <p:spPr>
          <a:xfrm xmlns:a="http://schemas.openxmlformats.org/drawingml/2006/main">
            <a:off x="628650" y="2724150"/>
            <a:ext cx="1562100" cy="838200"/>
          </a:xfrm>
          <a:prstGeom xmlns:a="http://schemas.openxmlformats.org/drawingml/2006/main" prst="roundRect">
            <a:avLst>
              <a:gd name="adj" fmla="val 13636"/>
            </a:avLst>
          </a:prstGeom>
          <a:solidFill xmlns:a="http://schemas.openxmlformats.org/drawingml/2006/main">
            <a:srgbClr val="EAF2FF"/>
          </a:solidFill>
          <a:ln xmlns:a="http://schemas.openxmlformats.org/drawingml/2006/main" w="19050">
            <a:solidFill>
              <a:srgbClr val="64A5FF"/>
            </a:solidFill>
            <a:prstDash val="solid"/>
          </a:ln>
        </p:spPr>
      </p:sp>
      <p:sp>
        <p:nvSpPr>
          <p:cNvPr id="9" name="arch-browser-heading">
            <a:extLst xmlns:a="http://schemas.openxmlformats.org/drawingml/2006/main">
              <a:ext uri="{FF2B5EF4-FFF2-40B4-BE49-F238E27FC236}">
                <a16:creationId xmlns:a16="http://schemas.microsoft.com/office/drawing/2014/main" id="{D8FFBEA9-FB5B-4687-A16A-60EEEC3658A9}"/>
              </a:ext>
            </a:extLst>
          </p:cNvPr>
          <p:cNvSpPr>
            <a:spLocks xmlns:a="http://schemas.openxmlformats.org/drawingml/2006/main" noGrp="1"/>
          </p:cNvSpPr>
          <p:nvPr/>
        </p:nvSpPr>
        <p:spPr>
          <a:xfrm xmlns:a="http://schemas.openxmlformats.org/drawingml/2006/main">
            <a:off x="742950" y="28194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226"/>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Analyst browser</a:t>
            </a:r>
          </a:p>
        </p:txBody>
      </p:sp>
      <p:sp>
        <p:nvSpPr>
          <p:cNvPr id="10" name="arch-browser-detail">
            <a:extLst xmlns:a="http://schemas.openxmlformats.org/drawingml/2006/main">
              <a:ext uri="{FF2B5EF4-FFF2-40B4-BE49-F238E27FC236}">
                <a16:creationId xmlns:a16="http://schemas.microsoft.com/office/drawing/2014/main" id="{AB625D8F-5A1C-4B21-A083-822692EEEF44}"/>
              </a:ext>
            </a:extLst>
          </p:cNvPr>
          <p:cNvSpPr>
            <a:spLocks xmlns:a="http://schemas.openxmlformats.org/drawingml/2006/main" noGrp="1"/>
          </p:cNvSpPr>
          <p:nvPr/>
        </p:nvSpPr>
        <p:spPr>
          <a:xfrm xmlns:a="http://schemas.openxmlformats.org/drawingml/2006/main">
            <a:off x="742950" y="3133725"/>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React · TypeScript</a:t>
            </a:r>
          </a:p>
        </p:txBody>
      </p:sp>
      <p:sp>
        <p:nvSpPr>
          <p:cNvPr id="11" name="arch-gateway-surface">
            <a:extLst xmlns:a="http://schemas.openxmlformats.org/drawingml/2006/main">
              <a:ext uri="{FF2B5EF4-FFF2-40B4-BE49-F238E27FC236}">
                <a16:creationId xmlns:a16="http://schemas.microsoft.com/office/drawing/2014/main" id="{25F7FA57-E4C5-4397-B3A8-BCA69C305FBD}"/>
              </a:ext>
            </a:extLst>
          </p:cNvPr>
          <p:cNvSpPr>
            <a:spLocks xmlns:a="http://schemas.openxmlformats.org/drawingml/2006/main" noGrp="1"/>
          </p:cNvSpPr>
          <p:nvPr/>
        </p:nvSpPr>
        <p:spPr>
          <a:xfrm xmlns:a="http://schemas.openxmlformats.org/drawingml/2006/main">
            <a:off x="2571750" y="2724150"/>
            <a:ext cx="1562100" cy="838200"/>
          </a:xfrm>
          <a:prstGeom xmlns:a="http://schemas.openxmlformats.org/drawingml/2006/main" prst="roundRect">
            <a:avLst>
              <a:gd name="adj" fmla="val 13636"/>
            </a:avLst>
          </a:prstGeom>
          <a:solidFill xmlns:a="http://schemas.openxmlformats.org/drawingml/2006/main">
            <a:srgbClr val="F0EEFF"/>
          </a:solidFill>
          <a:ln xmlns:a="http://schemas.openxmlformats.org/drawingml/2006/main" w="19050">
            <a:solidFill>
              <a:srgbClr val="7968F1"/>
            </a:solidFill>
            <a:prstDash val="solid"/>
          </a:ln>
        </p:spPr>
      </p:sp>
      <p:sp>
        <p:nvSpPr>
          <p:cNvPr id="12" name="arch-gateway-heading">
            <a:extLst xmlns:a="http://schemas.openxmlformats.org/drawingml/2006/main">
              <a:ext uri="{FF2B5EF4-FFF2-40B4-BE49-F238E27FC236}">
                <a16:creationId xmlns:a16="http://schemas.microsoft.com/office/drawing/2014/main" id="{2230AF09-B0E3-4A88-852D-9629241C2690}"/>
              </a:ext>
            </a:extLst>
          </p:cNvPr>
          <p:cNvSpPr>
            <a:spLocks xmlns:a="http://schemas.openxmlformats.org/drawingml/2006/main" noGrp="1"/>
          </p:cNvSpPr>
          <p:nvPr/>
        </p:nvSpPr>
        <p:spPr>
          <a:xfrm xmlns:a="http://schemas.openxmlformats.org/drawingml/2006/main">
            <a:off x="2686050" y="281940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583"/>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Caddy gateway</a:t>
            </a:r>
          </a:p>
        </p:txBody>
      </p:sp>
      <p:sp>
        <p:nvSpPr>
          <p:cNvPr id="13" name="arch-gateway-detail">
            <a:extLst xmlns:a="http://schemas.openxmlformats.org/drawingml/2006/main">
              <a:ext uri="{FF2B5EF4-FFF2-40B4-BE49-F238E27FC236}">
                <a16:creationId xmlns:a16="http://schemas.microsoft.com/office/drawing/2014/main" id="{066A5202-22AE-49F0-BC16-04911FD09B05}"/>
              </a:ext>
            </a:extLst>
          </p:cNvPr>
          <p:cNvSpPr>
            <a:spLocks xmlns:a="http://schemas.openxmlformats.org/drawingml/2006/main" noGrp="1"/>
          </p:cNvSpPr>
          <p:nvPr/>
        </p:nvSpPr>
        <p:spPr>
          <a:xfrm xmlns:a="http://schemas.openxmlformats.org/drawingml/2006/main">
            <a:off x="2686050" y="3133725"/>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Local HTTPS · 8443</a:t>
            </a:r>
          </a:p>
        </p:txBody>
      </p:sp>
      <p:sp>
        <p:nvSpPr>
          <p:cNvPr id="14" name="arch-frontend-surface">
            <a:extLst xmlns:a="http://schemas.openxmlformats.org/drawingml/2006/main">
              <a:ext uri="{FF2B5EF4-FFF2-40B4-BE49-F238E27FC236}">
                <a16:creationId xmlns:a16="http://schemas.microsoft.com/office/drawing/2014/main" id="{E7ED7F9B-7F1B-4C58-8C26-B7470B588026}"/>
              </a:ext>
            </a:extLst>
          </p:cNvPr>
          <p:cNvSpPr>
            <a:spLocks xmlns:a="http://schemas.openxmlformats.org/drawingml/2006/main" noGrp="1"/>
          </p:cNvSpPr>
          <p:nvPr/>
        </p:nvSpPr>
        <p:spPr>
          <a:xfrm xmlns:a="http://schemas.openxmlformats.org/drawingml/2006/main">
            <a:off x="4762500" y="1600200"/>
            <a:ext cx="1657350" cy="838200"/>
          </a:xfrm>
          <a:prstGeom xmlns:a="http://schemas.openxmlformats.org/drawingml/2006/main" prst="roundRect">
            <a:avLst>
              <a:gd name="adj" fmla="val 13636"/>
            </a:avLst>
          </a:prstGeom>
          <a:solidFill xmlns:a="http://schemas.openxmlformats.org/drawingml/2006/main">
            <a:srgbClr val="EAF2FF"/>
          </a:solidFill>
          <a:ln xmlns:a="http://schemas.openxmlformats.org/drawingml/2006/main" w="19050">
            <a:solidFill>
              <a:srgbClr val="64A5FF"/>
            </a:solidFill>
            <a:prstDash val="solid"/>
          </a:ln>
        </p:spPr>
      </p:sp>
      <p:sp>
        <p:nvSpPr>
          <p:cNvPr id="15" name="arch-frontend-heading">
            <a:extLst xmlns:a="http://schemas.openxmlformats.org/drawingml/2006/main">
              <a:ext uri="{FF2B5EF4-FFF2-40B4-BE49-F238E27FC236}">
                <a16:creationId xmlns:a16="http://schemas.microsoft.com/office/drawing/2014/main" id="{AB5B5C7B-9024-4563-8435-51DBCC0E6CD3}"/>
              </a:ext>
            </a:extLst>
          </p:cNvPr>
          <p:cNvSpPr>
            <a:spLocks xmlns:a="http://schemas.openxmlformats.org/drawingml/2006/main" noGrp="1"/>
          </p:cNvSpPr>
          <p:nvPr/>
        </p:nvSpPr>
        <p:spPr>
          <a:xfrm xmlns:a="http://schemas.openxmlformats.org/drawingml/2006/main">
            <a:off x="4876800" y="1695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Nginx frontend</a:t>
            </a:r>
          </a:p>
        </p:txBody>
      </p:sp>
      <p:sp>
        <p:nvSpPr>
          <p:cNvPr id="16" name="arch-frontend-detail">
            <a:extLst xmlns:a="http://schemas.openxmlformats.org/drawingml/2006/main">
              <a:ext uri="{FF2B5EF4-FFF2-40B4-BE49-F238E27FC236}">
                <a16:creationId xmlns:a16="http://schemas.microsoft.com/office/drawing/2014/main" id="{15C27429-D222-41C5-87DD-782A00984F9F}"/>
              </a:ext>
            </a:extLst>
          </p:cNvPr>
          <p:cNvSpPr>
            <a:spLocks xmlns:a="http://schemas.openxmlformats.org/drawingml/2006/main" noGrp="1"/>
          </p:cNvSpPr>
          <p:nvPr/>
        </p:nvSpPr>
        <p:spPr>
          <a:xfrm xmlns:a="http://schemas.openxmlformats.org/drawingml/2006/main">
            <a:off x="4876800" y="2009775"/>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Static UI delivery</a:t>
            </a:r>
          </a:p>
        </p:txBody>
      </p:sp>
      <p:sp>
        <p:nvSpPr>
          <p:cNvPr id="17" name="arch-api-surface">
            <a:extLst xmlns:a="http://schemas.openxmlformats.org/drawingml/2006/main">
              <a:ext uri="{FF2B5EF4-FFF2-40B4-BE49-F238E27FC236}">
                <a16:creationId xmlns:a16="http://schemas.microsoft.com/office/drawing/2014/main" id="{E76239A9-6FFB-47FF-A4A1-54A49EC17265}"/>
              </a:ext>
            </a:extLst>
          </p:cNvPr>
          <p:cNvSpPr>
            <a:spLocks xmlns:a="http://schemas.openxmlformats.org/drawingml/2006/main" noGrp="1"/>
          </p:cNvSpPr>
          <p:nvPr/>
        </p:nvSpPr>
        <p:spPr>
          <a:xfrm xmlns:a="http://schemas.openxmlformats.org/drawingml/2006/main">
            <a:off x="4762500" y="3762375"/>
            <a:ext cx="1657350" cy="895350"/>
          </a:xfrm>
          <a:prstGeom xmlns:a="http://schemas.openxmlformats.org/drawingml/2006/main" prst="roundRect">
            <a:avLst>
              <a:gd name="adj" fmla="val 12766"/>
            </a:avLst>
          </a:prstGeom>
          <a:solidFill xmlns:a="http://schemas.openxmlformats.org/drawingml/2006/main">
            <a:srgbClr val="F0EEFF"/>
          </a:solidFill>
          <a:ln xmlns:a="http://schemas.openxmlformats.org/drawingml/2006/main" w="19050">
            <a:solidFill>
              <a:srgbClr val="7968F1"/>
            </a:solidFill>
            <a:prstDash val="solid"/>
          </a:ln>
        </p:spPr>
      </p:sp>
      <p:sp>
        <p:nvSpPr>
          <p:cNvPr id="18" name="arch-api-heading">
            <a:extLst xmlns:a="http://schemas.openxmlformats.org/drawingml/2006/main">
              <a:ext uri="{FF2B5EF4-FFF2-40B4-BE49-F238E27FC236}">
                <a16:creationId xmlns:a16="http://schemas.microsoft.com/office/drawing/2014/main" id="{EECDD943-0BA6-47C9-8243-FC9069F74737}"/>
              </a:ext>
            </a:extLst>
          </p:cNvPr>
          <p:cNvSpPr>
            <a:spLocks xmlns:a="http://schemas.openxmlformats.org/drawingml/2006/main" noGrp="1"/>
          </p:cNvSpPr>
          <p:nvPr/>
        </p:nvSpPr>
        <p:spPr>
          <a:xfrm xmlns:a="http://schemas.openxmlformats.org/drawingml/2006/main">
            <a:off x="4876800" y="3857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783"/>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FastAPI service</a:t>
            </a:r>
          </a:p>
        </p:txBody>
      </p:sp>
      <p:sp>
        <p:nvSpPr>
          <p:cNvPr id="19" name="arch-api-detail">
            <a:extLst xmlns:a="http://schemas.openxmlformats.org/drawingml/2006/main">
              <a:ext uri="{FF2B5EF4-FFF2-40B4-BE49-F238E27FC236}">
                <a16:creationId xmlns:a16="http://schemas.microsoft.com/office/drawing/2014/main" id="{B484AE8D-6482-4A04-A2CD-FBEAE555ED1E}"/>
              </a:ext>
            </a:extLst>
          </p:cNvPr>
          <p:cNvSpPr>
            <a:spLocks xmlns:a="http://schemas.openxmlformats.org/drawingml/2006/main" noGrp="1"/>
          </p:cNvSpPr>
          <p:nvPr/>
        </p:nvSpPr>
        <p:spPr>
          <a:xfrm xmlns:a="http://schemas.openxmlformats.org/drawingml/2006/main">
            <a:off x="4876800" y="41719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Auth · API · reports</a:t>
            </a:r>
          </a:p>
        </p:txBody>
      </p:sp>
      <p:sp>
        <p:nvSpPr>
          <p:cNvPr id="20" name="arch-postgres-surface">
            <a:extLst xmlns:a="http://schemas.openxmlformats.org/drawingml/2006/main">
              <a:ext uri="{FF2B5EF4-FFF2-40B4-BE49-F238E27FC236}">
                <a16:creationId xmlns:a16="http://schemas.microsoft.com/office/drawing/2014/main" id="{8893DD83-19E7-44CC-B054-6A30740CC2AC}"/>
              </a:ext>
            </a:extLst>
          </p:cNvPr>
          <p:cNvSpPr>
            <a:spLocks xmlns:a="http://schemas.openxmlformats.org/drawingml/2006/main" noGrp="1"/>
          </p:cNvSpPr>
          <p:nvPr/>
        </p:nvSpPr>
        <p:spPr>
          <a:xfrm xmlns:a="http://schemas.openxmlformats.org/drawingml/2006/main">
            <a:off x="7000875" y="3762375"/>
            <a:ext cx="1657350" cy="895350"/>
          </a:xfrm>
          <a:prstGeom xmlns:a="http://schemas.openxmlformats.org/drawingml/2006/main" prst="roundRect">
            <a:avLst>
              <a:gd name="adj" fmla="val 12766"/>
            </a:avLst>
          </a:prstGeom>
          <a:solidFill xmlns:a="http://schemas.openxmlformats.org/drawingml/2006/main">
            <a:srgbClr val="EAF2FF"/>
          </a:solidFill>
          <a:ln xmlns:a="http://schemas.openxmlformats.org/drawingml/2006/main" w="19050">
            <a:solidFill>
              <a:srgbClr val="64A5FF"/>
            </a:solidFill>
            <a:prstDash val="solid"/>
          </a:ln>
        </p:spPr>
      </p:sp>
      <p:sp>
        <p:nvSpPr>
          <p:cNvPr id="21" name="arch-postgres-heading">
            <a:extLst xmlns:a="http://schemas.openxmlformats.org/drawingml/2006/main">
              <a:ext uri="{FF2B5EF4-FFF2-40B4-BE49-F238E27FC236}">
                <a16:creationId xmlns:a16="http://schemas.microsoft.com/office/drawing/2014/main" id="{4F1ECC08-BEFC-4A71-AFF1-3A298F7252D7}"/>
              </a:ext>
            </a:extLst>
          </p:cNvPr>
          <p:cNvSpPr>
            <a:spLocks xmlns:a="http://schemas.openxmlformats.org/drawingml/2006/main" noGrp="1"/>
          </p:cNvSpPr>
          <p:nvPr/>
        </p:nvSpPr>
        <p:spPr>
          <a:xfrm xmlns:a="http://schemas.openxmlformats.org/drawingml/2006/main">
            <a:off x="7115175" y="3857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82239"/>
                </a:solidFill>
                <a:latin typeface="Arial"/>
                <a:ea typeface="Arial"/>
                <a:cs typeface="Arial"/>
              </a:defRPr>
            </a:defPPr>
            <a:lvl1pPr algn="ctr">
              <a:defRPr sz="1350" b="1">
                <a:solidFill>
                  <a:srgbClr val="182239"/>
                </a:solidFill>
                <a:latin typeface="Arial"/>
                <a:ea typeface="Arial"/>
                <a:cs typeface="Arial"/>
              </a:defRPr>
            </a:lvl1pPr>
            <a:lvl2pPr algn="ctr">
              <a:defRPr sz="1350" b="1">
                <a:solidFill>
                  <a:srgbClr val="182239"/>
                </a:solidFill>
                <a:latin typeface="Arial"/>
                <a:ea typeface="Arial"/>
                <a:cs typeface="Arial"/>
              </a:defRPr>
            </a:lvl2pPr>
            <a:lvl3pPr algn="ctr">
              <a:defRPr sz="1350" b="1">
                <a:solidFill>
                  <a:srgbClr val="182239"/>
                </a:solidFill>
                <a:latin typeface="Arial"/>
                <a:ea typeface="Arial"/>
                <a:cs typeface="Arial"/>
              </a:defRPr>
            </a:lvl3pPr>
            <a:lvl4pPr algn="ctr">
              <a:defRPr sz="1350" b="1">
                <a:solidFill>
                  <a:srgbClr val="182239"/>
                </a:solidFill>
                <a:latin typeface="Arial"/>
                <a:ea typeface="Arial"/>
                <a:cs typeface="Arial"/>
              </a:defRPr>
            </a:lvl4pPr>
            <a:lvl5pPr algn="ctr">
              <a:defRPr sz="1350" b="1">
                <a:solidFill>
                  <a:srgbClr val="182239"/>
                </a:solidFill>
                <a:latin typeface="Arial"/>
                <a:ea typeface="Arial"/>
                <a:cs typeface="Arial"/>
              </a:defRPr>
            </a:lvl5pPr>
            <a:lvl6pPr algn="ctr">
              <a:defRPr sz="1350" b="1">
                <a:solidFill>
                  <a:srgbClr val="182239"/>
                </a:solidFill>
                <a:latin typeface="Arial"/>
                <a:ea typeface="Arial"/>
                <a:cs typeface="Arial"/>
              </a:defRPr>
            </a:lvl6pPr>
            <a:lvl7pPr algn="ctr">
              <a:defRPr sz="1350" b="1">
                <a:solidFill>
                  <a:srgbClr val="182239"/>
                </a:solidFill>
                <a:latin typeface="Arial"/>
                <a:ea typeface="Arial"/>
                <a:cs typeface="Arial"/>
              </a:defRPr>
            </a:lvl7pPr>
            <a:lvl8pPr algn="ctr">
              <a:defRPr sz="1350" b="1">
                <a:solidFill>
                  <a:srgbClr val="182239"/>
                </a:solidFill>
                <a:latin typeface="Arial"/>
                <a:ea typeface="Arial"/>
                <a:cs typeface="Arial"/>
              </a:defRPr>
            </a:lvl8pPr>
            <a:lvl9pPr algn="ctr">
              <a:defRPr sz="1350" b="1">
                <a:solidFill>
                  <a:srgbClr val="182239"/>
                </a:solidFill>
                <a:latin typeface="Arial"/>
                <a:ea typeface="Arial"/>
                <a:cs typeface="Arial"/>
              </a:defRPr>
            </a:lvl9pPr>
          </a:lstStyle>
          <a:p xmlns:a="http://schemas.openxmlformats.org/drawingml/2006/main">
            <a:pPr algn="ctr">
              <a:lnSpc>
                <a:spcPct val="100000"/>
              </a:lnSpc>
              <a:buNone/>
              <a:defRPr sz="1350" b="1">
                <a:solidFill>
                  <a:srgbClr val="182239"/>
                </a:solidFill>
                <a:latin typeface="Arial"/>
                <a:ea typeface="Arial"/>
                <a:cs typeface="Arial"/>
              </a:defRPr>
            </a:pPr>
            <a:r>
              <a:rPr sz="1350" b="1">
                <a:solidFill>
                  <a:srgbClr val="182239"/>
                </a:solidFill>
                <a:latin typeface="Arial"/>
                <a:ea typeface="Arial"/>
                <a:cs typeface="Arial"/>
              </a:rPr>
              <a:t>PostgreSQL 16</a:t>
            </a:r>
          </a:p>
        </p:txBody>
      </p:sp>
      <p:sp>
        <p:nvSpPr>
          <p:cNvPr id="22" name="arch-postgres-detail">
            <a:extLst xmlns:a="http://schemas.openxmlformats.org/drawingml/2006/main">
              <a:ext uri="{FF2B5EF4-FFF2-40B4-BE49-F238E27FC236}">
                <a16:creationId xmlns:a16="http://schemas.microsoft.com/office/drawing/2014/main" id="{1844AE81-8F6B-43E7-A3DC-0B6C1BF97EB0}"/>
              </a:ext>
            </a:extLst>
          </p:cNvPr>
          <p:cNvSpPr>
            <a:spLocks xmlns:a="http://schemas.openxmlformats.org/drawingml/2006/main" noGrp="1"/>
          </p:cNvSpPr>
          <p:nvPr/>
        </p:nvSpPr>
        <p:spPr>
          <a:xfrm xmlns:a="http://schemas.openxmlformats.org/drawingml/2006/main">
            <a:off x="7115175" y="41719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Assets · evidence · outbox</a:t>
            </a:r>
          </a:p>
        </p:txBody>
      </p:sp>
      <p:sp>
        <p:nvSpPr>
          <p:cNvPr id="23" name="arch-dispatch-surface">
            <a:extLst xmlns:a="http://schemas.openxmlformats.org/drawingml/2006/main">
              <a:ext uri="{FF2B5EF4-FFF2-40B4-BE49-F238E27FC236}">
                <a16:creationId xmlns:a16="http://schemas.microsoft.com/office/drawing/2014/main" id="{81E93F92-9EA8-43AB-A4EF-9ABB33865B27}"/>
              </a:ext>
            </a:extLst>
          </p:cNvPr>
          <p:cNvSpPr>
            <a:spLocks xmlns:a="http://schemas.openxmlformats.org/drawingml/2006/main" noGrp="1"/>
          </p:cNvSpPr>
          <p:nvPr/>
        </p:nvSpPr>
        <p:spPr>
          <a:xfrm xmlns:a="http://schemas.openxmlformats.org/drawingml/2006/main">
            <a:off x="7000875" y="1600200"/>
            <a:ext cx="1657350" cy="838200"/>
          </a:xfrm>
          <a:prstGeom xmlns:a="http://schemas.openxmlformats.org/drawingml/2006/main" prst="roundRect">
            <a:avLst>
              <a:gd name="adj" fmla="val 13636"/>
            </a:avLst>
          </a:prstGeom>
          <a:solidFill xmlns:a="http://schemas.openxmlformats.org/drawingml/2006/main">
            <a:srgbClr val="F0EEFF"/>
          </a:solidFill>
          <a:ln xmlns:a="http://schemas.openxmlformats.org/drawingml/2006/main" w="19050">
            <a:solidFill>
              <a:srgbClr val="7968F1"/>
            </a:solidFill>
            <a:prstDash val="solid"/>
          </a:ln>
        </p:spPr>
      </p:sp>
      <p:sp>
        <p:nvSpPr>
          <p:cNvPr id="24" name="arch-dispatch-heading">
            <a:extLst xmlns:a="http://schemas.openxmlformats.org/drawingml/2006/main">
              <a:ext uri="{FF2B5EF4-FFF2-40B4-BE49-F238E27FC236}">
                <a16:creationId xmlns:a16="http://schemas.microsoft.com/office/drawing/2014/main" id="{857BA2A7-F0AF-4D28-82F8-51E7E00C007A}"/>
              </a:ext>
            </a:extLst>
          </p:cNvPr>
          <p:cNvSpPr>
            <a:spLocks xmlns:a="http://schemas.openxmlformats.org/drawingml/2006/main" noGrp="1"/>
          </p:cNvSpPr>
          <p:nvPr/>
        </p:nvSpPr>
        <p:spPr>
          <a:xfrm xmlns:a="http://schemas.openxmlformats.org/drawingml/2006/main">
            <a:off x="7115175" y="16954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Dispatcher</a:t>
            </a:r>
          </a:p>
        </p:txBody>
      </p:sp>
      <p:sp>
        <p:nvSpPr>
          <p:cNvPr id="25" name="arch-dispatch-detail">
            <a:extLst xmlns:a="http://schemas.openxmlformats.org/drawingml/2006/main">
              <a:ext uri="{FF2B5EF4-FFF2-40B4-BE49-F238E27FC236}">
                <a16:creationId xmlns:a16="http://schemas.microsoft.com/office/drawing/2014/main" id="{622EF4E7-CF90-470D-A3D0-E4321959CADB}"/>
              </a:ext>
            </a:extLst>
          </p:cNvPr>
          <p:cNvSpPr>
            <a:spLocks xmlns:a="http://schemas.openxmlformats.org/drawingml/2006/main" noGrp="1"/>
          </p:cNvSpPr>
          <p:nvPr/>
        </p:nvSpPr>
        <p:spPr>
          <a:xfrm xmlns:a="http://schemas.openxmlformats.org/drawingml/2006/main">
            <a:off x="7115175" y="2009775"/>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Outbox · reconciliation</a:t>
            </a:r>
          </a:p>
        </p:txBody>
      </p:sp>
      <p:sp>
        <p:nvSpPr>
          <p:cNvPr id="26" name="arch-redis-surface">
            <a:extLst xmlns:a="http://schemas.openxmlformats.org/drawingml/2006/main">
              <a:ext uri="{FF2B5EF4-FFF2-40B4-BE49-F238E27FC236}">
                <a16:creationId xmlns:a16="http://schemas.microsoft.com/office/drawing/2014/main" id="{EE5C0114-270A-4388-A8A4-8AD9C7942673}"/>
              </a:ext>
            </a:extLst>
          </p:cNvPr>
          <p:cNvSpPr>
            <a:spLocks xmlns:a="http://schemas.openxmlformats.org/drawingml/2006/main" noGrp="1"/>
          </p:cNvSpPr>
          <p:nvPr/>
        </p:nvSpPr>
        <p:spPr>
          <a:xfrm xmlns:a="http://schemas.openxmlformats.org/drawingml/2006/main">
            <a:off x="9058275" y="1600200"/>
            <a:ext cx="1352550" cy="838200"/>
          </a:xfrm>
          <a:prstGeom xmlns:a="http://schemas.openxmlformats.org/drawingml/2006/main" prst="roundRect">
            <a:avLst>
              <a:gd name="adj" fmla="val 13636"/>
            </a:avLst>
          </a:prstGeom>
          <a:solidFill xmlns:a="http://schemas.openxmlformats.org/drawingml/2006/main">
            <a:srgbClr val="EAF2FF"/>
          </a:solidFill>
          <a:ln xmlns:a="http://schemas.openxmlformats.org/drawingml/2006/main" w="19050">
            <a:solidFill>
              <a:srgbClr val="64A5FF"/>
            </a:solidFill>
            <a:prstDash val="solid"/>
          </a:ln>
        </p:spPr>
      </p:sp>
      <p:sp>
        <p:nvSpPr>
          <p:cNvPr id="27" name="arch-redis-heading">
            <a:extLst xmlns:a="http://schemas.openxmlformats.org/drawingml/2006/main">
              <a:ext uri="{FF2B5EF4-FFF2-40B4-BE49-F238E27FC236}">
                <a16:creationId xmlns:a16="http://schemas.microsoft.com/office/drawing/2014/main" id="{7A0B5C57-4898-405A-9CC9-DF15CCA985B7}"/>
              </a:ext>
            </a:extLst>
          </p:cNvPr>
          <p:cNvSpPr>
            <a:spLocks xmlns:a="http://schemas.openxmlformats.org/drawingml/2006/main" noGrp="1"/>
          </p:cNvSpPr>
          <p:nvPr/>
        </p:nvSpPr>
        <p:spPr>
          <a:xfrm xmlns:a="http://schemas.openxmlformats.org/drawingml/2006/main">
            <a:off x="9172575" y="1695450"/>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Redis + RQ</a:t>
            </a:r>
          </a:p>
        </p:txBody>
      </p:sp>
      <p:sp>
        <p:nvSpPr>
          <p:cNvPr id="28" name="arch-redis-detail">
            <a:extLst xmlns:a="http://schemas.openxmlformats.org/drawingml/2006/main">
              <a:ext uri="{FF2B5EF4-FFF2-40B4-BE49-F238E27FC236}">
                <a16:creationId xmlns:a16="http://schemas.microsoft.com/office/drawing/2014/main" id="{3099CCFE-96E3-49FA-A1CD-62F3778E7C0E}"/>
              </a:ext>
            </a:extLst>
          </p:cNvPr>
          <p:cNvSpPr>
            <a:spLocks xmlns:a="http://schemas.openxmlformats.org/drawingml/2006/main" noGrp="1"/>
          </p:cNvSpPr>
          <p:nvPr/>
        </p:nvSpPr>
        <p:spPr>
          <a:xfrm xmlns:a="http://schemas.openxmlformats.org/drawingml/2006/main">
            <a:off x="9172575" y="2009775"/>
            <a:ext cx="1123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Background queue</a:t>
            </a:r>
          </a:p>
        </p:txBody>
      </p:sp>
      <p:sp>
        <p:nvSpPr>
          <p:cNvPr id="29" name="arch-worker-surface">
            <a:extLst xmlns:a="http://schemas.openxmlformats.org/drawingml/2006/main">
              <a:ext uri="{FF2B5EF4-FFF2-40B4-BE49-F238E27FC236}">
                <a16:creationId xmlns:a16="http://schemas.microsoft.com/office/drawing/2014/main" id="{59A36674-04E5-4C9C-B0EA-EA2AD69D3E5B}"/>
              </a:ext>
            </a:extLst>
          </p:cNvPr>
          <p:cNvSpPr>
            <a:spLocks xmlns:a="http://schemas.openxmlformats.org/drawingml/2006/main" noGrp="1"/>
          </p:cNvSpPr>
          <p:nvPr/>
        </p:nvSpPr>
        <p:spPr>
          <a:xfrm xmlns:a="http://schemas.openxmlformats.org/drawingml/2006/main">
            <a:off x="9058275" y="3762375"/>
            <a:ext cx="1352550" cy="895350"/>
          </a:xfrm>
          <a:prstGeom xmlns:a="http://schemas.openxmlformats.org/drawingml/2006/main" prst="roundRect">
            <a:avLst>
              <a:gd name="adj" fmla="val 12766"/>
            </a:avLst>
          </a:prstGeom>
          <a:solidFill xmlns:a="http://schemas.openxmlformats.org/drawingml/2006/main">
            <a:srgbClr val="F0EEFF"/>
          </a:solidFill>
          <a:ln xmlns:a="http://schemas.openxmlformats.org/drawingml/2006/main" w="19050">
            <a:solidFill>
              <a:srgbClr val="7968F1"/>
            </a:solidFill>
            <a:prstDash val="solid"/>
          </a:ln>
        </p:spPr>
      </p:sp>
      <p:sp>
        <p:nvSpPr>
          <p:cNvPr id="30" name="arch-worker-heading">
            <a:extLst xmlns:a="http://schemas.openxmlformats.org/drawingml/2006/main">
              <a:ext uri="{FF2B5EF4-FFF2-40B4-BE49-F238E27FC236}">
                <a16:creationId xmlns:a16="http://schemas.microsoft.com/office/drawing/2014/main" id="{5B5576B4-2858-4FD3-95AA-91885D37CE2A}"/>
              </a:ext>
            </a:extLst>
          </p:cNvPr>
          <p:cNvSpPr>
            <a:spLocks xmlns:a="http://schemas.openxmlformats.org/drawingml/2006/main" noGrp="1"/>
          </p:cNvSpPr>
          <p:nvPr/>
        </p:nvSpPr>
        <p:spPr>
          <a:xfrm xmlns:a="http://schemas.openxmlformats.org/drawingml/2006/main">
            <a:off x="9172575" y="3857625"/>
            <a:ext cx="1123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Worker</a:t>
            </a:r>
          </a:p>
        </p:txBody>
      </p:sp>
      <p:sp>
        <p:nvSpPr>
          <p:cNvPr id="31" name="arch-worker-detail">
            <a:extLst xmlns:a="http://schemas.openxmlformats.org/drawingml/2006/main">
              <a:ext uri="{FF2B5EF4-FFF2-40B4-BE49-F238E27FC236}">
                <a16:creationId xmlns:a16="http://schemas.microsoft.com/office/drawing/2014/main" id="{C0339A34-92BC-46B6-9ABF-198085FBDD36}"/>
              </a:ext>
            </a:extLst>
          </p:cNvPr>
          <p:cNvSpPr>
            <a:spLocks xmlns:a="http://schemas.openxmlformats.org/drawingml/2006/main" noGrp="1"/>
          </p:cNvSpPr>
          <p:nvPr/>
        </p:nvSpPr>
        <p:spPr>
          <a:xfrm xmlns:a="http://schemas.openxmlformats.org/drawingml/2006/main">
            <a:off x="9172575" y="4171950"/>
            <a:ext cx="1123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Collector jobs</a:t>
            </a:r>
          </a:p>
        </p:txBody>
      </p:sp>
      <p:sp>
        <p:nvSpPr>
          <p:cNvPr id="32" name="arch-sources-surface">
            <a:extLst xmlns:a="http://schemas.openxmlformats.org/drawingml/2006/main">
              <a:ext uri="{FF2B5EF4-FFF2-40B4-BE49-F238E27FC236}">
                <a16:creationId xmlns:a16="http://schemas.microsoft.com/office/drawing/2014/main" id="{20A3FBC5-9F73-42C1-B59F-25399E04CB9B}"/>
              </a:ext>
            </a:extLst>
          </p:cNvPr>
          <p:cNvSpPr>
            <a:spLocks xmlns:a="http://schemas.openxmlformats.org/drawingml/2006/main" noGrp="1"/>
          </p:cNvSpPr>
          <p:nvPr/>
        </p:nvSpPr>
        <p:spPr>
          <a:xfrm xmlns:a="http://schemas.openxmlformats.org/drawingml/2006/main">
            <a:off x="10572750" y="2714625"/>
            <a:ext cx="1381125" cy="1028700"/>
          </a:xfrm>
          <a:prstGeom xmlns:a="http://schemas.openxmlformats.org/drawingml/2006/main" prst="roundRect">
            <a:avLst>
              <a:gd name="adj" fmla="val 11111"/>
            </a:avLst>
          </a:prstGeom>
          <a:solidFill xmlns:a="http://schemas.openxmlformats.org/drawingml/2006/main">
            <a:srgbClr val="F0F3FA"/>
          </a:solidFill>
          <a:ln xmlns:a="http://schemas.openxmlformats.org/drawingml/2006/main" w="19050">
            <a:solidFill>
              <a:srgbClr val="192541"/>
            </a:solidFill>
            <a:prstDash val="solid"/>
          </a:ln>
        </p:spPr>
      </p:sp>
      <p:sp>
        <p:nvSpPr>
          <p:cNvPr id="33" name="arch-sources-heading">
            <a:extLst xmlns:a="http://schemas.openxmlformats.org/drawingml/2006/main">
              <a:ext uri="{FF2B5EF4-FFF2-40B4-BE49-F238E27FC236}">
                <a16:creationId xmlns:a16="http://schemas.microsoft.com/office/drawing/2014/main" id="{0868FD4E-E2AA-45E4-B67B-A37BEFAA6501}"/>
              </a:ext>
            </a:extLst>
          </p:cNvPr>
          <p:cNvSpPr>
            <a:spLocks xmlns:a="http://schemas.openxmlformats.org/drawingml/2006/main" noGrp="1"/>
          </p:cNvSpPr>
          <p:nvPr/>
        </p:nvSpPr>
        <p:spPr>
          <a:xfrm xmlns:a="http://schemas.openxmlformats.org/drawingml/2006/main">
            <a:off x="10687050" y="2809875"/>
            <a:ext cx="11525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7793"/>
          </a:bodyPr>
          <a:lstStyle xmlns:a="http://schemas.openxmlformats.org/drawingml/2006/main">
            <a:defPPr algn="ctr">
              <a:defRPr sz="1575" b="1">
                <a:solidFill>
                  <a:srgbClr val="182239"/>
                </a:solidFill>
                <a:latin typeface="Arial"/>
                <a:ea typeface="Arial"/>
                <a:cs typeface="Arial"/>
              </a:defRPr>
            </a:defPPr>
            <a:lvl1pPr algn="ctr">
              <a:defRPr sz="1575" b="1">
                <a:solidFill>
                  <a:srgbClr val="182239"/>
                </a:solidFill>
                <a:latin typeface="Arial"/>
                <a:ea typeface="Arial"/>
                <a:cs typeface="Arial"/>
              </a:defRPr>
            </a:lvl1pPr>
            <a:lvl2pPr algn="ctr">
              <a:defRPr sz="1575" b="1">
                <a:solidFill>
                  <a:srgbClr val="182239"/>
                </a:solidFill>
                <a:latin typeface="Arial"/>
                <a:ea typeface="Arial"/>
                <a:cs typeface="Arial"/>
              </a:defRPr>
            </a:lvl2pPr>
            <a:lvl3pPr algn="ctr">
              <a:defRPr sz="1575" b="1">
                <a:solidFill>
                  <a:srgbClr val="182239"/>
                </a:solidFill>
                <a:latin typeface="Arial"/>
                <a:ea typeface="Arial"/>
                <a:cs typeface="Arial"/>
              </a:defRPr>
            </a:lvl3pPr>
            <a:lvl4pPr algn="ctr">
              <a:defRPr sz="1575" b="1">
                <a:solidFill>
                  <a:srgbClr val="182239"/>
                </a:solidFill>
                <a:latin typeface="Arial"/>
                <a:ea typeface="Arial"/>
                <a:cs typeface="Arial"/>
              </a:defRPr>
            </a:lvl4pPr>
            <a:lvl5pPr algn="ctr">
              <a:defRPr sz="1575" b="1">
                <a:solidFill>
                  <a:srgbClr val="182239"/>
                </a:solidFill>
                <a:latin typeface="Arial"/>
                <a:ea typeface="Arial"/>
                <a:cs typeface="Arial"/>
              </a:defRPr>
            </a:lvl5pPr>
            <a:lvl6pPr algn="ctr">
              <a:defRPr sz="1575" b="1">
                <a:solidFill>
                  <a:srgbClr val="182239"/>
                </a:solidFill>
                <a:latin typeface="Arial"/>
                <a:ea typeface="Arial"/>
                <a:cs typeface="Arial"/>
              </a:defRPr>
            </a:lvl6pPr>
            <a:lvl7pPr algn="ctr">
              <a:defRPr sz="1575" b="1">
                <a:solidFill>
                  <a:srgbClr val="182239"/>
                </a:solidFill>
                <a:latin typeface="Arial"/>
                <a:ea typeface="Arial"/>
                <a:cs typeface="Arial"/>
              </a:defRPr>
            </a:lvl7pPr>
            <a:lvl8pPr algn="ctr">
              <a:defRPr sz="1575" b="1">
                <a:solidFill>
                  <a:srgbClr val="182239"/>
                </a:solidFill>
                <a:latin typeface="Arial"/>
                <a:ea typeface="Arial"/>
                <a:cs typeface="Arial"/>
              </a:defRPr>
            </a:lvl8pPr>
            <a:lvl9pPr algn="ctr">
              <a:defRPr sz="1575" b="1">
                <a:solidFill>
                  <a:srgbClr val="182239"/>
                </a:solidFill>
                <a:latin typeface="Arial"/>
                <a:ea typeface="Arial"/>
                <a:cs typeface="Arial"/>
              </a:defRPr>
            </a:lvl9pPr>
          </a:lstStyle>
          <a:p xmlns:a="http://schemas.openxmlformats.org/drawingml/2006/main">
            <a:pPr algn="ctr">
              <a:lnSpc>
                <a:spcPct val="100000"/>
              </a:lnSpc>
              <a:buNone/>
              <a:defRPr sz="1575" b="1">
                <a:solidFill>
                  <a:srgbClr val="182239"/>
                </a:solidFill>
                <a:latin typeface="Arial"/>
                <a:ea typeface="Arial"/>
                <a:cs typeface="Arial"/>
              </a:defRPr>
            </a:pPr>
            <a:r>
              <a:rPr sz="1575" b="1">
                <a:solidFill>
                  <a:srgbClr val="182239"/>
                </a:solidFill>
                <a:latin typeface="Arial"/>
                <a:ea typeface="Arial"/>
                <a:cs typeface="Arial"/>
              </a:rPr>
              <a:t>Evidence sources</a:t>
            </a:r>
          </a:p>
        </p:txBody>
      </p:sp>
      <p:sp>
        <p:nvSpPr>
          <p:cNvPr id="34" name="arch-sources-detail">
            <a:extLst xmlns:a="http://schemas.openxmlformats.org/drawingml/2006/main">
              <a:ext uri="{FF2B5EF4-FFF2-40B4-BE49-F238E27FC236}">
                <a16:creationId xmlns:a16="http://schemas.microsoft.com/office/drawing/2014/main" id="{C6D382CD-3D2B-4E55-8146-F5928EB28C61}"/>
              </a:ext>
            </a:extLst>
          </p:cNvPr>
          <p:cNvSpPr>
            <a:spLocks xmlns:a="http://schemas.openxmlformats.org/drawingml/2006/main" noGrp="1"/>
          </p:cNvSpPr>
          <p:nvPr/>
        </p:nvSpPr>
        <p:spPr>
          <a:xfrm xmlns:a="http://schemas.openxmlformats.org/drawingml/2006/main">
            <a:off x="10687050" y="3124200"/>
            <a:ext cx="11525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Demo fixtures or</a:t>
            </a:r>
          </a:p>
          <a:p xmlns:a="http://schemas.openxmlformats.org/drawingml/2006/main">
            <a:pPr algn="ctr">
              <a:lnSpc>
                <a:spcPct val="98000"/>
              </a:lnSpc>
              <a:buNone/>
              <a:defRPr sz="1200" b="0">
                <a:solidFill>
                  <a:srgbClr val="5A667D"/>
                </a:solidFill>
                <a:latin typeface="Arial"/>
                <a:ea typeface="Arial"/>
                <a:cs typeface="Arial"/>
              </a:defRPr>
            </a:pPr>
            <a:r>
              <a:rPr sz="1200" b="0">
                <a:solidFill>
                  <a:srgbClr val="5A667D"/>
                </a:solidFill>
                <a:latin typeface="Arial"/>
                <a:ea typeface="Arial"/>
                <a:cs typeface="Arial"/>
              </a:rPr>
              <a:t>authorized Live checks</a:t>
            </a:r>
          </a:p>
        </p:txBody>
      </p:sp>
      <p:sp>
        <p:nvSpPr>
          <p:cNvPr id="44" name="arch-outbox-label">
            <a:extLst xmlns:a="http://schemas.openxmlformats.org/drawingml/2006/main">
              <a:ext uri="{FF2B5EF4-FFF2-40B4-BE49-F238E27FC236}">
                <a16:creationId xmlns:a16="http://schemas.microsoft.com/office/drawing/2014/main" id="{BC6DDFC5-8FFC-48E2-8611-D33FEC233397}"/>
              </a:ext>
            </a:extLst>
          </p:cNvPr>
          <p:cNvSpPr>
            <a:spLocks xmlns:a="http://schemas.openxmlformats.org/drawingml/2006/main" noGrp="1"/>
          </p:cNvSpPr>
          <p:nvPr/>
        </p:nvSpPr>
        <p:spPr>
          <a:xfrm xmlns:a="http://schemas.openxmlformats.org/drawingml/2006/main">
            <a:off x="8496300" y="272415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5A667D"/>
                </a:solidFill>
                <a:latin typeface="Arial"/>
                <a:ea typeface="Arial"/>
                <a:cs typeface="Arial"/>
              </a:defRPr>
            </a:defPPr>
            <a:lvl1pPr algn="ctr">
              <a:defRPr sz="1125" b="0">
                <a:solidFill>
                  <a:srgbClr val="5A667D"/>
                </a:solidFill>
                <a:latin typeface="Arial"/>
                <a:ea typeface="Arial"/>
                <a:cs typeface="Arial"/>
              </a:defRPr>
            </a:lvl1pPr>
            <a:lvl2pPr algn="ctr">
              <a:defRPr sz="1125" b="0">
                <a:solidFill>
                  <a:srgbClr val="5A667D"/>
                </a:solidFill>
                <a:latin typeface="Arial"/>
                <a:ea typeface="Arial"/>
                <a:cs typeface="Arial"/>
              </a:defRPr>
            </a:lvl2pPr>
            <a:lvl3pPr algn="ctr">
              <a:defRPr sz="1125" b="0">
                <a:solidFill>
                  <a:srgbClr val="5A667D"/>
                </a:solidFill>
                <a:latin typeface="Arial"/>
                <a:ea typeface="Arial"/>
                <a:cs typeface="Arial"/>
              </a:defRPr>
            </a:lvl3pPr>
            <a:lvl4pPr algn="ctr">
              <a:defRPr sz="1125" b="0">
                <a:solidFill>
                  <a:srgbClr val="5A667D"/>
                </a:solidFill>
                <a:latin typeface="Arial"/>
                <a:ea typeface="Arial"/>
                <a:cs typeface="Arial"/>
              </a:defRPr>
            </a:lvl4pPr>
            <a:lvl5pPr algn="ctr">
              <a:defRPr sz="1125" b="0">
                <a:solidFill>
                  <a:srgbClr val="5A667D"/>
                </a:solidFill>
                <a:latin typeface="Arial"/>
                <a:ea typeface="Arial"/>
                <a:cs typeface="Arial"/>
              </a:defRPr>
            </a:lvl5pPr>
            <a:lvl6pPr algn="ctr">
              <a:defRPr sz="1125" b="0">
                <a:solidFill>
                  <a:srgbClr val="5A667D"/>
                </a:solidFill>
                <a:latin typeface="Arial"/>
                <a:ea typeface="Arial"/>
                <a:cs typeface="Arial"/>
              </a:defRPr>
            </a:lvl6pPr>
            <a:lvl7pPr algn="ctr">
              <a:defRPr sz="1125" b="0">
                <a:solidFill>
                  <a:srgbClr val="5A667D"/>
                </a:solidFill>
                <a:latin typeface="Arial"/>
                <a:ea typeface="Arial"/>
                <a:cs typeface="Arial"/>
              </a:defRPr>
            </a:lvl7pPr>
            <a:lvl8pPr algn="ctr">
              <a:defRPr sz="1125" b="0">
                <a:solidFill>
                  <a:srgbClr val="5A667D"/>
                </a:solidFill>
                <a:latin typeface="Arial"/>
                <a:ea typeface="Arial"/>
                <a:cs typeface="Arial"/>
              </a:defRPr>
            </a:lvl8pPr>
            <a:lvl9pPr algn="ctr">
              <a:defRPr sz="1125" b="0">
                <a:solidFill>
                  <a:srgbClr val="5A667D"/>
                </a:solidFill>
                <a:latin typeface="Arial"/>
                <a:ea typeface="Arial"/>
                <a:cs typeface="Arial"/>
              </a:defRPr>
            </a:lvl9pPr>
          </a:lstStyle>
          <a:p xmlns:a="http://schemas.openxmlformats.org/drawingml/2006/main">
            <a:pPr algn="ctr">
              <a:lnSpc>
                <a:spcPct val="100000"/>
              </a:lnSpc>
              <a:buNone/>
              <a:defRPr sz="1125" b="0">
                <a:solidFill>
                  <a:srgbClr val="5A667D"/>
                </a:solidFill>
                <a:latin typeface="Arial"/>
                <a:ea typeface="Arial"/>
                <a:cs typeface="Arial"/>
              </a:defRPr>
            </a:pPr>
            <a:r>
              <a:rPr sz="1125" b="0">
                <a:solidFill>
                  <a:srgbClr val="5A667D"/>
                </a:solidFill>
                <a:latin typeface="Arial"/>
                <a:ea typeface="Arial"/>
                <a:cs typeface="Arial"/>
              </a:rPr>
              <a:t>outbox event</a:t>
            </a:r>
          </a:p>
        </p:txBody>
      </p:sp>
      <p:sp>
        <p:nvSpPr>
          <p:cNvPr id="45" name="arch-result-label">
            <a:extLst xmlns:a="http://schemas.openxmlformats.org/drawingml/2006/main">
              <a:ext uri="{FF2B5EF4-FFF2-40B4-BE49-F238E27FC236}">
                <a16:creationId xmlns:a16="http://schemas.microsoft.com/office/drawing/2014/main" id="{CA8DD0C6-46D2-4F16-8C50-A86D3F6A4693}"/>
              </a:ext>
            </a:extLst>
          </p:cNvPr>
          <p:cNvSpPr>
            <a:spLocks xmlns:a="http://schemas.openxmlformats.org/drawingml/2006/main" noGrp="1"/>
          </p:cNvSpPr>
          <p:nvPr/>
        </p:nvSpPr>
        <p:spPr>
          <a:xfrm xmlns:a="http://schemas.openxmlformats.org/drawingml/2006/main">
            <a:off x="7715250" y="4743450"/>
            <a:ext cx="1143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125" b="0">
                <a:solidFill>
                  <a:srgbClr val="5A667D"/>
                </a:solidFill>
                <a:latin typeface="Arial"/>
                <a:ea typeface="Arial"/>
                <a:cs typeface="Arial"/>
              </a:defRPr>
            </a:defPPr>
            <a:lvl1pPr algn="ctr">
              <a:defRPr sz="1125" b="0">
                <a:solidFill>
                  <a:srgbClr val="5A667D"/>
                </a:solidFill>
                <a:latin typeface="Arial"/>
                <a:ea typeface="Arial"/>
                <a:cs typeface="Arial"/>
              </a:defRPr>
            </a:lvl1pPr>
            <a:lvl2pPr algn="ctr">
              <a:defRPr sz="1125" b="0">
                <a:solidFill>
                  <a:srgbClr val="5A667D"/>
                </a:solidFill>
                <a:latin typeface="Arial"/>
                <a:ea typeface="Arial"/>
                <a:cs typeface="Arial"/>
              </a:defRPr>
            </a:lvl2pPr>
            <a:lvl3pPr algn="ctr">
              <a:defRPr sz="1125" b="0">
                <a:solidFill>
                  <a:srgbClr val="5A667D"/>
                </a:solidFill>
                <a:latin typeface="Arial"/>
                <a:ea typeface="Arial"/>
                <a:cs typeface="Arial"/>
              </a:defRPr>
            </a:lvl3pPr>
            <a:lvl4pPr algn="ctr">
              <a:defRPr sz="1125" b="0">
                <a:solidFill>
                  <a:srgbClr val="5A667D"/>
                </a:solidFill>
                <a:latin typeface="Arial"/>
                <a:ea typeface="Arial"/>
                <a:cs typeface="Arial"/>
              </a:defRPr>
            </a:lvl4pPr>
            <a:lvl5pPr algn="ctr">
              <a:defRPr sz="1125" b="0">
                <a:solidFill>
                  <a:srgbClr val="5A667D"/>
                </a:solidFill>
                <a:latin typeface="Arial"/>
                <a:ea typeface="Arial"/>
                <a:cs typeface="Arial"/>
              </a:defRPr>
            </a:lvl5pPr>
            <a:lvl6pPr algn="ctr">
              <a:defRPr sz="1125" b="0">
                <a:solidFill>
                  <a:srgbClr val="5A667D"/>
                </a:solidFill>
                <a:latin typeface="Arial"/>
                <a:ea typeface="Arial"/>
                <a:cs typeface="Arial"/>
              </a:defRPr>
            </a:lvl6pPr>
            <a:lvl7pPr algn="ctr">
              <a:defRPr sz="1125" b="0">
                <a:solidFill>
                  <a:srgbClr val="5A667D"/>
                </a:solidFill>
                <a:latin typeface="Arial"/>
                <a:ea typeface="Arial"/>
                <a:cs typeface="Arial"/>
              </a:defRPr>
            </a:lvl7pPr>
            <a:lvl8pPr algn="ctr">
              <a:defRPr sz="1125" b="0">
                <a:solidFill>
                  <a:srgbClr val="5A667D"/>
                </a:solidFill>
                <a:latin typeface="Arial"/>
                <a:ea typeface="Arial"/>
                <a:cs typeface="Arial"/>
              </a:defRPr>
            </a:lvl8pPr>
            <a:lvl9pPr algn="ctr">
              <a:defRPr sz="1125" b="0">
                <a:solidFill>
                  <a:srgbClr val="5A667D"/>
                </a:solidFill>
                <a:latin typeface="Arial"/>
                <a:ea typeface="Arial"/>
                <a:cs typeface="Arial"/>
              </a:defRPr>
            </a:lvl9pPr>
          </a:lstStyle>
          <a:p xmlns:a="http://schemas.openxmlformats.org/drawingml/2006/main">
            <a:pPr algn="ctr">
              <a:lnSpc>
                <a:spcPct val="100000"/>
              </a:lnSpc>
              <a:buNone/>
              <a:defRPr sz="1125" b="0">
                <a:solidFill>
                  <a:srgbClr val="5A667D"/>
                </a:solidFill>
                <a:latin typeface="Arial"/>
                <a:ea typeface="Arial"/>
                <a:cs typeface="Arial"/>
              </a:defRPr>
            </a:pPr>
            <a:r>
              <a:rPr sz="1125" b="0">
                <a:solidFill>
                  <a:srgbClr val="5A667D"/>
                </a:solidFill>
                <a:latin typeface="Arial"/>
                <a:ea typeface="Arial"/>
                <a:cs typeface="Arial"/>
              </a:rPr>
              <a:t>saved results</a:t>
            </a:r>
          </a:p>
        </p:txBody>
      </p:sp>
      <p:sp>
        <p:nvSpPr>
          <p:cNvPr id="46" name="arch-takeaway">
            <a:extLst xmlns:a="http://schemas.openxmlformats.org/drawingml/2006/main">
              <a:ext uri="{FF2B5EF4-FFF2-40B4-BE49-F238E27FC236}">
                <a16:creationId xmlns:a16="http://schemas.microsoft.com/office/drawing/2014/main" id="{FF217DAE-D6B6-48AC-A13F-21037C0FD016}"/>
              </a:ext>
            </a:extLst>
          </p:cNvPr>
          <p:cNvSpPr>
            <a:spLocks xmlns:a="http://schemas.openxmlformats.org/drawingml/2006/main" noGrp="1"/>
          </p:cNvSpPr>
          <p:nvPr/>
        </p:nvSpPr>
        <p:spPr>
          <a:xfrm xmlns:a="http://schemas.openxmlformats.org/drawingml/2006/main">
            <a:off x="666750" y="5429250"/>
            <a:ext cx="10839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192541"/>
                </a:solidFill>
                <a:latin typeface="Arial"/>
                <a:ea typeface="Arial"/>
                <a:cs typeface="Arial"/>
              </a:defRPr>
            </a:defPPr>
            <a:lvl1pPr algn="ctr">
              <a:defRPr sz="1500" b="1">
                <a:solidFill>
                  <a:srgbClr val="192541"/>
                </a:solidFill>
                <a:latin typeface="Arial"/>
                <a:ea typeface="Arial"/>
                <a:cs typeface="Arial"/>
              </a:defRPr>
            </a:lvl1pPr>
            <a:lvl2pPr algn="ctr">
              <a:defRPr sz="1500" b="1">
                <a:solidFill>
                  <a:srgbClr val="192541"/>
                </a:solidFill>
                <a:latin typeface="Arial"/>
                <a:ea typeface="Arial"/>
                <a:cs typeface="Arial"/>
              </a:defRPr>
            </a:lvl2pPr>
            <a:lvl3pPr algn="ctr">
              <a:defRPr sz="1500" b="1">
                <a:solidFill>
                  <a:srgbClr val="192541"/>
                </a:solidFill>
                <a:latin typeface="Arial"/>
                <a:ea typeface="Arial"/>
                <a:cs typeface="Arial"/>
              </a:defRPr>
            </a:lvl3pPr>
            <a:lvl4pPr algn="ctr">
              <a:defRPr sz="1500" b="1">
                <a:solidFill>
                  <a:srgbClr val="192541"/>
                </a:solidFill>
                <a:latin typeface="Arial"/>
                <a:ea typeface="Arial"/>
                <a:cs typeface="Arial"/>
              </a:defRPr>
            </a:lvl4pPr>
            <a:lvl5pPr algn="ctr">
              <a:defRPr sz="1500" b="1">
                <a:solidFill>
                  <a:srgbClr val="192541"/>
                </a:solidFill>
                <a:latin typeface="Arial"/>
                <a:ea typeface="Arial"/>
                <a:cs typeface="Arial"/>
              </a:defRPr>
            </a:lvl5pPr>
            <a:lvl6pPr algn="ctr">
              <a:defRPr sz="1500" b="1">
                <a:solidFill>
                  <a:srgbClr val="192541"/>
                </a:solidFill>
                <a:latin typeface="Arial"/>
                <a:ea typeface="Arial"/>
                <a:cs typeface="Arial"/>
              </a:defRPr>
            </a:lvl6pPr>
            <a:lvl7pPr algn="ctr">
              <a:defRPr sz="1500" b="1">
                <a:solidFill>
                  <a:srgbClr val="192541"/>
                </a:solidFill>
                <a:latin typeface="Arial"/>
                <a:ea typeface="Arial"/>
                <a:cs typeface="Arial"/>
              </a:defRPr>
            </a:lvl7pPr>
            <a:lvl8pPr algn="ctr">
              <a:defRPr sz="1500" b="1">
                <a:solidFill>
                  <a:srgbClr val="192541"/>
                </a:solidFill>
                <a:latin typeface="Arial"/>
                <a:ea typeface="Arial"/>
                <a:cs typeface="Arial"/>
              </a:defRPr>
            </a:lvl8pPr>
            <a:lvl9pPr algn="ctr">
              <a:defRPr sz="1500" b="1">
                <a:solidFill>
                  <a:srgbClr val="192541"/>
                </a:solidFill>
                <a:latin typeface="Arial"/>
                <a:ea typeface="Arial"/>
                <a:cs typeface="Arial"/>
              </a:defRPr>
            </a:lvl9pPr>
          </a:lstStyle>
          <a:p xmlns:a="http://schemas.openxmlformats.org/drawingml/2006/main">
            <a:pPr algn="ctr">
              <a:lnSpc>
                <a:spcPct val="100000"/>
              </a:lnSpc>
              <a:buNone/>
              <a:defRPr sz="1500" b="1">
                <a:solidFill>
                  <a:srgbClr val="192541"/>
                </a:solidFill>
                <a:latin typeface="Arial"/>
                <a:ea typeface="Arial"/>
                <a:cs typeface="Arial"/>
              </a:defRPr>
            </a:pPr>
            <a:r>
              <a:rPr sz="1500" b="1">
                <a:solidFill>
                  <a:srgbClr val="192541"/>
                </a:solidFill>
                <a:latin typeface="Arial"/>
                <a:ea typeface="Arial"/>
                <a:cs typeface="Arial"/>
              </a:rPr>
              <a:t>PostgreSQL keeps the record; Redis carries the job; the worker writes evidence back to the database.</a:t>
            </a:r>
          </a:p>
        </p:txBody>
      </p:sp>
    </p:spTree>
    <p:extLst>
      <p:ext uri="{BB962C8B-B14F-4D97-AF65-F5344CB8AC3E}">
        <p14:creationId xmlns:p14="http://schemas.microsoft.com/office/powerpoint/2010/main" val="1800782218"/>
      </p:ext>
    </p:extLst>
  </p:cSld>
</p:sld>
</file>

<file path=ppt/slides/slide5.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42" name="slide-5-title">
            <a:extLst xmlns:a="http://schemas.openxmlformats.org/drawingml/2006/main">
              <a:ext uri="{FF2B5EF4-FFF2-40B4-BE49-F238E27FC236}">
                <a16:creationId xmlns:a16="http://schemas.microsoft.com/office/drawing/2014/main" id="{1940E4C8-18B0-4DD7-99E9-6F42E4E7EC80}"/>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Investigation workflow</a:t>
            </a:r>
          </a:p>
        </p:txBody>
      </p:sp>
      <p:sp>
        <p:nvSpPr>
          <p:cNvPr id="2" name="slide-5-accent-blue">
            <a:extLst xmlns:a="http://schemas.openxmlformats.org/drawingml/2006/main">
              <a:ext uri="{FF2B5EF4-FFF2-40B4-BE49-F238E27FC236}">
                <a16:creationId xmlns:a16="http://schemas.microsoft.com/office/drawing/2014/main" id="{41494C10-0818-48E0-8731-1663F53073AC}"/>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5-accent-iris">
            <a:extLst xmlns:a="http://schemas.openxmlformats.org/drawingml/2006/main">
              <a:ext uri="{FF2B5EF4-FFF2-40B4-BE49-F238E27FC236}">
                <a16:creationId xmlns:a16="http://schemas.microsoft.com/office/drawing/2014/main" id="{A09791F4-2FC5-42AB-B46F-6D52F3DE37D0}"/>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5-subtitle">
            <a:extLst xmlns:a="http://schemas.openxmlformats.org/drawingml/2006/main">
              <a:ext uri="{FF2B5EF4-FFF2-40B4-BE49-F238E27FC236}">
                <a16:creationId xmlns:a16="http://schemas.microsoft.com/office/drawing/2014/main" id="{BC4F7373-36AC-4DC2-A4EF-5CD459244A0A}"/>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A queued job keeps collection separate from the user-facing request.</a:t>
            </a:r>
          </a:p>
        </p:txBody>
      </p:sp>
      <p:sp>
        <p:nvSpPr>
          <p:cNvPr id="5" name="slide-5-footer-rule">
            <a:extLst xmlns:a="http://schemas.openxmlformats.org/drawingml/2006/main">
              <a:ext uri="{FF2B5EF4-FFF2-40B4-BE49-F238E27FC236}">
                <a16:creationId xmlns:a16="http://schemas.microsoft.com/office/drawing/2014/main" id="{44D7F99D-34B4-4462-A960-2782B04D0158}"/>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5-footer">
            <a:extLst xmlns:a="http://schemas.openxmlformats.org/drawingml/2006/main">
              <a:ext uri="{FF2B5EF4-FFF2-40B4-BE49-F238E27FC236}">
                <a16:creationId xmlns:a16="http://schemas.microsoft.com/office/drawing/2014/main" id="{29698B0A-4D5D-49C5-A0DD-566B50D12F32}"/>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5-page">
            <a:extLst xmlns:a="http://schemas.openxmlformats.org/drawingml/2006/main">
              <a:ext uri="{FF2B5EF4-FFF2-40B4-BE49-F238E27FC236}">
                <a16:creationId xmlns:a16="http://schemas.microsoft.com/office/drawing/2014/main" id="{FB4D3F7C-D887-4D69-9A25-AD469EE93711}"/>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05</a:t>
            </a:r>
          </a:p>
        </p:txBody>
      </p:sp>
      <p:sp>
        <p:nvSpPr>
          <p:cNvPr id="8" name="workflow-number-1">
            <a:extLst xmlns:a="http://schemas.openxmlformats.org/drawingml/2006/main">
              <a:ext uri="{FF2B5EF4-FFF2-40B4-BE49-F238E27FC236}">
                <a16:creationId xmlns:a16="http://schemas.microsoft.com/office/drawing/2014/main" id="{097B7D2C-0E6D-4DAD-8620-B2313F055B7C}"/>
              </a:ext>
            </a:extLst>
          </p:cNvPr>
          <p:cNvSpPr>
            <a:spLocks xmlns:a="http://schemas.openxmlformats.org/drawingml/2006/main" noGrp="1"/>
          </p:cNvSpPr>
          <p:nvPr/>
        </p:nvSpPr>
        <p:spPr>
          <a:xfrm xmlns:a="http://schemas.openxmlformats.org/drawingml/2006/main">
            <a:off x="704850" y="1685925"/>
            <a:ext cx="419100" cy="41910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0">
            <a:noFill/>
            <a:prstDash val="solid"/>
          </a:ln>
        </p:spPr>
      </p:sp>
      <p:sp>
        <p:nvSpPr>
          <p:cNvPr id="9" name="workflow-number-text-1">
            <a:extLst xmlns:a="http://schemas.openxmlformats.org/drawingml/2006/main">
              <a:ext uri="{FF2B5EF4-FFF2-40B4-BE49-F238E27FC236}">
                <a16:creationId xmlns:a16="http://schemas.microsoft.com/office/drawing/2014/main" id="{CE6F5083-F6EC-4EA1-92B2-C06B81C855A1}"/>
              </a:ext>
            </a:extLst>
          </p:cNvPr>
          <p:cNvSpPr>
            <a:spLocks xmlns:a="http://schemas.openxmlformats.org/drawingml/2006/main" noGrp="1"/>
          </p:cNvSpPr>
          <p:nvPr/>
        </p:nvSpPr>
        <p:spPr>
          <a:xfrm xmlns:a="http://schemas.openxmlformats.org/drawingml/2006/main">
            <a:off x="704850" y="16954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2367B7"/>
                </a:solidFill>
                <a:latin typeface="Arial"/>
                <a:ea typeface="Arial"/>
                <a:cs typeface="Arial"/>
              </a:defRPr>
            </a:defPPr>
            <a:lvl1pPr algn="ctr">
              <a:defRPr sz="1350" b="1">
                <a:solidFill>
                  <a:srgbClr val="2367B7"/>
                </a:solidFill>
                <a:latin typeface="Arial"/>
                <a:ea typeface="Arial"/>
                <a:cs typeface="Arial"/>
              </a:defRPr>
            </a:lvl1pPr>
            <a:lvl2pPr algn="ctr">
              <a:defRPr sz="1350" b="1">
                <a:solidFill>
                  <a:srgbClr val="2367B7"/>
                </a:solidFill>
                <a:latin typeface="Arial"/>
                <a:ea typeface="Arial"/>
                <a:cs typeface="Arial"/>
              </a:defRPr>
            </a:lvl2pPr>
            <a:lvl3pPr algn="ctr">
              <a:defRPr sz="1350" b="1">
                <a:solidFill>
                  <a:srgbClr val="2367B7"/>
                </a:solidFill>
                <a:latin typeface="Arial"/>
                <a:ea typeface="Arial"/>
                <a:cs typeface="Arial"/>
              </a:defRPr>
            </a:lvl3pPr>
            <a:lvl4pPr algn="ctr">
              <a:defRPr sz="1350" b="1">
                <a:solidFill>
                  <a:srgbClr val="2367B7"/>
                </a:solidFill>
                <a:latin typeface="Arial"/>
                <a:ea typeface="Arial"/>
                <a:cs typeface="Arial"/>
              </a:defRPr>
            </a:lvl4pPr>
            <a:lvl5pPr algn="ctr">
              <a:defRPr sz="1350" b="1">
                <a:solidFill>
                  <a:srgbClr val="2367B7"/>
                </a:solidFill>
                <a:latin typeface="Arial"/>
                <a:ea typeface="Arial"/>
                <a:cs typeface="Arial"/>
              </a:defRPr>
            </a:lvl5pPr>
            <a:lvl6pPr algn="ctr">
              <a:defRPr sz="1350" b="1">
                <a:solidFill>
                  <a:srgbClr val="2367B7"/>
                </a:solidFill>
                <a:latin typeface="Arial"/>
                <a:ea typeface="Arial"/>
                <a:cs typeface="Arial"/>
              </a:defRPr>
            </a:lvl6pPr>
            <a:lvl7pPr algn="ctr">
              <a:defRPr sz="1350" b="1">
                <a:solidFill>
                  <a:srgbClr val="2367B7"/>
                </a:solidFill>
                <a:latin typeface="Arial"/>
                <a:ea typeface="Arial"/>
                <a:cs typeface="Arial"/>
              </a:defRPr>
            </a:lvl7pPr>
            <a:lvl8pPr algn="ctr">
              <a:defRPr sz="1350" b="1">
                <a:solidFill>
                  <a:srgbClr val="2367B7"/>
                </a:solidFill>
                <a:latin typeface="Arial"/>
                <a:ea typeface="Arial"/>
                <a:cs typeface="Arial"/>
              </a:defRPr>
            </a:lvl8pPr>
            <a:lvl9pPr algn="ctr">
              <a:defRPr sz="1350" b="1">
                <a:solidFill>
                  <a:srgbClr val="2367B7"/>
                </a:solidFill>
                <a:latin typeface="Arial"/>
                <a:ea typeface="Arial"/>
                <a:cs typeface="Arial"/>
              </a:defRPr>
            </a:lvl9pPr>
          </a:lstStyle>
          <a:p xmlns:a="http://schemas.openxmlformats.org/drawingml/2006/main">
            <a:pPr algn="ctr">
              <a:lnSpc>
                <a:spcPct val="100000"/>
              </a:lnSpc>
              <a:buNone/>
              <a:defRPr sz="1350" b="1">
                <a:solidFill>
                  <a:srgbClr val="2367B7"/>
                </a:solidFill>
                <a:latin typeface="Arial"/>
                <a:ea typeface="Arial"/>
                <a:cs typeface="Arial"/>
              </a:defRPr>
            </a:pPr>
            <a:r>
              <a:rPr sz="1350" b="1">
                <a:solidFill>
                  <a:srgbClr val="2367B7"/>
                </a:solidFill>
                <a:latin typeface="Arial"/>
                <a:ea typeface="Arial"/>
                <a:cs typeface="Arial"/>
              </a:rPr>
              <a:t>01</a:t>
            </a:r>
          </a:p>
        </p:txBody>
      </p:sp>
      <p:sp>
        <p:nvSpPr>
          <p:cNvPr id="10" name="workflow-heading-1">
            <a:extLst xmlns:a="http://schemas.openxmlformats.org/drawingml/2006/main">
              <a:ext uri="{FF2B5EF4-FFF2-40B4-BE49-F238E27FC236}">
                <a16:creationId xmlns:a16="http://schemas.microsoft.com/office/drawing/2014/main" id="{771FA522-F55C-4B2A-AEA7-6E6003BABA93}"/>
              </a:ext>
            </a:extLst>
          </p:cNvPr>
          <p:cNvSpPr>
            <a:spLocks xmlns:a="http://schemas.openxmlformats.org/drawingml/2006/main" noGrp="1"/>
          </p:cNvSpPr>
          <p:nvPr/>
        </p:nvSpPr>
        <p:spPr>
          <a:xfrm xmlns:a="http://schemas.openxmlformats.org/drawingml/2006/main">
            <a:off x="1390650" y="166687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Select an authorized asset</a:t>
            </a:r>
          </a:p>
        </p:txBody>
      </p:sp>
      <p:sp>
        <p:nvSpPr>
          <p:cNvPr id="11" name="workflow-detail-1">
            <a:extLst xmlns:a="http://schemas.openxmlformats.org/drawingml/2006/main">
              <a:ext uri="{FF2B5EF4-FFF2-40B4-BE49-F238E27FC236}">
                <a16:creationId xmlns:a16="http://schemas.microsoft.com/office/drawing/2014/main" id="{2103FEC7-BCED-4056-A525-2F874D55E4E2}"/>
              </a:ext>
            </a:extLst>
          </p:cNvPr>
          <p:cNvSpPr>
            <a:spLocks xmlns:a="http://schemas.openxmlformats.org/drawingml/2006/main" noGrp="1"/>
          </p:cNvSpPr>
          <p:nvPr/>
        </p:nvSpPr>
        <p:spPr>
          <a:xfrm xmlns:a="http://schemas.openxmlformats.org/drawingml/2006/main">
            <a:off x="1390650" y="194310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The analyst chooses the asset and the appropriate investigation scenario.</a:t>
            </a:r>
          </a:p>
        </p:txBody>
      </p:sp>
      <p:sp>
        <p:nvSpPr>
          <p:cNvPr id="12" name="workflow-rule-1">
            <a:extLst xmlns:a="http://schemas.openxmlformats.org/drawingml/2006/main">
              <a:ext uri="{FF2B5EF4-FFF2-40B4-BE49-F238E27FC236}">
                <a16:creationId xmlns:a16="http://schemas.microsoft.com/office/drawing/2014/main" id="{67823570-E7D1-44BB-B538-D02F215FAB55}"/>
              </a:ext>
            </a:extLst>
          </p:cNvPr>
          <p:cNvSpPr>
            <a:spLocks xmlns:a="http://schemas.openxmlformats.org/drawingml/2006/main" noGrp="1"/>
          </p:cNvSpPr>
          <p:nvPr/>
        </p:nvSpPr>
        <p:spPr>
          <a:xfrm xmlns:a="http://schemas.openxmlformats.org/drawingml/2006/main">
            <a:off x="1390650" y="2257425"/>
            <a:ext cx="98107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3" name="workflow-number-2">
            <a:extLst xmlns:a="http://schemas.openxmlformats.org/drawingml/2006/main">
              <a:ext uri="{FF2B5EF4-FFF2-40B4-BE49-F238E27FC236}">
                <a16:creationId xmlns:a16="http://schemas.microsoft.com/office/drawing/2014/main" id="{8F363B6C-592B-4F71-B219-1F54218DE800}"/>
              </a:ext>
            </a:extLst>
          </p:cNvPr>
          <p:cNvSpPr>
            <a:spLocks xmlns:a="http://schemas.openxmlformats.org/drawingml/2006/main" noGrp="1"/>
          </p:cNvSpPr>
          <p:nvPr/>
        </p:nvSpPr>
        <p:spPr>
          <a:xfrm xmlns:a="http://schemas.openxmlformats.org/drawingml/2006/main">
            <a:off x="704850" y="2324100"/>
            <a:ext cx="419100" cy="419100"/>
          </a:xfrm>
          <a:prstGeom xmlns:a="http://schemas.openxmlformats.org/drawingml/2006/main" prst="roundRect">
            <a:avLst>
              <a:gd name="adj" fmla="val 50000"/>
            </a:avLst>
          </a:prstGeom>
          <a:solidFill xmlns:a="http://schemas.openxmlformats.org/drawingml/2006/main">
            <a:srgbClr val="F0EEFF"/>
          </a:solidFill>
          <a:ln xmlns:a="http://schemas.openxmlformats.org/drawingml/2006/main" w="0">
            <a:noFill/>
            <a:prstDash val="solid"/>
          </a:ln>
        </p:spPr>
      </p:sp>
      <p:sp>
        <p:nvSpPr>
          <p:cNvPr id="14" name="workflow-number-text-2">
            <a:extLst xmlns:a="http://schemas.openxmlformats.org/drawingml/2006/main">
              <a:ext uri="{FF2B5EF4-FFF2-40B4-BE49-F238E27FC236}">
                <a16:creationId xmlns:a16="http://schemas.microsoft.com/office/drawing/2014/main" id="{BF61A9C5-9128-43AE-8951-87BD09EF17EA}"/>
              </a:ext>
            </a:extLst>
          </p:cNvPr>
          <p:cNvSpPr>
            <a:spLocks xmlns:a="http://schemas.openxmlformats.org/drawingml/2006/main" noGrp="1"/>
          </p:cNvSpPr>
          <p:nvPr/>
        </p:nvSpPr>
        <p:spPr>
          <a:xfrm xmlns:a="http://schemas.openxmlformats.org/drawingml/2006/main">
            <a:off x="704850" y="23336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7968F1"/>
                </a:solidFill>
                <a:latin typeface="Arial"/>
                <a:ea typeface="Arial"/>
                <a:cs typeface="Arial"/>
              </a:defRPr>
            </a:defPPr>
            <a:lvl1pPr algn="ctr">
              <a:defRPr sz="1350" b="1">
                <a:solidFill>
                  <a:srgbClr val="7968F1"/>
                </a:solidFill>
                <a:latin typeface="Arial"/>
                <a:ea typeface="Arial"/>
                <a:cs typeface="Arial"/>
              </a:defRPr>
            </a:lvl1pPr>
            <a:lvl2pPr algn="ctr">
              <a:defRPr sz="1350" b="1">
                <a:solidFill>
                  <a:srgbClr val="7968F1"/>
                </a:solidFill>
                <a:latin typeface="Arial"/>
                <a:ea typeface="Arial"/>
                <a:cs typeface="Arial"/>
              </a:defRPr>
            </a:lvl2pPr>
            <a:lvl3pPr algn="ctr">
              <a:defRPr sz="1350" b="1">
                <a:solidFill>
                  <a:srgbClr val="7968F1"/>
                </a:solidFill>
                <a:latin typeface="Arial"/>
                <a:ea typeface="Arial"/>
                <a:cs typeface="Arial"/>
              </a:defRPr>
            </a:lvl3pPr>
            <a:lvl4pPr algn="ctr">
              <a:defRPr sz="1350" b="1">
                <a:solidFill>
                  <a:srgbClr val="7968F1"/>
                </a:solidFill>
                <a:latin typeface="Arial"/>
                <a:ea typeface="Arial"/>
                <a:cs typeface="Arial"/>
              </a:defRPr>
            </a:lvl4pPr>
            <a:lvl5pPr algn="ctr">
              <a:defRPr sz="1350" b="1">
                <a:solidFill>
                  <a:srgbClr val="7968F1"/>
                </a:solidFill>
                <a:latin typeface="Arial"/>
                <a:ea typeface="Arial"/>
                <a:cs typeface="Arial"/>
              </a:defRPr>
            </a:lvl5pPr>
            <a:lvl6pPr algn="ctr">
              <a:defRPr sz="1350" b="1">
                <a:solidFill>
                  <a:srgbClr val="7968F1"/>
                </a:solidFill>
                <a:latin typeface="Arial"/>
                <a:ea typeface="Arial"/>
                <a:cs typeface="Arial"/>
              </a:defRPr>
            </a:lvl6pPr>
            <a:lvl7pPr algn="ctr">
              <a:defRPr sz="1350" b="1">
                <a:solidFill>
                  <a:srgbClr val="7968F1"/>
                </a:solidFill>
                <a:latin typeface="Arial"/>
                <a:ea typeface="Arial"/>
                <a:cs typeface="Arial"/>
              </a:defRPr>
            </a:lvl7pPr>
            <a:lvl8pPr algn="ctr">
              <a:defRPr sz="1350" b="1">
                <a:solidFill>
                  <a:srgbClr val="7968F1"/>
                </a:solidFill>
                <a:latin typeface="Arial"/>
                <a:ea typeface="Arial"/>
                <a:cs typeface="Arial"/>
              </a:defRPr>
            </a:lvl8pPr>
            <a:lvl9pPr algn="ctr">
              <a:defRPr sz="1350" b="1">
                <a:solidFill>
                  <a:srgbClr val="7968F1"/>
                </a:solidFill>
                <a:latin typeface="Arial"/>
                <a:ea typeface="Arial"/>
                <a:cs typeface="Arial"/>
              </a:defRPr>
            </a:lvl9pPr>
          </a:lstStyle>
          <a:p xmlns:a="http://schemas.openxmlformats.org/drawingml/2006/main">
            <a:pPr algn="ctr">
              <a:lnSpc>
                <a:spcPct val="100000"/>
              </a:lnSpc>
              <a:buNone/>
              <a:defRPr sz="1350" b="1">
                <a:solidFill>
                  <a:srgbClr val="7968F1"/>
                </a:solidFill>
                <a:latin typeface="Arial"/>
                <a:ea typeface="Arial"/>
                <a:cs typeface="Arial"/>
              </a:defRPr>
            </a:pPr>
            <a:r>
              <a:rPr sz="1350" b="1">
                <a:solidFill>
                  <a:srgbClr val="7968F1"/>
                </a:solidFill>
                <a:latin typeface="Arial"/>
                <a:ea typeface="Arial"/>
                <a:cs typeface="Arial"/>
              </a:rPr>
              <a:t>02</a:t>
            </a:r>
          </a:p>
        </p:txBody>
      </p:sp>
      <p:sp>
        <p:nvSpPr>
          <p:cNvPr id="15" name="workflow-heading-2">
            <a:extLst xmlns:a="http://schemas.openxmlformats.org/drawingml/2006/main">
              <a:ext uri="{FF2B5EF4-FFF2-40B4-BE49-F238E27FC236}">
                <a16:creationId xmlns:a16="http://schemas.microsoft.com/office/drawing/2014/main" id="{32EE9644-B579-421F-8B74-1DAC6C5D964C}"/>
              </a:ext>
            </a:extLst>
          </p:cNvPr>
          <p:cNvSpPr>
            <a:spLocks xmlns:a="http://schemas.openxmlformats.org/drawingml/2006/main" noGrp="1"/>
          </p:cNvSpPr>
          <p:nvPr/>
        </p:nvSpPr>
        <p:spPr>
          <a:xfrm xmlns:a="http://schemas.openxmlformats.org/drawingml/2006/main">
            <a:off x="1390650" y="23050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Submit the investigation</a:t>
            </a:r>
          </a:p>
        </p:txBody>
      </p:sp>
      <p:sp>
        <p:nvSpPr>
          <p:cNvPr id="16" name="workflow-detail-2">
            <a:extLst xmlns:a="http://schemas.openxmlformats.org/drawingml/2006/main">
              <a:ext uri="{FF2B5EF4-FFF2-40B4-BE49-F238E27FC236}">
                <a16:creationId xmlns:a16="http://schemas.microsoft.com/office/drawing/2014/main" id="{29A366BF-3F2C-4257-9286-3A1B826D4E37}"/>
              </a:ext>
            </a:extLst>
          </p:cNvPr>
          <p:cNvSpPr>
            <a:spLocks xmlns:a="http://schemas.openxmlformats.org/drawingml/2006/main" noGrp="1"/>
          </p:cNvSpPr>
          <p:nvPr/>
        </p:nvSpPr>
        <p:spPr>
          <a:xfrm xmlns:a="http://schemas.openxmlformats.org/drawingml/2006/main">
            <a:off x="1390650" y="258127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The API saves the work item, first attempt, and outbox event transactionally.</a:t>
            </a:r>
          </a:p>
        </p:txBody>
      </p:sp>
      <p:sp>
        <p:nvSpPr>
          <p:cNvPr id="17" name="workflow-rule-2">
            <a:extLst xmlns:a="http://schemas.openxmlformats.org/drawingml/2006/main">
              <a:ext uri="{FF2B5EF4-FFF2-40B4-BE49-F238E27FC236}">
                <a16:creationId xmlns:a16="http://schemas.microsoft.com/office/drawing/2014/main" id="{323D2984-424F-4D1B-BC05-28C7AB03BECF}"/>
              </a:ext>
            </a:extLst>
          </p:cNvPr>
          <p:cNvSpPr>
            <a:spLocks xmlns:a="http://schemas.openxmlformats.org/drawingml/2006/main" noGrp="1"/>
          </p:cNvSpPr>
          <p:nvPr/>
        </p:nvSpPr>
        <p:spPr>
          <a:xfrm xmlns:a="http://schemas.openxmlformats.org/drawingml/2006/main">
            <a:off x="1390650" y="2895600"/>
            <a:ext cx="98107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8" name="workflow-number-3">
            <a:extLst xmlns:a="http://schemas.openxmlformats.org/drawingml/2006/main">
              <a:ext uri="{FF2B5EF4-FFF2-40B4-BE49-F238E27FC236}">
                <a16:creationId xmlns:a16="http://schemas.microsoft.com/office/drawing/2014/main" id="{CAD5DC78-9517-499B-BB96-AE48C06945B6}"/>
              </a:ext>
            </a:extLst>
          </p:cNvPr>
          <p:cNvSpPr>
            <a:spLocks xmlns:a="http://schemas.openxmlformats.org/drawingml/2006/main" noGrp="1"/>
          </p:cNvSpPr>
          <p:nvPr/>
        </p:nvSpPr>
        <p:spPr>
          <a:xfrm xmlns:a="http://schemas.openxmlformats.org/drawingml/2006/main">
            <a:off x="704850" y="2962275"/>
            <a:ext cx="419100" cy="41910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0">
            <a:noFill/>
            <a:prstDash val="solid"/>
          </a:ln>
        </p:spPr>
      </p:sp>
      <p:sp>
        <p:nvSpPr>
          <p:cNvPr id="19" name="workflow-number-text-3">
            <a:extLst xmlns:a="http://schemas.openxmlformats.org/drawingml/2006/main">
              <a:ext uri="{FF2B5EF4-FFF2-40B4-BE49-F238E27FC236}">
                <a16:creationId xmlns:a16="http://schemas.microsoft.com/office/drawing/2014/main" id="{93EB5D3C-6308-4902-9D88-A85AFA04A136}"/>
              </a:ext>
            </a:extLst>
          </p:cNvPr>
          <p:cNvSpPr>
            <a:spLocks xmlns:a="http://schemas.openxmlformats.org/drawingml/2006/main" noGrp="1"/>
          </p:cNvSpPr>
          <p:nvPr/>
        </p:nvSpPr>
        <p:spPr>
          <a:xfrm xmlns:a="http://schemas.openxmlformats.org/drawingml/2006/main">
            <a:off x="704850" y="29718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2367B7"/>
                </a:solidFill>
                <a:latin typeface="Arial"/>
                <a:ea typeface="Arial"/>
                <a:cs typeface="Arial"/>
              </a:defRPr>
            </a:defPPr>
            <a:lvl1pPr algn="ctr">
              <a:defRPr sz="1350" b="1">
                <a:solidFill>
                  <a:srgbClr val="2367B7"/>
                </a:solidFill>
                <a:latin typeface="Arial"/>
                <a:ea typeface="Arial"/>
                <a:cs typeface="Arial"/>
              </a:defRPr>
            </a:lvl1pPr>
            <a:lvl2pPr algn="ctr">
              <a:defRPr sz="1350" b="1">
                <a:solidFill>
                  <a:srgbClr val="2367B7"/>
                </a:solidFill>
                <a:latin typeface="Arial"/>
                <a:ea typeface="Arial"/>
                <a:cs typeface="Arial"/>
              </a:defRPr>
            </a:lvl2pPr>
            <a:lvl3pPr algn="ctr">
              <a:defRPr sz="1350" b="1">
                <a:solidFill>
                  <a:srgbClr val="2367B7"/>
                </a:solidFill>
                <a:latin typeface="Arial"/>
                <a:ea typeface="Arial"/>
                <a:cs typeface="Arial"/>
              </a:defRPr>
            </a:lvl3pPr>
            <a:lvl4pPr algn="ctr">
              <a:defRPr sz="1350" b="1">
                <a:solidFill>
                  <a:srgbClr val="2367B7"/>
                </a:solidFill>
                <a:latin typeface="Arial"/>
                <a:ea typeface="Arial"/>
                <a:cs typeface="Arial"/>
              </a:defRPr>
            </a:lvl4pPr>
            <a:lvl5pPr algn="ctr">
              <a:defRPr sz="1350" b="1">
                <a:solidFill>
                  <a:srgbClr val="2367B7"/>
                </a:solidFill>
                <a:latin typeface="Arial"/>
                <a:ea typeface="Arial"/>
                <a:cs typeface="Arial"/>
              </a:defRPr>
            </a:lvl5pPr>
            <a:lvl6pPr algn="ctr">
              <a:defRPr sz="1350" b="1">
                <a:solidFill>
                  <a:srgbClr val="2367B7"/>
                </a:solidFill>
                <a:latin typeface="Arial"/>
                <a:ea typeface="Arial"/>
                <a:cs typeface="Arial"/>
              </a:defRPr>
            </a:lvl6pPr>
            <a:lvl7pPr algn="ctr">
              <a:defRPr sz="1350" b="1">
                <a:solidFill>
                  <a:srgbClr val="2367B7"/>
                </a:solidFill>
                <a:latin typeface="Arial"/>
                <a:ea typeface="Arial"/>
                <a:cs typeface="Arial"/>
              </a:defRPr>
            </a:lvl7pPr>
            <a:lvl8pPr algn="ctr">
              <a:defRPr sz="1350" b="1">
                <a:solidFill>
                  <a:srgbClr val="2367B7"/>
                </a:solidFill>
                <a:latin typeface="Arial"/>
                <a:ea typeface="Arial"/>
                <a:cs typeface="Arial"/>
              </a:defRPr>
            </a:lvl8pPr>
            <a:lvl9pPr algn="ctr">
              <a:defRPr sz="1350" b="1">
                <a:solidFill>
                  <a:srgbClr val="2367B7"/>
                </a:solidFill>
                <a:latin typeface="Arial"/>
                <a:ea typeface="Arial"/>
                <a:cs typeface="Arial"/>
              </a:defRPr>
            </a:lvl9pPr>
          </a:lstStyle>
          <a:p xmlns:a="http://schemas.openxmlformats.org/drawingml/2006/main">
            <a:pPr algn="ctr">
              <a:lnSpc>
                <a:spcPct val="100000"/>
              </a:lnSpc>
              <a:buNone/>
              <a:defRPr sz="1350" b="1">
                <a:solidFill>
                  <a:srgbClr val="2367B7"/>
                </a:solidFill>
                <a:latin typeface="Arial"/>
                <a:ea typeface="Arial"/>
                <a:cs typeface="Arial"/>
              </a:defRPr>
            </a:pPr>
            <a:r>
              <a:rPr sz="1350" b="1">
                <a:solidFill>
                  <a:srgbClr val="2367B7"/>
                </a:solidFill>
                <a:latin typeface="Arial"/>
                <a:ea typeface="Arial"/>
                <a:cs typeface="Arial"/>
              </a:rPr>
              <a:t>03</a:t>
            </a:r>
          </a:p>
        </p:txBody>
      </p:sp>
      <p:sp>
        <p:nvSpPr>
          <p:cNvPr id="20" name="workflow-heading-3">
            <a:extLst xmlns:a="http://schemas.openxmlformats.org/drawingml/2006/main">
              <a:ext uri="{FF2B5EF4-FFF2-40B4-BE49-F238E27FC236}">
                <a16:creationId xmlns:a16="http://schemas.microsoft.com/office/drawing/2014/main" id="{55924B5D-9DEC-47A7-9AED-11689912B871}"/>
              </a:ext>
            </a:extLst>
          </p:cNvPr>
          <p:cNvSpPr>
            <a:spLocks xmlns:a="http://schemas.openxmlformats.org/drawingml/2006/main" noGrp="1"/>
          </p:cNvSpPr>
          <p:nvPr/>
        </p:nvSpPr>
        <p:spPr>
          <a:xfrm xmlns:a="http://schemas.openxmlformats.org/drawingml/2006/main">
            <a:off x="1390650" y="294322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Dispatch a stable job</a:t>
            </a:r>
          </a:p>
        </p:txBody>
      </p:sp>
      <p:sp>
        <p:nvSpPr>
          <p:cNvPr id="21" name="workflow-detail-3">
            <a:extLst xmlns:a="http://schemas.openxmlformats.org/drawingml/2006/main">
              <a:ext uri="{FF2B5EF4-FFF2-40B4-BE49-F238E27FC236}">
                <a16:creationId xmlns:a16="http://schemas.microsoft.com/office/drawing/2014/main" id="{AFF7972C-8BF9-401F-9B82-C812CE5D4766}"/>
              </a:ext>
            </a:extLst>
          </p:cNvPr>
          <p:cNvSpPr>
            <a:spLocks xmlns:a="http://schemas.openxmlformats.org/drawingml/2006/main" noGrp="1"/>
          </p:cNvSpPr>
          <p:nvPr/>
        </p:nvSpPr>
        <p:spPr>
          <a:xfrm xmlns:a="http://schemas.openxmlformats.org/drawingml/2006/main">
            <a:off x="1390650" y="321945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The dispatcher publishes the attempt to the Redis-backed RQ queue.</a:t>
            </a:r>
          </a:p>
        </p:txBody>
      </p:sp>
      <p:sp>
        <p:nvSpPr>
          <p:cNvPr id="22" name="workflow-rule-3">
            <a:extLst xmlns:a="http://schemas.openxmlformats.org/drawingml/2006/main">
              <a:ext uri="{FF2B5EF4-FFF2-40B4-BE49-F238E27FC236}">
                <a16:creationId xmlns:a16="http://schemas.microsoft.com/office/drawing/2014/main" id="{2AE58A6F-0A22-46B2-9043-58DA3D8E6687}"/>
              </a:ext>
            </a:extLst>
          </p:cNvPr>
          <p:cNvSpPr>
            <a:spLocks xmlns:a="http://schemas.openxmlformats.org/drawingml/2006/main" noGrp="1"/>
          </p:cNvSpPr>
          <p:nvPr/>
        </p:nvSpPr>
        <p:spPr>
          <a:xfrm xmlns:a="http://schemas.openxmlformats.org/drawingml/2006/main">
            <a:off x="1390650" y="3533775"/>
            <a:ext cx="98107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3" name="workflow-number-4">
            <a:extLst xmlns:a="http://schemas.openxmlformats.org/drawingml/2006/main">
              <a:ext uri="{FF2B5EF4-FFF2-40B4-BE49-F238E27FC236}">
                <a16:creationId xmlns:a16="http://schemas.microsoft.com/office/drawing/2014/main" id="{F27AD320-10EB-4926-9BEC-D166C2627A4D}"/>
              </a:ext>
            </a:extLst>
          </p:cNvPr>
          <p:cNvSpPr>
            <a:spLocks xmlns:a="http://schemas.openxmlformats.org/drawingml/2006/main" noGrp="1"/>
          </p:cNvSpPr>
          <p:nvPr/>
        </p:nvSpPr>
        <p:spPr>
          <a:xfrm xmlns:a="http://schemas.openxmlformats.org/drawingml/2006/main">
            <a:off x="704850" y="3600450"/>
            <a:ext cx="419100" cy="419100"/>
          </a:xfrm>
          <a:prstGeom xmlns:a="http://schemas.openxmlformats.org/drawingml/2006/main" prst="roundRect">
            <a:avLst>
              <a:gd name="adj" fmla="val 50000"/>
            </a:avLst>
          </a:prstGeom>
          <a:solidFill xmlns:a="http://schemas.openxmlformats.org/drawingml/2006/main">
            <a:srgbClr val="F0EEFF"/>
          </a:solidFill>
          <a:ln xmlns:a="http://schemas.openxmlformats.org/drawingml/2006/main" w="0">
            <a:noFill/>
            <a:prstDash val="solid"/>
          </a:ln>
        </p:spPr>
      </p:sp>
      <p:sp>
        <p:nvSpPr>
          <p:cNvPr id="24" name="workflow-number-text-4">
            <a:extLst xmlns:a="http://schemas.openxmlformats.org/drawingml/2006/main">
              <a:ext uri="{FF2B5EF4-FFF2-40B4-BE49-F238E27FC236}">
                <a16:creationId xmlns:a16="http://schemas.microsoft.com/office/drawing/2014/main" id="{7507E687-AA88-4D4F-8EB5-DE46089E0D09}"/>
              </a:ext>
            </a:extLst>
          </p:cNvPr>
          <p:cNvSpPr>
            <a:spLocks xmlns:a="http://schemas.openxmlformats.org/drawingml/2006/main" noGrp="1"/>
          </p:cNvSpPr>
          <p:nvPr/>
        </p:nvSpPr>
        <p:spPr>
          <a:xfrm xmlns:a="http://schemas.openxmlformats.org/drawingml/2006/main">
            <a:off x="704850" y="360997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7968F1"/>
                </a:solidFill>
                <a:latin typeface="Arial"/>
                <a:ea typeface="Arial"/>
                <a:cs typeface="Arial"/>
              </a:defRPr>
            </a:defPPr>
            <a:lvl1pPr algn="ctr">
              <a:defRPr sz="1350" b="1">
                <a:solidFill>
                  <a:srgbClr val="7968F1"/>
                </a:solidFill>
                <a:latin typeface="Arial"/>
                <a:ea typeface="Arial"/>
                <a:cs typeface="Arial"/>
              </a:defRPr>
            </a:lvl1pPr>
            <a:lvl2pPr algn="ctr">
              <a:defRPr sz="1350" b="1">
                <a:solidFill>
                  <a:srgbClr val="7968F1"/>
                </a:solidFill>
                <a:latin typeface="Arial"/>
                <a:ea typeface="Arial"/>
                <a:cs typeface="Arial"/>
              </a:defRPr>
            </a:lvl2pPr>
            <a:lvl3pPr algn="ctr">
              <a:defRPr sz="1350" b="1">
                <a:solidFill>
                  <a:srgbClr val="7968F1"/>
                </a:solidFill>
                <a:latin typeface="Arial"/>
                <a:ea typeface="Arial"/>
                <a:cs typeface="Arial"/>
              </a:defRPr>
            </a:lvl3pPr>
            <a:lvl4pPr algn="ctr">
              <a:defRPr sz="1350" b="1">
                <a:solidFill>
                  <a:srgbClr val="7968F1"/>
                </a:solidFill>
                <a:latin typeface="Arial"/>
                <a:ea typeface="Arial"/>
                <a:cs typeface="Arial"/>
              </a:defRPr>
            </a:lvl4pPr>
            <a:lvl5pPr algn="ctr">
              <a:defRPr sz="1350" b="1">
                <a:solidFill>
                  <a:srgbClr val="7968F1"/>
                </a:solidFill>
                <a:latin typeface="Arial"/>
                <a:ea typeface="Arial"/>
                <a:cs typeface="Arial"/>
              </a:defRPr>
            </a:lvl5pPr>
            <a:lvl6pPr algn="ctr">
              <a:defRPr sz="1350" b="1">
                <a:solidFill>
                  <a:srgbClr val="7968F1"/>
                </a:solidFill>
                <a:latin typeface="Arial"/>
                <a:ea typeface="Arial"/>
                <a:cs typeface="Arial"/>
              </a:defRPr>
            </a:lvl6pPr>
            <a:lvl7pPr algn="ctr">
              <a:defRPr sz="1350" b="1">
                <a:solidFill>
                  <a:srgbClr val="7968F1"/>
                </a:solidFill>
                <a:latin typeface="Arial"/>
                <a:ea typeface="Arial"/>
                <a:cs typeface="Arial"/>
              </a:defRPr>
            </a:lvl7pPr>
            <a:lvl8pPr algn="ctr">
              <a:defRPr sz="1350" b="1">
                <a:solidFill>
                  <a:srgbClr val="7968F1"/>
                </a:solidFill>
                <a:latin typeface="Arial"/>
                <a:ea typeface="Arial"/>
                <a:cs typeface="Arial"/>
              </a:defRPr>
            </a:lvl8pPr>
            <a:lvl9pPr algn="ctr">
              <a:defRPr sz="1350" b="1">
                <a:solidFill>
                  <a:srgbClr val="7968F1"/>
                </a:solidFill>
                <a:latin typeface="Arial"/>
                <a:ea typeface="Arial"/>
                <a:cs typeface="Arial"/>
              </a:defRPr>
            </a:lvl9pPr>
          </a:lstStyle>
          <a:p xmlns:a="http://schemas.openxmlformats.org/drawingml/2006/main">
            <a:pPr algn="ctr">
              <a:lnSpc>
                <a:spcPct val="100000"/>
              </a:lnSpc>
              <a:buNone/>
              <a:defRPr sz="1350" b="1">
                <a:solidFill>
                  <a:srgbClr val="7968F1"/>
                </a:solidFill>
                <a:latin typeface="Arial"/>
                <a:ea typeface="Arial"/>
                <a:cs typeface="Arial"/>
              </a:defRPr>
            </a:pPr>
            <a:r>
              <a:rPr sz="1350" b="1">
                <a:solidFill>
                  <a:srgbClr val="7968F1"/>
                </a:solidFill>
                <a:latin typeface="Arial"/>
                <a:ea typeface="Arial"/>
                <a:cs typeface="Arial"/>
              </a:rPr>
              <a:t>04</a:t>
            </a:r>
          </a:p>
        </p:txBody>
      </p:sp>
      <p:sp>
        <p:nvSpPr>
          <p:cNvPr id="25" name="workflow-heading-4">
            <a:extLst xmlns:a="http://schemas.openxmlformats.org/drawingml/2006/main">
              <a:ext uri="{FF2B5EF4-FFF2-40B4-BE49-F238E27FC236}">
                <a16:creationId xmlns:a16="http://schemas.microsoft.com/office/drawing/2014/main" id="{E8ED7D15-8FC2-4F9D-8591-061F38DEC71F}"/>
              </a:ext>
            </a:extLst>
          </p:cNvPr>
          <p:cNvSpPr>
            <a:spLocks xmlns:a="http://schemas.openxmlformats.org/drawingml/2006/main" noGrp="1"/>
          </p:cNvSpPr>
          <p:nvPr/>
        </p:nvSpPr>
        <p:spPr>
          <a:xfrm xmlns:a="http://schemas.openxmlformats.org/drawingml/2006/main">
            <a:off x="1390650" y="35814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Collect bounded evidence</a:t>
            </a:r>
          </a:p>
        </p:txBody>
      </p:sp>
      <p:sp>
        <p:nvSpPr>
          <p:cNvPr id="26" name="workflow-detail-4">
            <a:extLst xmlns:a="http://schemas.openxmlformats.org/drawingml/2006/main">
              <a:ext uri="{FF2B5EF4-FFF2-40B4-BE49-F238E27FC236}">
                <a16:creationId xmlns:a16="http://schemas.microsoft.com/office/drawing/2014/main" id="{B3F78589-0FCB-45CF-B3B1-186CAE3A1681}"/>
              </a:ext>
            </a:extLst>
          </p:cNvPr>
          <p:cNvSpPr>
            <a:spLocks xmlns:a="http://schemas.openxmlformats.org/drawingml/2006/main" noGrp="1"/>
          </p:cNvSpPr>
          <p:nvPr/>
        </p:nvSpPr>
        <p:spPr>
          <a:xfrm xmlns:a="http://schemas.openxmlformats.org/drawingml/2006/main">
            <a:off x="1390650" y="385762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A worker runs selected collectors and records each source result.</a:t>
            </a:r>
          </a:p>
        </p:txBody>
      </p:sp>
      <p:sp>
        <p:nvSpPr>
          <p:cNvPr id="27" name="workflow-rule-4">
            <a:extLst xmlns:a="http://schemas.openxmlformats.org/drawingml/2006/main">
              <a:ext uri="{FF2B5EF4-FFF2-40B4-BE49-F238E27FC236}">
                <a16:creationId xmlns:a16="http://schemas.microsoft.com/office/drawing/2014/main" id="{60D17B19-C7D6-4524-BB92-1A5076919A30}"/>
              </a:ext>
            </a:extLst>
          </p:cNvPr>
          <p:cNvSpPr>
            <a:spLocks xmlns:a="http://schemas.openxmlformats.org/drawingml/2006/main" noGrp="1"/>
          </p:cNvSpPr>
          <p:nvPr/>
        </p:nvSpPr>
        <p:spPr>
          <a:xfrm xmlns:a="http://schemas.openxmlformats.org/drawingml/2006/main">
            <a:off x="1390650" y="4171950"/>
            <a:ext cx="98107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8" name="workflow-number-5">
            <a:extLst xmlns:a="http://schemas.openxmlformats.org/drawingml/2006/main">
              <a:ext uri="{FF2B5EF4-FFF2-40B4-BE49-F238E27FC236}">
                <a16:creationId xmlns:a16="http://schemas.microsoft.com/office/drawing/2014/main" id="{08FCEF67-6DBD-469D-A539-307C9500EDAA}"/>
              </a:ext>
            </a:extLst>
          </p:cNvPr>
          <p:cNvSpPr>
            <a:spLocks xmlns:a="http://schemas.openxmlformats.org/drawingml/2006/main" noGrp="1"/>
          </p:cNvSpPr>
          <p:nvPr/>
        </p:nvSpPr>
        <p:spPr>
          <a:xfrm xmlns:a="http://schemas.openxmlformats.org/drawingml/2006/main">
            <a:off x="704850" y="4238625"/>
            <a:ext cx="419100" cy="41910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0">
            <a:noFill/>
            <a:prstDash val="solid"/>
          </a:ln>
        </p:spPr>
      </p:sp>
      <p:sp>
        <p:nvSpPr>
          <p:cNvPr id="29" name="workflow-number-text-5">
            <a:extLst xmlns:a="http://schemas.openxmlformats.org/drawingml/2006/main">
              <a:ext uri="{FF2B5EF4-FFF2-40B4-BE49-F238E27FC236}">
                <a16:creationId xmlns:a16="http://schemas.microsoft.com/office/drawing/2014/main" id="{75F2D290-11B3-43FD-ADA4-1735F5A5A2E3}"/>
              </a:ext>
            </a:extLst>
          </p:cNvPr>
          <p:cNvSpPr>
            <a:spLocks xmlns:a="http://schemas.openxmlformats.org/drawingml/2006/main" noGrp="1"/>
          </p:cNvSpPr>
          <p:nvPr/>
        </p:nvSpPr>
        <p:spPr>
          <a:xfrm xmlns:a="http://schemas.openxmlformats.org/drawingml/2006/main">
            <a:off x="704850" y="424815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2367B7"/>
                </a:solidFill>
                <a:latin typeface="Arial"/>
                <a:ea typeface="Arial"/>
                <a:cs typeface="Arial"/>
              </a:defRPr>
            </a:defPPr>
            <a:lvl1pPr algn="ctr">
              <a:defRPr sz="1350" b="1">
                <a:solidFill>
                  <a:srgbClr val="2367B7"/>
                </a:solidFill>
                <a:latin typeface="Arial"/>
                <a:ea typeface="Arial"/>
                <a:cs typeface="Arial"/>
              </a:defRPr>
            </a:lvl1pPr>
            <a:lvl2pPr algn="ctr">
              <a:defRPr sz="1350" b="1">
                <a:solidFill>
                  <a:srgbClr val="2367B7"/>
                </a:solidFill>
                <a:latin typeface="Arial"/>
                <a:ea typeface="Arial"/>
                <a:cs typeface="Arial"/>
              </a:defRPr>
            </a:lvl2pPr>
            <a:lvl3pPr algn="ctr">
              <a:defRPr sz="1350" b="1">
                <a:solidFill>
                  <a:srgbClr val="2367B7"/>
                </a:solidFill>
                <a:latin typeface="Arial"/>
                <a:ea typeface="Arial"/>
                <a:cs typeface="Arial"/>
              </a:defRPr>
            </a:lvl3pPr>
            <a:lvl4pPr algn="ctr">
              <a:defRPr sz="1350" b="1">
                <a:solidFill>
                  <a:srgbClr val="2367B7"/>
                </a:solidFill>
                <a:latin typeface="Arial"/>
                <a:ea typeface="Arial"/>
                <a:cs typeface="Arial"/>
              </a:defRPr>
            </a:lvl4pPr>
            <a:lvl5pPr algn="ctr">
              <a:defRPr sz="1350" b="1">
                <a:solidFill>
                  <a:srgbClr val="2367B7"/>
                </a:solidFill>
                <a:latin typeface="Arial"/>
                <a:ea typeface="Arial"/>
                <a:cs typeface="Arial"/>
              </a:defRPr>
            </a:lvl5pPr>
            <a:lvl6pPr algn="ctr">
              <a:defRPr sz="1350" b="1">
                <a:solidFill>
                  <a:srgbClr val="2367B7"/>
                </a:solidFill>
                <a:latin typeface="Arial"/>
                <a:ea typeface="Arial"/>
                <a:cs typeface="Arial"/>
              </a:defRPr>
            </a:lvl6pPr>
            <a:lvl7pPr algn="ctr">
              <a:defRPr sz="1350" b="1">
                <a:solidFill>
                  <a:srgbClr val="2367B7"/>
                </a:solidFill>
                <a:latin typeface="Arial"/>
                <a:ea typeface="Arial"/>
                <a:cs typeface="Arial"/>
              </a:defRPr>
            </a:lvl7pPr>
            <a:lvl8pPr algn="ctr">
              <a:defRPr sz="1350" b="1">
                <a:solidFill>
                  <a:srgbClr val="2367B7"/>
                </a:solidFill>
                <a:latin typeface="Arial"/>
                <a:ea typeface="Arial"/>
                <a:cs typeface="Arial"/>
              </a:defRPr>
            </a:lvl8pPr>
            <a:lvl9pPr algn="ctr">
              <a:defRPr sz="1350" b="1">
                <a:solidFill>
                  <a:srgbClr val="2367B7"/>
                </a:solidFill>
                <a:latin typeface="Arial"/>
                <a:ea typeface="Arial"/>
                <a:cs typeface="Arial"/>
              </a:defRPr>
            </a:lvl9pPr>
          </a:lstStyle>
          <a:p xmlns:a="http://schemas.openxmlformats.org/drawingml/2006/main">
            <a:pPr algn="ctr">
              <a:lnSpc>
                <a:spcPct val="100000"/>
              </a:lnSpc>
              <a:buNone/>
              <a:defRPr sz="1350" b="1">
                <a:solidFill>
                  <a:srgbClr val="2367B7"/>
                </a:solidFill>
                <a:latin typeface="Arial"/>
                <a:ea typeface="Arial"/>
                <a:cs typeface="Arial"/>
              </a:defRPr>
            </a:pPr>
            <a:r>
              <a:rPr sz="1350" b="1">
                <a:solidFill>
                  <a:srgbClr val="2367B7"/>
                </a:solidFill>
                <a:latin typeface="Arial"/>
                <a:ea typeface="Arial"/>
                <a:cs typeface="Arial"/>
              </a:rPr>
              <a:t>05</a:t>
            </a:r>
          </a:p>
        </p:txBody>
      </p:sp>
      <p:sp>
        <p:nvSpPr>
          <p:cNvPr id="30" name="workflow-heading-5">
            <a:extLst xmlns:a="http://schemas.openxmlformats.org/drawingml/2006/main">
              <a:ext uri="{FF2B5EF4-FFF2-40B4-BE49-F238E27FC236}">
                <a16:creationId xmlns:a16="http://schemas.microsoft.com/office/drawing/2014/main" id="{1289B06C-E06E-4B0A-8BF1-1DEF33268C89}"/>
              </a:ext>
            </a:extLst>
          </p:cNvPr>
          <p:cNvSpPr>
            <a:spLocks xmlns:a="http://schemas.openxmlformats.org/drawingml/2006/main" noGrp="1"/>
          </p:cNvSpPr>
          <p:nvPr/>
        </p:nvSpPr>
        <p:spPr>
          <a:xfrm xmlns:a="http://schemas.openxmlformats.org/drawingml/2006/main">
            <a:off x="1390650" y="421957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Review findings</a:t>
            </a:r>
          </a:p>
        </p:txBody>
      </p:sp>
      <p:sp>
        <p:nvSpPr>
          <p:cNvPr id="31" name="workflow-detail-5">
            <a:extLst xmlns:a="http://schemas.openxmlformats.org/drawingml/2006/main">
              <a:ext uri="{FF2B5EF4-FFF2-40B4-BE49-F238E27FC236}">
                <a16:creationId xmlns:a16="http://schemas.microsoft.com/office/drawing/2014/main" id="{E9F0E8EB-F744-486C-8D5B-ED6584F92CAC}"/>
              </a:ext>
            </a:extLst>
          </p:cNvPr>
          <p:cNvSpPr>
            <a:spLocks xmlns:a="http://schemas.openxmlformats.org/drawingml/2006/main" noGrp="1"/>
          </p:cNvSpPr>
          <p:nvPr/>
        </p:nvSpPr>
        <p:spPr>
          <a:xfrm xmlns:a="http://schemas.openxmlformats.org/drawingml/2006/main">
            <a:off x="1390650" y="449580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The analyst checks evidence and confirms whether candidate findings apply.</a:t>
            </a:r>
          </a:p>
        </p:txBody>
      </p:sp>
      <p:sp>
        <p:nvSpPr>
          <p:cNvPr id="32" name="workflow-rule-5">
            <a:extLst xmlns:a="http://schemas.openxmlformats.org/drawingml/2006/main">
              <a:ext uri="{FF2B5EF4-FFF2-40B4-BE49-F238E27FC236}">
                <a16:creationId xmlns:a16="http://schemas.microsoft.com/office/drawing/2014/main" id="{C7D02FDA-3969-4B7B-A90A-8FDF6489D6C7}"/>
              </a:ext>
            </a:extLst>
          </p:cNvPr>
          <p:cNvSpPr>
            <a:spLocks xmlns:a="http://schemas.openxmlformats.org/drawingml/2006/main" noGrp="1"/>
          </p:cNvSpPr>
          <p:nvPr/>
        </p:nvSpPr>
        <p:spPr>
          <a:xfrm xmlns:a="http://schemas.openxmlformats.org/drawingml/2006/main">
            <a:off x="1390650" y="4810125"/>
            <a:ext cx="98107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33" name="workflow-number-6">
            <a:extLst xmlns:a="http://schemas.openxmlformats.org/drawingml/2006/main">
              <a:ext uri="{FF2B5EF4-FFF2-40B4-BE49-F238E27FC236}">
                <a16:creationId xmlns:a16="http://schemas.microsoft.com/office/drawing/2014/main" id="{4D39C85A-5BB5-4A3C-A0D2-DADF67180620}"/>
              </a:ext>
            </a:extLst>
          </p:cNvPr>
          <p:cNvSpPr>
            <a:spLocks xmlns:a="http://schemas.openxmlformats.org/drawingml/2006/main" noGrp="1"/>
          </p:cNvSpPr>
          <p:nvPr/>
        </p:nvSpPr>
        <p:spPr>
          <a:xfrm xmlns:a="http://schemas.openxmlformats.org/drawingml/2006/main">
            <a:off x="704850" y="4876800"/>
            <a:ext cx="419100" cy="419100"/>
          </a:xfrm>
          <a:prstGeom xmlns:a="http://schemas.openxmlformats.org/drawingml/2006/main" prst="roundRect">
            <a:avLst>
              <a:gd name="adj" fmla="val 50000"/>
            </a:avLst>
          </a:prstGeom>
          <a:solidFill xmlns:a="http://schemas.openxmlformats.org/drawingml/2006/main">
            <a:srgbClr val="F0EEFF"/>
          </a:solidFill>
          <a:ln xmlns:a="http://schemas.openxmlformats.org/drawingml/2006/main" w="0">
            <a:noFill/>
            <a:prstDash val="solid"/>
          </a:ln>
        </p:spPr>
      </p:sp>
      <p:sp>
        <p:nvSpPr>
          <p:cNvPr id="34" name="workflow-number-text-6">
            <a:extLst xmlns:a="http://schemas.openxmlformats.org/drawingml/2006/main">
              <a:ext uri="{FF2B5EF4-FFF2-40B4-BE49-F238E27FC236}">
                <a16:creationId xmlns:a16="http://schemas.microsoft.com/office/drawing/2014/main" id="{F8A31ED1-612C-4C9C-8B6F-88428B28CBE5}"/>
              </a:ext>
            </a:extLst>
          </p:cNvPr>
          <p:cNvSpPr>
            <a:spLocks xmlns:a="http://schemas.openxmlformats.org/drawingml/2006/main" noGrp="1"/>
          </p:cNvSpPr>
          <p:nvPr/>
        </p:nvSpPr>
        <p:spPr>
          <a:xfrm xmlns:a="http://schemas.openxmlformats.org/drawingml/2006/main">
            <a:off x="704850" y="4886325"/>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7968F1"/>
                </a:solidFill>
                <a:latin typeface="Arial"/>
                <a:ea typeface="Arial"/>
                <a:cs typeface="Arial"/>
              </a:defRPr>
            </a:defPPr>
            <a:lvl1pPr algn="ctr">
              <a:defRPr sz="1350" b="1">
                <a:solidFill>
                  <a:srgbClr val="7968F1"/>
                </a:solidFill>
                <a:latin typeface="Arial"/>
                <a:ea typeface="Arial"/>
                <a:cs typeface="Arial"/>
              </a:defRPr>
            </a:lvl1pPr>
            <a:lvl2pPr algn="ctr">
              <a:defRPr sz="1350" b="1">
                <a:solidFill>
                  <a:srgbClr val="7968F1"/>
                </a:solidFill>
                <a:latin typeface="Arial"/>
                <a:ea typeface="Arial"/>
                <a:cs typeface="Arial"/>
              </a:defRPr>
            </a:lvl2pPr>
            <a:lvl3pPr algn="ctr">
              <a:defRPr sz="1350" b="1">
                <a:solidFill>
                  <a:srgbClr val="7968F1"/>
                </a:solidFill>
                <a:latin typeface="Arial"/>
                <a:ea typeface="Arial"/>
                <a:cs typeface="Arial"/>
              </a:defRPr>
            </a:lvl3pPr>
            <a:lvl4pPr algn="ctr">
              <a:defRPr sz="1350" b="1">
                <a:solidFill>
                  <a:srgbClr val="7968F1"/>
                </a:solidFill>
                <a:latin typeface="Arial"/>
                <a:ea typeface="Arial"/>
                <a:cs typeface="Arial"/>
              </a:defRPr>
            </a:lvl4pPr>
            <a:lvl5pPr algn="ctr">
              <a:defRPr sz="1350" b="1">
                <a:solidFill>
                  <a:srgbClr val="7968F1"/>
                </a:solidFill>
                <a:latin typeface="Arial"/>
                <a:ea typeface="Arial"/>
                <a:cs typeface="Arial"/>
              </a:defRPr>
            </a:lvl5pPr>
            <a:lvl6pPr algn="ctr">
              <a:defRPr sz="1350" b="1">
                <a:solidFill>
                  <a:srgbClr val="7968F1"/>
                </a:solidFill>
                <a:latin typeface="Arial"/>
                <a:ea typeface="Arial"/>
                <a:cs typeface="Arial"/>
              </a:defRPr>
            </a:lvl6pPr>
            <a:lvl7pPr algn="ctr">
              <a:defRPr sz="1350" b="1">
                <a:solidFill>
                  <a:srgbClr val="7968F1"/>
                </a:solidFill>
                <a:latin typeface="Arial"/>
                <a:ea typeface="Arial"/>
                <a:cs typeface="Arial"/>
              </a:defRPr>
            </a:lvl7pPr>
            <a:lvl8pPr algn="ctr">
              <a:defRPr sz="1350" b="1">
                <a:solidFill>
                  <a:srgbClr val="7968F1"/>
                </a:solidFill>
                <a:latin typeface="Arial"/>
                <a:ea typeface="Arial"/>
                <a:cs typeface="Arial"/>
              </a:defRPr>
            </a:lvl8pPr>
            <a:lvl9pPr algn="ctr">
              <a:defRPr sz="1350" b="1">
                <a:solidFill>
                  <a:srgbClr val="7968F1"/>
                </a:solidFill>
                <a:latin typeface="Arial"/>
                <a:ea typeface="Arial"/>
                <a:cs typeface="Arial"/>
              </a:defRPr>
            </a:lvl9pPr>
          </a:lstStyle>
          <a:p xmlns:a="http://schemas.openxmlformats.org/drawingml/2006/main">
            <a:pPr algn="ctr">
              <a:lnSpc>
                <a:spcPct val="100000"/>
              </a:lnSpc>
              <a:buNone/>
              <a:defRPr sz="1350" b="1">
                <a:solidFill>
                  <a:srgbClr val="7968F1"/>
                </a:solidFill>
                <a:latin typeface="Arial"/>
                <a:ea typeface="Arial"/>
                <a:cs typeface="Arial"/>
              </a:defRPr>
            </a:pPr>
            <a:r>
              <a:rPr sz="1350" b="1">
                <a:solidFill>
                  <a:srgbClr val="7968F1"/>
                </a:solidFill>
                <a:latin typeface="Arial"/>
                <a:ea typeface="Arial"/>
                <a:cs typeface="Arial"/>
              </a:rPr>
              <a:t>06</a:t>
            </a:r>
          </a:p>
        </p:txBody>
      </p:sp>
      <p:sp>
        <p:nvSpPr>
          <p:cNvPr id="35" name="workflow-heading-6">
            <a:extLst xmlns:a="http://schemas.openxmlformats.org/drawingml/2006/main">
              <a:ext uri="{FF2B5EF4-FFF2-40B4-BE49-F238E27FC236}">
                <a16:creationId xmlns:a16="http://schemas.microsoft.com/office/drawing/2014/main" id="{5D004E8F-D7E8-411E-AF38-C311F04445CF}"/>
              </a:ext>
            </a:extLst>
          </p:cNvPr>
          <p:cNvSpPr>
            <a:spLocks xmlns:a="http://schemas.openxmlformats.org/drawingml/2006/main" noGrp="1"/>
          </p:cNvSpPr>
          <p:nvPr/>
        </p:nvSpPr>
        <p:spPr>
          <a:xfrm xmlns:a="http://schemas.openxmlformats.org/drawingml/2006/main">
            <a:off x="1390650" y="485775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Track response work</a:t>
            </a:r>
          </a:p>
        </p:txBody>
      </p:sp>
      <p:sp>
        <p:nvSpPr>
          <p:cNvPr id="36" name="workflow-detail-6">
            <a:extLst xmlns:a="http://schemas.openxmlformats.org/drawingml/2006/main">
              <a:ext uri="{FF2B5EF4-FFF2-40B4-BE49-F238E27FC236}">
                <a16:creationId xmlns:a16="http://schemas.microsoft.com/office/drawing/2014/main" id="{6B3D3F10-318B-4BFC-BFA7-278B172549CF}"/>
              </a:ext>
            </a:extLst>
          </p:cNvPr>
          <p:cNvSpPr>
            <a:spLocks xmlns:a="http://schemas.openxmlformats.org/drawingml/2006/main" noGrp="1"/>
          </p:cNvSpPr>
          <p:nvPr/>
        </p:nvSpPr>
        <p:spPr>
          <a:xfrm xmlns:a="http://schemas.openxmlformats.org/drawingml/2006/main">
            <a:off x="1390650" y="5133975"/>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Cases, playbook tasks, and remediation plans record analyst actions.</a:t>
            </a:r>
          </a:p>
        </p:txBody>
      </p:sp>
      <p:sp>
        <p:nvSpPr>
          <p:cNvPr id="37" name="workflow-rule-6">
            <a:extLst xmlns:a="http://schemas.openxmlformats.org/drawingml/2006/main">
              <a:ext uri="{FF2B5EF4-FFF2-40B4-BE49-F238E27FC236}">
                <a16:creationId xmlns:a16="http://schemas.microsoft.com/office/drawing/2014/main" id="{48367087-9936-4DDF-B1F1-C8A0D6BE6371}"/>
              </a:ext>
            </a:extLst>
          </p:cNvPr>
          <p:cNvSpPr>
            <a:spLocks xmlns:a="http://schemas.openxmlformats.org/drawingml/2006/main" noGrp="1"/>
          </p:cNvSpPr>
          <p:nvPr/>
        </p:nvSpPr>
        <p:spPr>
          <a:xfrm xmlns:a="http://schemas.openxmlformats.org/drawingml/2006/main">
            <a:off x="1390650" y="5448300"/>
            <a:ext cx="981075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38" name="workflow-number-7">
            <a:extLst xmlns:a="http://schemas.openxmlformats.org/drawingml/2006/main">
              <a:ext uri="{FF2B5EF4-FFF2-40B4-BE49-F238E27FC236}">
                <a16:creationId xmlns:a16="http://schemas.microsoft.com/office/drawing/2014/main" id="{86F63EE4-FE16-494D-B2E2-30F4FE1395EC}"/>
              </a:ext>
            </a:extLst>
          </p:cNvPr>
          <p:cNvSpPr>
            <a:spLocks xmlns:a="http://schemas.openxmlformats.org/drawingml/2006/main" noGrp="1"/>
          </p:cNvSpPr>
          <p:nvPr/>
        </p:nvSpPr>
        <p:spPr>
          <a:xfrm xmlns:a="http://schemas.openxmlformats.org/drawingml/2006/main">
            <a:off x="704850" y="5514975"/>
            <a:ext cx="419100" cy="41910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0">
            <a:noFill/>
            <a:prstDash val="solid"/>
          </a:ln>
        </p:spPr>
      </p:sp>
      <p:sp>
        <p:nvSpPr>
          <p:cNvPr id="39" name="workflow-number-text-7">
            <a:extLst xmlns:a="http://schemas.openxmlformats.org/drawingml/2006/main">
              <a:ext uri="{FF2B5EF4-FFF2-40B4-BE49-F238E27FC236}">
                <a16:creationId xmlns:a16="http://schemas.microsoft.com/office/drawing/2014/main" id="{69F86F5C-9E33-4ADC-AB08-5A07DD16C7CD}"/>
              </a:ext>
            </a:extLst>
          </p:cNvPr>
          <p:cNvSpPr>
            <a:spLocks xmlns:a="http://schemas.openxmlformats.org/drawingml/2006/main" noGrp="1"/>
          </p:cNvSpPr>
          <p:nvPr/>
        </p:nvSpPr>
        <p:spPr>
          <a:xfrm xmlns:a="http://schemas.openxmlformats.org/drawingml/2006/main">
            <a:off x="704850" y="5524500"/>
            <a:ext cx="41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2367B7"/>
                </a:solidFill>
                <a:latin typeface="Arial"/>
                <a:ea typeface="Arial"/>
                <a:cs typeface="Arial"/>
              </a:defRPr>
            </a:defPPr>
            <a:lvl1pPr algn="ctr">
              <a:defRPr sz="1350" b="1">
                <a:solidFill>
                  <a:srgbClr val="2367B7"/>
                </a:solidFill>
                <a:latin typeface="Arial"/>
                <a:ea typeface="Arial"/>
                <a:cs typeface="Arial"/>
              </a:defRPr>
            </a:lvl1pPr>
            <a:lvl2pPr algn="ctr">
              <a:defRPr sz="1350" b="1">
                <a:solidFill>
                  <a:srgbClr val="2367B7"/>
                </a:solidFill>
                <a:latin typeface="Arial"/>
                <a:ea typeface="Arial"/>
                <a:cs typeface="Arial"/>
              </a:defRPr>
            </a:lvl2pPr>
            <a:lvl3pPr algn="ctr">
              <a:defRPr sz="1350" b="1">
                <a:solidFill>
                  <a:srgbClr val="2367B7"/>
                </a:solidFill>
                <a:latin typeface="Arial"/>
                <a:ea typeface="Arial"/>
                <a:cs typeface="Arial"/>
              </a:defRPr>
            </a:lvl3pPr>
            <a:lvl4pPr algn="ctr">
              <a:defRPr sz="1350" b="1">
                <a:solidFill>
                  <a:srgbClr val="2367B7"/>
                </a:solidFill>
                <a:latin typeface="Arial"/>
                <a:ea typeface="Arial"/>
                <a:cs typeface="Arial"/>
              </a:defRPr>
            </a:lvl4pPr>
            <a:lvl5pPr algn="ctr">
              <a:defRPr sz="1350" b="1">
                <a:solidFill>
                  <a:srgbClr val="2367B7"/>
                </a:solidFill>
                <a:latin typeface="Arial"/>
                <a:ea typeface="Arial"/>
                <a:cs typeface="Arial"/>
              </a:defRPr>
            </a:lvl5pPr>
            <a:lvl6pPr algn="ctr">
              <a:defRPr sz="1350" b="1">
                <a:solidFill>
                  <a:srgbClr val="2367B7"/>
                </a:solidFill>
                <a:latin typeface="Arial"/>
                <a:ea typeface="Arial"/>
                <a:cs typeface="Arial"/>
              </a:defRPr>
            </a:lvl6pPr>
            <a:lvl7pPr algn="ctr">
              <a:defRPr sz="1350" b="1">
                <a:solidFill>
                  <a:srgbClr val="2367B7"/>
                </a:solidFill>
                <a:latin typeface="Arial"/>
                <a:ea typeface="Arial"/>
                <a:cs typeface="Arial"/>
              </a:defRPr>
            </a:lvl7pPr>
            <a:lvl8pPr algn="ctr">
              <a:defRPr sz="1350" b="1">
                <a:solidFill>
                  <a:srgbClr val="2367B7"/>
                </a:solidFill>
                <a:latin typeface="Arial"/>
                <a:ea typeface="Arial"/>
                <a:cs typeface="Arial"/>
              </a:defRPr>
            </a:lvl8pPr>
            <a:lvl9pPr algn="ctr">
              <a:defRPr sz="1350" b="1">
                <a:solidFill>
                  <a:srgbClr val="2367B7"/>
                </a:solidFill>
                <a:latin typeface="Arial"/>
                <a:ea typeface="Arial"/>
                <a:cs typeface="Arial"/>
              </a:defRPr>
            </a:lvl9pPr>
          </a:lstStyle>
          <a:p xmlns:a="http://schemas.openxmlformats.org/drawingml/2006/main">
            <a:pPr algn="ctr">
              <a:lnSpc>
                <a:spcPct val="100000"/>
              </a:lnSpc>
              <a:buNone/>
              <a:defRPr sz="1350" b="1">
                <a:solidFill>
                  <a:srgbClr val="2367B7"/>
                </a:solidFill>
                <a:latin typeface="Arial"/>
                <a:ea typeface="Arial"/>
                <a:cs typeface="Arial"/>
              </a:defRPr>
            </a:pPr>
            <a:r>
              <a:rPr sz="1350" b="1">
                <a:solidFill>
                  <a:srgbClr val="2367B7"/>
                </a:solidFill>
                <a:latin typeface="Arial"/>
                <a:ea typeface="Arial"/>
                <a:cs typeface="Arial"/>
              </a:rPr>
              <a:t>07</a:t>
            </a:r>
          </a:p>
        </p:txBody>
      </p:sp>
      <p:sp>
        <p:nvSpPr>
          <p:cNvPr id="40" name="workflow-heading-7">
            <a:extLst xmlns:a="http://schemas.openxmlformats.org/drawingml/2006/main">
              <a:ext uri="{FF2B5EF4-FFF2-40B4-BE49-F238E27FC236}">
                <a16:creationId xmlns:a16="http://schemas.microsoft.com/office/drawing/2014/main" id="{E02C12A6-2879-430D-8E27-821A3765F8F8}"/>
              </a:ext>
            </a:extLst>
          </p:cNvPr>
          <p:cNvSpPr>
            <a:spLocks xmlns:a="http://schemas.openxmlformats.org/drawingml/2006/main" noGrp="1"/>
          </p:cNvSpPr>
          <p:nvPr/>
        </p:nvSpPr>
        <p:spPr>
          <a:xfrm xmlns:a="http://schemas.openxmlformats.org/drawingml/2006/main">
            <a:off x="1390650" y="5495925"/>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Save a report snapshot</a:t>
            </a:r>
          </a:p>
        </p:txBody>
      </p:sp>
      <p:sp>
        <p:nvSpPr>
          <p:cNvPr id="41" name="workflow-detail-7">
            <a:extLst xmlns:a="http://schemas.openxmlformats.org/drawingml/2006/main">
              <a:ext uri="{FF2B5EF4-FFF2-40B4-BE49-F238E27FC236}">
                <a16:creationId xmlns:a16="http://schemas.microsoft.com/office/drawing/2014/main" id="{95BD3595-E4E4-4EFF-9878-5B26173C7A2F}"/>
              </a:ext>
            </a:extLst>
          </p:cNvPr>
          <p:cNvSpPr>
            <a:spLocks xmlns:a="http://schemas.openxmlformats.org/drawingml/2006/main" noGrp="1"/>
          </p:cNvSpPr>
          <p:nvPr/>
        </p:nvSpPr>
        <p:spPr>
          <a:xfrm xmlns:a="http://schemas.openxmlformats.org/drawingml/2006/main">
            <a:off x="1390650" y="5772150"/>
            <a:ext cx="981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PDF or JSON output preserves the state captured at report creation.</a:t>
            </a:r>
          </a:p>
        </p:txBody>
      </p:sp>
    </p:spTree>
    <p:extLst>
      <p:ext uri="{BB962C8B-B14F-4D97-AF65-F5344CB8AC3E}">
        <p14:creationId xmlns:p14="http://schemas.microsoft.com/office/powerpoint/2010/main" val="1953025601"/>
      </p:ext>
    </p:extLst>
  </p:cSld>
</p:sld>
</file>

<file path=ppt/slides/slide6.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32" name="slide-6-title">
            <a:extLst xmlns:a="http://schemas.openxmlformats.org/drawingml/2006/main">
              <a:ext uri="{FF2B5EF4-FFF2-40B4-BE49-F238E27FC236}">
                <a16:creationId xmlns:a16="http://schemas.microsoft.com/office/drawing/2014/main" id="{77E62BAA-9C8C-4638-9021-EFE01F74D278}"/>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Key modules</a:t>
            </a:r>
          </a:p>
        </p:txBody>
      </p:sp>
      <p:sp>
        <p:nvSpPr>
          <p:cNvPr id="2" name="slide-6-accent-blue">
            <a:extLst xmlns:a="http://schemas.openxmlformats.org/drawingml/2006/main">
              <a:ext uri="{FF2B5EF4-FFF2-40B4-BE49-F238E27FC236}">
                <a16:creationId xmlns:a16="http://schemas.microsoft.com/office/drawing/2014/main" id="{9BFE4FE3-DAE1-4273-8C68-30E0FBC2CC61}"/>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6-accent-iris">
            <a:extLst xmlns:a="http://schemas.openxmlformats.org/drawingml/2006/main">
              <a:ext uri="{FF2B5EF4-FFF2-40B4-BE49-F238E27FC236}">
                <a16:creationId xmlns:a16="http://schemas.microsoft.com/office/drawing/2014/main" id="{7F3361A7-1E3C-4A32-8B21-496EF18E1317}"/>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6-subtitle">
            <a:extLst xmlns:a="http://schemas.openxmlformats.org/drawingml/2006/main">
              <a:ext uri="{FF2B5EF4-FFF2-40B4-BE49-F238E27FC236}">
                <a16:creationId xmlns:a16="http://schemas.microsoft.com/office/drawing/2014/main" id="{18BC317E-E4AD-4671-98A2-07FD764EB564}"/>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Each module shares authenticated records, evidence references, and audit context.</a:t>
            </a:r>
          </a:p>
        </p:txBody>
      </p:sp>
      <p:sp>
        <p:nvSpPr>
          <p:cNvPr id="5" name="slide-6-footer-rule">
            <a:extLst xmlns:a="http://schemas.openxmlformats.org/drawingml/2006/main">
              <a:ext uri="{FF2B5EF4-FFF2-40B4-BE49-F238E27FC236}">
                <a16:creationId xmlns:a16="http://schemas.microsoft.com/office/drawing/2014/main" id="{F7AE16C1-A7AB-4C53-8FB9-76ADC5598246}"/>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6-footer">
            <a:extLst xmlns:a="http://schemas.openxmlformats.org/drawingml/2006/main">
              <a:ext uri="{FF2B5EF4-FFF2-40B4-BE49-F238E27FC236}">
                <a16:creationId xmlns:a16="http://schemas.microsoft.com/office/drawing/2014/main" id="{70417A28-96C9-4876-B7BD-2174A47BB60E}"/>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6-page">
            <a:extLst xmlns:a="http://schemas.openxmlformats.org/drawingml/2006/main">
              <a:ext uri="{FF2B5EF4-FFF2-40B4-BE49-F238E27FC236}">
                <a16:creationId xmlns:a16="http://schemas.microsoft.com/office/drawing/2014/main" id="{47C2B115-2D5E-4F75-B75A-5A184807F0C1}"/>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06</a:t>
            </a:r>
          </a:p>
        </p:txBody>
      </p:sp>
      <p:sp>
        <p:nvSpPr>
          <p:cNvPr id="8" name="module-01-number">
            <a:extLst xmlns:a="http://schemas.openxmlformats.org/drawingml/2006/main">
              <a:ext uri="{FF2B5EF4-FFF2-40B4-BE49-F238E27FC236}">
                <a16:creationId xmlns:a16="http://schemas.microsoft.com/office/drawing/2014/main" id="{8E8A0D39-D71C-48FD-B39A-8D72A87E07FE}"/>
              </a:ext>
            </a:extLst>
          </p:cNvPr>
          <p:cNvSpPr>
            <a:spLocks xmlns:a="http://schemas.openxmlformats.org/drawingml/2006/main" noGrp="1"/>
          </p:cNvSpPr>
          <p:nvPr/>
        </p:nvSpPr>
        <p:spPr>
          <a:xfrm xmlns:a="http://schemas.openxmlformats.org/drawingml/2006/main">
            <a:off x="704850" y="17240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64A5FF"/>
                </a:solidFill>
                <a:latin typeface="Arial"/>
                <a:ea typeface="Arial"/>
                <a:cs typeface="Arial"/>
              </a:defRPr>
            </a:defPPr>
            <a:lvl1pPr algn="l">
              <a:defRPr sz="2400" b="1">
                <a:solidFill>
                  <a:srgbClr val="64A5FF"/>
                </a:solidFill>
                <a:latin typeface="Arial"/>
                <a:ea typeface="Arial"/>
                <a:cs typeface="Arial"/>
              </a:defRPr>
            </a:lvl1pPr>
            <a:lvl2pPr algn="l">
              <a:defRPr sz="2400" b="1">
                <a:solidFill>
                  <a:srgbClr val="64A5FF"/>
                </a:solidFill>
                <a:latin typeface="Arial"/>
                <a:ea typeface="Arial"/>
                <a:cs typeface="Arial"/>
              </a:defRPr>
            </a:lvl2pPr>
            <a:lvl3pPr algn="l">
              <a:defRPr sz="2400" b="1">
                <a:solidFill>
                  <a:srgbClr val="64A5FF"/>
                </a:solidFill>
                <a:latin typeface="Arial"/>
                <a:ea typeface="Arial"/>
                <a:cs typeface="Arial"/>
              </a:defRPr>
            </a:lvl3pPr>
            <a:lvl4pPr algn="l">
              <a:defRPr sz="2400" b="1">
                <a:solidFill>
                  <a:srgbClr val="64A5FF"/>
                </a:solidFill>
                <a:latin typeface="Arial"/>
                <a:ea typeface="Arial"/>
                <a:cs typeface="Arial"/>
              </a:defRPr>
            </a:lvl4pPr>
            <a:lvl5pPr algn="l">
              <a:defRPr sz="2400" b="1">
                <a:solidFill>
                  <a:srgbClr val="64A5FF"/>
                </a:solidFill>
                <a:latin typeface="Arial"/>
                <a:ea typeface="Arial"/>
                <a:cs typeface="Arial"/>
              </a:defRPr>
            </a:lvl5pPr>
            <a:lvl6pPr algn="l">
              <a:defRPr sz="2400" b="1">
                <a:solidFill>
                  <a:srgbClr val="64A5FF"/>
                </a:solidFill>
                <a:latin typeface="Arial"/>
                <a:ea typeface="Arial"/>
                <a:cs typeface="Arial"/>
              </a:defRPr>
            </a:lvl6pPr>
            <a:lvl7pPr algn="l">
              <a:defRPr sz="2400" b="1">
                <a:solidFill>
                  <a:srgbClr val="64A5FF"/>
                </a:solidFill>
                <a:latin typeface="Arial"/>
                <a:ea typeface="Arial"/>
                <a:cs typeface="Arial"/>
              </a:defRPr>
            </a:lvl7pPr>
            <a:lvl8pPr algn="l">
              <a:defRPr sz="2400" b="1">
                <a:solidFill>
                  <a:srgbClr val="64A5FF"/>
                </a:solidFill>
                <a:latin typeface="Arial"/>
                <a:ea typeface="Arial"/>
                <a:cs typeface="Arial"/>
              </a:defRPr>
            </a:lvl8pPr>
            <a:lvl9pPr algn="l">
              <a:defRPr sz="2400" b="1">
                <a:solidFill>
                  <a:srgbClr val="64A5FF"/>
                </a:solidFill>
                <a:latin typeface="Arial"/>
                <a:ea typeface="Arial"/>
                <a:cs typeface="Arial"/>
              </a:defRPr>
            </a:lvl9pPr>
          </a:lstStyle>
          <a:p xmlns:a="http://schemas.openxmlformats.org/drawingml/2006/main">
            <a:pPr algn="l">
              <a:lnSpc>
                <a:spcPct val="100000"/>
              </a:lnSpc>
              <a:buNone/>
              <a:defRPr sz="2400" b="1">
                <a:solidFill>
                  <a:srgbClr val="64A5FF"/>
                </a:solidFill>
                <a:latin typeface="Arial"/>
                <a:ea typeface="Arial"/>
                <a:cs typeface="Arial"/>
              </a:defRPr>
            </a:pPr>
            <a:r>
              <a:rPr sz="2400" b="1">
                <a:solidFill>
                  <a:srgbClr val="64A5FF"/>
                </a:solidFill>
                <a:latin typeface="Arial"/>
                <a:ea typeface="Arial"/>
                <a:cs typeface="Arial"/>
              </a:rPr>
              <a:t>01</a:t>
            </a:r>
          </a:p>
        </p:txBody>
      </p:sp>
      <p:sp>
        <p:nvSpPr>
          <p:cNvPr id="9" name="module-01-heading">
            <a:extLst xmlns:a="http://schemas.openxmlformats.org/drawingml/2006/main">
              <a:ext uri="{FF2B5EF4-FFF2-40B4-BE49-F238E27FC236}">
                <a16:creationId xmlns:a16="http://schemas.microsoft.com/office/drawing/2014/main" id="{4E016184-B259-46E1-A2F7-5837411E65D7}"/>
              </a:ext>
            </a:extLst>
          </p:cNvPr>
          <p:cNvSpPr>
            <a:spLocks xmlns:a="http://schemas.openxmlformats.org/drawingml/2006/main" noGrp="1"/>
          </p:cNvSpPr>
          <p:nvPr/>
        </p:nvSpPr>
        <p:spPr>
          <a:xfrm xmlns:a="http://schemas.openxmlformats.org/drawingml/2006/main">
            <a:off x="1390650" y="17240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Assets &amp; authorizations</a:t>
            </a:r>
          </a:p>
        </p:txBody>
      </p:sp>
      <p:sp>
        <p:nvSpPr>
          <p:cNvPr id="10" name="module-01-body">
            <a:extLst xmlns:a="http://schemas.openxmlformats.org/drawingml/2006/main">
              <a:ext uri="{FF2B5EF4-FFF2-40B4-BE49-F238E27FC236}">
                <a16:creationId xmlns:a16="http://schemas.microsoft.com/office/drawing/2014/main" id="{A684F199-0DD0-4F63-A86B-7C9830656DDE}"/>
              </a:ext>
            </a:extLst>
          </p:cNvPr>
          <p:cNvSpPr>
            <a:spLocks xmlns:a="http://schemas.openxmlformats.org/drawingml/2006/main" noGrp="1"/>
          </p:cNvSpPr>
          <p:nvPr/>
        </p:nvSpPr>
        <p:spPr>
          <a:xfrm xmlns:a="http://schemas.openxmlformats.org/drawingml/2006/main">
            <a:off x="1390650" y="20955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08000"/>
              </a:lnSpc>
              <a:buNone/>
              <a:defRPr sz="1425" b="0">
                <a:solidFill>
                  <a:srgbClr val="5A667D"/>
                </a:solidFill>
                <a:latin typeface="Arial"/>
                <a:ea typeface="Arial"/>
                <a:cs typeface="Arial"/>
              </a:defRPr>
            </a:pPr>
            <a:r>
              <a:rPr sz="1425" b="0">
                <a:solidFill>
                  <a:srgbClr val="5A667D"/>
                </a:solidFill>
                <a:latin typeface="Arial"/>
                <a:ea typeface="Arial"/>
                <a:cs typeface="Arial"/>
              </a:rPr>
              <a:t>Inventory for domains, IPs, URLs, emails, apps, and components; scoped website permission records.</a:t>
            </a:r>
          </a:p>
        </p:txBody>
      </p:sp>
      <p:sp>
        <p:nvSpPr>
          <p:cNvPr id="11" name="module-01-rule">
            <a:extLst xmlns:a="http://schemas.openxmlformats.org/drawingml/2006/main">
              <a:ext uri="{FF2B5EF4-FFF2-40B4-BE49-F238E27FC236}">
                <a16:creationId xmlns:a16="http://schemas.microsoft.com/office/drawing/2014/main" id="{03560BF7-2ACF-496C-8386-A56FA4266EA3}"/>
              </a:ext>
            </a:extLst>
          </p:cNvPr>
          <p:cNvSpPr>
            <a:spLocks xmlns:a="http://schemas.openxmlformats.org/drawingml/2006/main" noGrp="1"/>
          </p:cNvSpPr>
          <p:nvPr/>
        </p:nvSpPr>
        <p:spPr>
          <a:xfrm xmlns:a="http://schemas.openxmlformats.org/drawingml/2006/main">
            <a:off x="1390650" y="2838450"/>
            <a:ext cx="43815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2" name="module-02-number">
            <a:extLst xmlns:a="http://schemas.openxmlformats.org/drawingml/2006/main">
              <a:ext uri="{FF2B5EF4-FFF2-40B4-BE49-F238E27FC236}">
                <a16:creationId xmlns:a16="http://schemas.microsoft.com/office/drawing/2014/main" id="{2501977E-9F22-4FB0-8D3E-F82DAC1E2330}"/>
              </a:ext>
            </a:extLst>
          </p:cNvPr>
          <p:cNvSpPr>
            <a:spLocks xmlns:a="http://schemas.openxmlformats.org/drawingml/2006/main" noGrp="1"/>
          </p:cNvSpPr>
          <p:nvPr/>
        </p:nvSpPr>
        <p:spPr>
          <a:xfrm xmlns:a="http://schemas.openxmlformats.org/drawingml/2006/main">
            <a:off x="704850" y="31337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7968F1"/>
                </a:solidFill>
                <a:latin typeface="Arial"/>
                <a:ea typeface="Arial"/>
                <a:cs typeface="Arial"/>
              </a:defRPr>
            </a:defPPr>
            <a:lvl1pPr algn="l">
              <a:defRPr sz="2400" b="1">
                <a:solidFill>
                  <a:srgbClr val="7968F1"/>
                </a:solidFill>
                <a:latin typeface="Arial"/>
                <a:ea typeface="Arial"/>
                <a:cs typeface="Arial"/>
              </a:defRPr>
            </a:lvl1pPr>
            <a:lvl2pPr algn="l">
              <a:defRPr sz="2400" b="1">
                <a:solidFill>
                  <a:srgbClr val="7968F1"/>
                </a:solidFill>
                <a:latin typeface="Arial"/>
                <a:ea typeface="Arial"/>
                <a:cs typeface="Arial"/>
              </a:defRPr>
            </a:lvl2pPr>
            <a:lvl3pPr algn="l">
              <a:defRPr sz="2400" b="1">
                <a:solidFill>
                  <a:srgbClr val="7968F1"/>
                </a:solidFill>
                <a:latin typeface="Arial"/>
                <a:ea typeface="Arial"/>
                <a:cs typeface="Arial"/>
              </a:defRPr>
            </a:lvl3pPr>
            <a:lvl4pPr algn="l">
              <a:defRPr sz="2400" b="1">
                <a:solidFill>
                  <a:srgbClr val="7968F1"/>
                </a:solidFill>
                <a:latin typeface="Arial"/>
                <a:ea typeface="Arial"/>
                <a:cs typeface="Arial"/>
              </a:defRPr>
            </a:lvl4pPr>
            <a:lvl5pPr algn="l">
              <a:defRPr sz="2400" b="1">
                <a:solidFill>
                  <a:srgbClr val="7968F1"/>
                </a:solidFill>
                <a:latin typeface="Arial"/>
                <a:ea typeface="Arial"/>
                <a:cs typeface="Arial"/>
              </a:defRPr>
            </a:lvl5pPr>
            <a:lvl6pPr algn="l">
              <a:defRPr sz="2400" b="1">
                <a:solidFill>
                  <a:srgbClr val="7968F1"/>
                </a:solidFill>
                <a:latin typeface="Arial"/>
                <a:ea typeface="Arial"/>
                <a:cs typeface="Arial"/>
              </a:defRPr>
            </a:lvl6pPr>
            <a:lvl7pPr algn="l">
              <a:defRPr sz="2400" b="1">
                <a:solidFill>
                  <a:srgbClr val="7968F1"/>
                </a:solidFill>
                <a:latin typeface="Arial"/>
                <a:ea typeface="Arial"/>
                <a:cs typeface="Arial"/>
              </a:defRPr>
            </a:lvl7pPr>
            <a:lvl8pPr algn="l">
              <a:defRPr sz="2400" b="1">
                <a:solidFill>
                  <a:srgbClr val="7968F1"/>
                </a:solidFill>
                <a:latin typeface="Arial"/>
                <a:ea typeface="Arial"/>
                <a:cs typeface="Arial"/>
              </a:defRPr>
            </a:lvl8pPr>
            <a:lvl9pPr algn="l">
              <a:defRPr sz="2400" b="1">
                <a:solidFill>
                  <a:srgbClr val="7968F1"/>
                </a:solidFill>
                <a:latin typeface="Arial"/>
                <a:ea typeface="Arial"/>
                <a:cs typeface="Arial"/>
              </a:defRPr>
            </a:lvl9pPr>
          </a:lstStyle>
          <a:p xmlns:a="http://schemas.openxmlformats.org/drawingml/2006/main">
            <a:pPr algn="l">
              <a:lnSpc>
                <a:spcPct val="100000"/>
              </a:lnSpc>
              <a:buNone/>
              <a:defRPr sz="2400" b="1">
                <a:solidFill>
                  <a:srgbClr val="7968F1"/>
                </a:solidFill>
                <a:latin typeface="Arial"/>
                <a:ea typeface="Arial"/>
                <a:cs typeface="Arial"/>
              </a:defRPr>
            </a:pPr>
            <a:r>
              <a:rPr sz="2400" b="1">
                <a:solidFill>
                  <a:srgbClr val="7968F1"/>
                </a:solidFill>
                <a:latin typeface="Arial"/>
                <a:ea typeface="Arial"/>
                <a:cs typeface="Arial"/>
              </a:rPr>
              <a:t>02</a:t>
            </a:r>
          </a:p>
        </p:txBody>
      </p:sp>
      <p:sp>
        <p:nvSpPr>
          <p:cNvPr id="13" name="module-02-heading">
            <a:extLst xmlns:a="http://schemas.openxmlformats.org/drawingml/2006/main">
              <a:ext uri="{FF2B5EF4-FFF2-40B4-BE49-F238E27FC236}">
                <a16:creationId xmlns:a16="http://schemas.microsoft.com/office/drawing/2014/main" id="{925D9F34-DB36-40A0-95E0-D2B2B66057F1}"/>
              </a:ext>
            </a:extLst>
          </p:cNvPr>
          <p:cNvSpPr>
            <a:spLocks xmlns:a="http://schemas.openxmlformats.org/drawingml/2006/main" noGrp="1"/>
          </p:cNvSpPr>
          <p:nvPr/>
        </p:nvSpPr>
        <p:spPr>
          <a:xfrm xmlns:a="http://schemas.openxmlformats.org/drawingml/2006/main">
            <a:off x="1390650" y="31337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Investigations</a:t>
            </a:r>
          </a:p>
        </p:txBody>
      </p:sp>
      <p:sp>
        <p:nvSpPr>
          <p:cNvPr id="14" name="module-02-body">
            <a:extLst xmlns:a="http://schemas.openxmlformats.org/drawingml/2006/main">
              <a:ext uri="{FF2B5EF4-FFF2-40B4-BE49-F238E27FC236}">
                <a16:creationId xmlns:a16="http://schemas.microsoft.com/office/drawing/2014/main" id="{F2FCEE71-F7A8-4EB4-8793-6E42AE5981D3}"/>
              </a:ext>
            </a:extLst>
          </p:cNvPr>
          <p:cNvSpPr>
            <a:spLocks xmlns:a="http://schemas.openxmlformats.org/drawingml/2006/main" noGrp="1"/>
          </p:cNvSpPr>
          <p:nvPr/>
        </p:nvSpPr>
        <p:spPr>
          <a:xfrm xmlns:a="http://schemas.openxmlformats.org/drawingml/2006/main">
            <a:off x="1390650" y="35052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08000"/>
              </a:lnSpc>
              <a:buNone/>
              <a:defRPr sz="1425" b="0">
                <a:solidFill>
                  <a:srgbClr val="5A667D"/>
                </a:solidFill>
                <a:latin typeface="Arial"/>
                <a:ea typeface="Arial"/>
                <a:cs typeface="Arial"/>
              </a:defRPr>
            </a:pPr>
            <a:r>
              <a:rPr sz="1425" b="0">
                <a:solidFill>
                  <a:srgbClr val="5A667D"/>
                </a:solidFill>
                <a:latin typeface="Arial"/>
                <a:ea typeface="Arial"/>
                <a:cs typeface="Arial"/>
              </a:rPr>
              <a:t>Background scenarios, attempts, collector status, retries, and historical comparisons.</a:t>
            </a:r>
          </a:p>
        </p:txBody>
      </p:sp>
      <p:sp>
        <p:nvSpPr>
          <p:cNvPr id="15" name="module-02-rule">
            <a:extLst xmlns:a="http://schemas.openxmlformats.org/drawingml/2006/main">
              <a:ext uri="{FF2B5EF4-FFF2-40B4-BE49-F238E27FC236}">
                <a16:creationId xmlns:a16="http://schemas.microsoft.com/office/drawing/2014/main" id="{03BCCA18-6A76-4C67-A274-4815592719E7}"/>
              </a:ext>
            </a:extLst>
          </p:cNvPr>
          <p:cNvSpPr>
            <a:spLocks xmlns:a="http://schemas.openxmlformats.org/drawingml/2006/main" noGrp="1"/>
          </p:cNvSpPr>
          <p:nvPr/>
        </p:nvSpPr>
        <p:spPr>
          <a:xfrm xmlns:a="http://schemas.openxmlformats.org/drawingml/2006/main">
            <a:off x="1390650" y="4248150"/>
            <a:ext cx="43815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6" name="module-03-number">
            <a:extLst xmlns:a="http://schemas.openxmlformats.org/drawingml/2006/main">
              <a:ext uri="{FF2B5EF4-FFF2-40B4-BE49-F238E27FC236}">
                <a16:creationId xmlns:a16="http://schemas.microsoft.com/office/drawing/2014/main" id="{C2E82F06-3B94-4EA2-992F-F1BB2DCAE4BE}"/>
              </a:ext>
            </a:extLst>
          </p:cNvPr>
          <p:cNvSpPr>
            <a:spLocks xmlns:a="http://schemas.openxmlformats.org/drawingml/2006/main" noGrp="1"/>
          </p:cNvSpPr>
          <p:nvPr/>
        </p:nvSpPr>
        <p:spPr>
          <a:xfrm xmlns:a="http://schemas.openxmlformats.org/drawingml/2006/main">
            <a:off x="704850" y="45434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64A5FF"/>
                </a:solidFill>
                <a:latin typeface="Arial"/>
                <a:ea typeface="Arial"/>
                <a:cs typeface="Arial"/>
              </a:defRPr>
            </a:defPPr>
            <a:lvl1pPr algn="l">
              <a:defRPr sz="2400" b="1">
                <a:solidFill>
                  <a:srgbClr val="64A5FF"/>
                </a:solidFill>
                <a:latin typeface="Arial"/>
                <a:ea typeface="Arial"/>
                <a:cs typeface="Arial"/>
              </a:defRPr>
            </a:lvl1pPr>
            <a:lvl2pPr algn="l">
              <a:defRPr sz="2400" b="1">
                <a:solidFill>
                  <a:srgbClr val="64A5FF"/>
                </a:solidFill>
                <a:latin typeface="Arial"/>
                <a:ea typeface="Arial"/>
                <a:cs typeface="Arial"/>
              </a:defRPr>
            </a:lvl2pPr>
            <a:lvl3pPr algn="l">
              <a:defRPr sz="2400" b="1">
                <a:solidFill>
                  <a:srgbClr val="64A5FF"/>
                </a:solidFill>
                <a:latin typeface="Arial"/>
                <a:ea typeface="Arial"/>
                <a:cs typeface="Arial"/>
              </a:defRPr>
            </a:lvl3pPr>
            <a:lvl4pPr algn="l">
              <a:defRPr sz="2400" b="1">
                <a:solidFill>
                  <a:srgbClr val="64A5FF"/>
                </a:solidFill>
                <a:latin typeface="Arial"/>
                <a:ea typeface="Arial"/>
                <a:cs typeface="Arial"/>
              </a:defRPr>
            </a:lvl4pPr>
            <a:lvl5pPr algn="l">
              <a:defRPr sz="2400" b="1">
                <a:solidFill>
                  <a:srgbClr val="64A5FF"/>
                </a:solidFill>
                <a:latin typeface="Arial"/>
                <a:ea typeface="Arial"/>
                <a:cs typeface="Arial"/>
              </a:defRPr>
            </a:lvl5pPr>
            <a:lvl6pPr algn="l">
              <a:defRPr sz="2400" b="1">
                <a:solidFill>
                  <a:srgbClr val="64A5FF"/>
                </a:solidFill>
                <a:latin typeface="Arial"/>
                <a:ea typeface="Arial"/>
                <a:cs typeface="Arial"/>
              </a:defRPr>
            </a:lvl6pPr>
            <a:lvl7pPr algn="l">
              <a:defRPr sz="2400" b="1">
                <a:solidFill>
                  <a:srgbClr val="64A5FF"/>
                </a:solidFill>
                <a:latin typeface="Arial"/>
                <a:ea typeface="Arial"/>
                <a:cs typeface="Arial"/>
              </a:defRPr>
            </a:lvl7pPr>
            <a:lvl8pPr algn="l">
              <a:defRPr sz="2400" b="1">
                <a:solidFill>
                  <a:srgbClr val="64A5FF"/>
                </a:solidFill>
                <a:latin typeface="Arial"/>
                <a:ea typeface="Arial"/>
                <a:cs typeface="Arial"/>
              </a:defRPr>
            </a:lvl8pPr>
            <a:lvl9pPr algn="l">
              <a:defRPr sz="2400" b="1">
                <a:solidFill>
                  <a:srgbClr val="64A5FF"/>
                </a:solidFill>
                <a:latin typeface="Arial"/>
                <a:ea typeface="Arial"/>
                <a:cs typeface="Arial"/>
              </a:defRPr>
            </a:lvl9pPr>
          </a:lstStyle>
          <a:p xmlns:a="http://schemas.openxmlformats.org/drawingml/2006/main">
            <a:pPr algn="l">
              <a:lnSpc>
                <a:spcPct val="100000"/>
              </a:lnSpc>
              <a:buNone/>
              <a:defRPr sz="2400" b="1">
                <a:solidFill>
                  <a:srgbClr val="64A5FF"/>
                </a:solidFill>
                <a:latin typeface="Arial"/>
                <a:ea typeface="Arial"/>
                <a:cs typeface="Arial"/>
              </a:defRPr>
            </a:pPr>
            <a:r>
              <a:rPr sz="2400" b="1">
                <a:solidFill>
                  <a:srgbClr val="64A5FF"/>
                </a:solidFill>
                <a:latin typeface="Arial"/>
                <a:ea typeface="Arial"/>
                <a:cs typeface="Arial"/>
              </a:rPr>
              <a:t>03</a:t>
            </a:r>
          </a:p>
        </p:txBody>
      </p:sp>
      <p:sp>
        <p:nvSpPr>
          <p:cNvPr id="17" name="module-03-heading">
            <a:extLst xmlns:a="http://schemas.openxmlformats.org/drawingml/2006/main">
              <a:ext uri="{FF2B5EF4-FFF2-40B4-BE49-F238E27FC236}">
                <a16:creationId xmlns:a16="http://schemas.microsoft.com/office/drawing/2014/main" id="{82ADA5F6-18AC-4D13-B339-E6F593303A63}"/>
              </a:ext>
            </a:extLst>
          </p:cNvPr>
          <p:cNvSpPr>
            <a:spLocks xmlns:a="http://schemas.openxmlformats.org/drawingml/2006/main" noGrp="1"/>
          </p:cNvSpPr>
          <p:nvPr/>
        </p:nvSpPr>
        <p:spPr>
          <a:xfrm xmlns:a="http://schemas.openxmlformats.org/drawingml/2006/main">
            <a:off x="1390650" y="45434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Evidence graph &amp; Change Radar</a:t>
            </a:r>
          </a:p>
        </p:txBody>
      </p:sp>
      <p:sp>
        <p:nvSpPr>
          <p:cNvPr id="18" name="module-03-body">
            <a:extLst xmlns:a="http://schemas.openxmlformats.org/drawingml/2006/main">
              <a:ext uri="{FF2B5EF4-FFF2-40B4-BE49-F238E27FC236}">
                <a16:creationId xmlns:a16="http://schemas.microsoft.com/office/drawing/2014/main" id="{9B00BC1F-7423-4D93-AC72-8113F0555C8C}"/>
              </a:ext>
            </a:extLst>
          </p:cNvPr>
          <p:cNvSpPr>
            <a:spLocks xmlns:a="http://schemas.openxmlformats.org/drawingml/2006/main" noGrp="1"/>
          </p:cNvSpPr>
          <p:nvPr/>
        </p:nvSpPr>
        <p:spPr>
          <a:xfrm xmlns:a="http://schemas.openxmlformats.org/drawingml/2006/main">
            <a:off x="1390650" y="49149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08000"/>
              </a:lnSpc>
              <a:buNone/>
              <a:defRPr sz="1425" b="0">
                <a:solidFill>
                  <a:srgbClr val="5A667D"/>
                </a:solidFill>
                <a:latin typeface="Arial"/>
                <a:ea typeface="Arial"/>
                <a:cs typeface="Arial"/>
              </a:defRPr>
            </a:pPr>
            <a:r>
              <a:rPr sz="1425" b="0">
                <a:solidFill>
                  <a:srgbClr val="5A667D"/>
                </a:solidFill>
                <a:latin typeface="Arial"/>
                <a:ea typeface="Arial"/>
                <a:cs typeface="Arial"/>
              </a:rPr>
              <a:t>Evidence-linked relationships with new, changed, no-longer-observed, and unknown states.</a:t>
            </a:r>
          </a:p>
        </p:txBody>
      </p:sp>
      <p:sp>
        <p:nvSpPr>
          <p:cNvPr id="19" name="module-03-rule">
            <a:extLst xmlns:a="http://schemas.openxmlformats.org/drawingml/2006/main">
              <a:ext uri="{FF2B5EF4-FFF2-40B4-BE49-F238E27FC236}">
                <a16:creationId xmlns:a16="http://schemas.microsoft.com/office/drawing/2014/main" id="{E0E369E0-7526-4183-9EB7-9D84C29DAB37}"/>
              </a:ext>
            </a:extLst>
          </p:cNvPr>
          <p:cNvSpPr>
            <a:spLocks xmlns:a="http://schemas.openxmlformats.org/drawingml/2006/main" noGrp="1"/>
          </p:cNvSpPr>
          <p:nvPr/>
        </p:nvSpPr>
        <p:spPr>
          <a:xfrm xmlns:a="http://schemas.openxmlformats.org/drawingml/2006/main">
            <a:off x="1390650" y="5657850"/>
            <a:ext cx="43815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0" name="module-04-number">
            <a:extLst xmlns:a="http://schemas.openxmlformats.org/drawingml/2006/main">
              <a:ext uri="{FF2B5EF4-FFF2-40B4-BE49-F238E27FC236}">
                <a16:creationId xmlns:a16="http://schemas.microsoft.com/office/drawing/2014/main" id="{D81A51BF-C429-4BCA-97A4-EC3049C3234F}"/>
              </a:ext>
            </a:extLst>
          </p:cNvPr>
          <p:cNvSpPr>
            <a:spLocks xmlns:a="http://schemas.openxmlformats.org/drawingml/2006/main" noGrp="1"/>
          </p:cNvSpPr>
          <p:nvPr/>
        </p:nvSpPr>
        <p:spPr>
          <a:xfrm xmlns:a="http://schemas.openxmlformats.org/drawingml/2006/main">
            <a:off x="6334125" y="17240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7968F1"/>
                </a:solidFill>
                <a:latin typeface="Arial"/>
                <a:ea typeface="Arial"/>
                <a:cs typeface="Arial"/>
              </a:defRPr>
            </a:defPPr>
            <a:lvl1pPr algn="l">
              <a:defRPr sz="2400" b="1">
                <a:solidFill>
                  <a:srgbClr val="7968F1"/>
                </a:solidFill>
                <a:latin typeface="Arial"/>
                <a:ea typeface="Arial"/>
                <a:cs typeface="Arial"/>
              </a:defRPr>
            </a:lvl1pPr>
            <a:lvl2pPr algn="l">
              <a:defRPr sz="2400" b="1">
                <a:solidFill>
                  <a:srgbClr val="7968F1"/>
                </a:solidFill>
                <a:latin typeface="Arial"/>
                <a:ea typeface="Arial"/>
                <a:cs typeface="Arial"/>
              </a:defRPr>
            </a:lvl2pPr>
            <a:lvl3pPr algn="l">
              <a:defRPr sz="2400" b="1">
                <a:solidFill>
                  <a:srgbClr val="7968F1"/>
                </a:solidFill>
                <a:latin typeface="Arial"/>
                <a:ea typeface="Arial"/>
                <a:cs typeface="Arial"/>
              </a:defRPr>
            </a:lvl3pPr>
            <a:lvl4pPr algn="l">
              <a:defRPr sz="2400" b="1">
                <a:solidFill>
                  <a:srgbClr val="7968F1"/>
                </a:solidFill>
                <a:latin typeface="Arial"/>
                <a:ea typeface="Arial"/>
                <a:cs typeface="Arial"/>
              </a:defRPr>
            </a:lvl4pPr>
            <a:lvl5pPr algn="l">
              <a:defRPr sz="2400" b="1">
                <a:solidFill>
                  <a:srgbClr val="7968F1"/>
                </a:solidFill>
                <a:latin typeface="Arial"/>
                <a:ea typeface="Arial"/>
                <a:cs typeface="Arial"/>
              </a:defRPr>
            </a:lvl5pPr>
            <a:lvl6pPr algn="l">
              <a:defRPr sz="2400" b="1">
                <a:solidFill>
                  <a:srgbClr val="7968F1"/>
                </a:solidFill>
                <a:latin typeface="Arial"/>
                <a:ea typeface="Arial"/>
                <a:cs typeface="Arial"/>
              </a:defRPr>
            </a:lvl6pPr>
            <a:lvl7pPr algn="l">
              <a:defRPr sz="2400" b="1">
                <a:solidFill>
                  <a:srgbClr val="7968F1"/>
                </a:solidFill>
                <a:latin typeface="Arial"/>
                <a:ea typeface="Arial"/>
                <a:cs typeface="Arial"/>
              </a:defRPr>
            </a:lvl7pPr>
            <a:lvl8pPr algn="l">
              <a:defRPr sz="2400" b="1">
                <a:solidFill>
                  <a:srgbClr val="7968F1"/>
                </a:solidFill>
                <a:latin typeface="Arial"/>
                <a:ea typeface="Arial"/>
                <a:cs typeface="Arial"/>
              </a:defRPr>
            </a:lvl8pPr>
            <a:lvl9pPr algn="l">
              <a:defRPr sz="2400" b="1">
                <a:solidFill>
                  <a:srgbClr val="7968F1"/>
                </a:solidFill>
                <a:latin typeface="Arial"/>
                <a:ea typeface="Arial"/>
                <a:cs typeface="Arial"/>
              </a:defRPr>
            </a:lvl9pPr>
          </a:lstStyle>
          <a:p xmlns:a="http://schemas.openxmlformats.org/drawingml/2006/main">
            <a:pPr algn="l">
              <a:lnSpc>
                <a:spcPct val="100000"/>
              </a:lnSpc>
              <a:buNone/>
              <a:defRPr sz="2400" b="1">
                <a:solidFill>
                  <a:srgbClr val="7968F1"/>
                </a:solidFill>
                <a:latin typeface="Arial"/>
                <a:ea typeface="Arial"/>
                <a:cs typeface="Arial"/>
              </a:defRPr>
            </a:pPr>
            <a:r>
              <a:rPr sz="2400" b="1">
                <a:solidFill>
                  <a:srgbClr val="7968F1"/>
                </a:solidFill>
                <a:latin typeface="Arial"/>
                <a:ea typeface="Arial"/>
                <a:cs typeface="Arial"/>
              </a:rPr>
              <a:t>04</a:t>
            </a:r>
          </a:p>
        </p:txBody>
      </p:sp>
      <p:sp>
        <p:nvSpPr>
          <p:cNvPr id="21" name="module-04-heading">
            <a:extLst xmlns:a="http://schemas.openxmlformats.org/drawingml/2006/main">
              <a:ext uri="{FF2B5EF4-FFF2-40B4-BE49-F238E27FC236}">
                <a16:creationId xmlns:a16="http://schemas.microsoft.com/office/drawing/2014/main" id="{A756E1C3-D413-4AD4-8208-1B8A8E4FAE2C}"/>
              </a:ext>
            </a:extLst>
          </p:cNvPr>
          <p:cNvSpPr>
            <a:spLocks xmlns:a="http://schemas.openxmlformats.org/drawingml/2006/main" noGrp="1"/>
          </p:cNvSpPr>
          <p:nvPr/>
        </p:nvSpPr>
        <p:spPr>
          <a:xfrm xmlns:a="http://schemas.openxmlformats.org/drawingml/2006/main">
            <a:off x="7019925" y="17240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Findings &amp; risk review</a:t>
            </a:r>
          </a:p>
        </p:txBody>
      </p:sp>
      <p:sp>
        <p:nvSpPr>
          <p:cNvPr id="22" name="module-04-body">
            <a:extLst xmlns:a="http://schemas.openxmlformats.org/drawingml/2006/main">
              <a:ext uri="{FF2B5EF4-FFF2-40B4-BE49-F238E27FC236}">
                <a16:creationId xmlns:a16="http://schemas.microsoft.com/office/drawing/2014/main" id="{6239AB02-036D-4779-B4AE-B12F89387151}"/>
              </a:ext>
            </a:extLst>
          </p:cNvPr>
          <p:cNvSpPr>
            <a:spLocks xmlns:a="http://schemas.openxmlformats.org/drawingml/2006/main" noGrp="1"/>
          </p:cNvSpPr>
          <p:nvPr/>
        </p:nvSpPr>
        <p:spPr>
          <a:xfrm xmlns:a="http://schemas.openxmlformats.org/drawingml/2006/main">
            <a:off x="7019925" y="20955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08000"/>
              </a:lnSpc>
              <a:buNone/>
              <a:defRPr sz="1425" b="0">
                <a:solidFill>
                  <a:srgbClr val="5A667D"/>
                </a:solidFill>
                <a:latin typeface="Arial"/>
                <a:ea typeface="Arial"/>
                <a:cs typeface="Arial"/>
              </a:defRPr>
            </a:pPr>
            <a:r>
              <a:rPr sz="1425" b="0">
                <a:solidFill>
                  <a:srgbClr val="5A667D"/>
                </a:solidFill>
                <a:latin typeface="Arial"/>
                <a:ea typeface="Arial"/>
                <a:cs typeface="Arial"/>
              </a:rPr>
              <a:t>Candidate findings, analyst applicability decisions, score explanations, and revisions.</a:t>
            </a:r>
          </a:p>
        </p:txBody>
      </p:sp>
      <p:sp>
        <p:nvSpPr>
          <p:cNvPr id="23" name="module-04-rule">
            <a:extLst xmlns:a="http://schemas.openxmlformats.org/drawingml/2006/main">
              <a:ext uri="{FF2B5EF4-FFF2-40B4-BE49-F238E27FC236}">
                <a16:creationId xmlns:a16="http://schemas.microsoft.com/office/drawing/2014/main" id="{3AF623FE-560E-4042-AB0C-201D0A67DF47}"/>
              </a:ext>
            </a:extLst>
          </p:cNvPr>
          <p:cNvSpPr>
            <a:spLocks xmlns:a="http://schemas.openxmlformats.org/drawingml/2006/main" noGrp="1"/>
          </p:cNvSpPr>
          <p:nvPr/>
        </p:nvSpPr>
        <p:spPr>
          <a:xfrm xmlns:a="http://schemas.openxmlformats.org/drawingml/2006/main">
            <a:off x="7019925" y="2838450"/>
            <a:ext cx="43815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4" name="module-05-number">
            <a:extLst xmlns:a="http://schemas.openxmlformats.org/drawingml/2006/main">
              <a:ext uri="{FF2B5EF4-FFF2-40B4-BE49-F238E27FC236}">
                <a16:creationId xmlns:a16="http://schemas.microsoft.com/office/drawing/2014/main" id="{02D3BF6C-4661-4F69-8BF8-E774ED486A01}"/>
              </a:ext>
            </a:extLst>
          </p:cNvPr>
          <p:cNvSpPr>
            <a:spLocks xmlns:a="http://schemas.openxmlformats.org/drawingml/2006/main" noGrp="1"/>
          </p:cNvSpPr>
          <p:nvPr/>
        </p:nvSpPr>
        <p:spPr>
          <a:xfrm xmlns:a="http://schemas.openxmlformats.org/drawingml/2006/main">
            <a:off x="6334125" y="31337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64A5FF"/>
                </a:solidFill>
                <a:latin typeface="Arial"/>
                <a:ea typeface="Arial"/>
                <a:cs typeface="Arial"/>
              </a:defRPr>
            </a:defPPr>
            <a:lvl1pPr algn="l">
              <a:defRPr sz="2400" b="1">
                <a:solidFill>
                  <a:srgbClr val="64A5FF"/>
                </a:solidFill>
                <a:latin typeface="Arial"/>
                <a:ea typeface="Arial"/>
                <a:cs typeface="Arial"/>
              </a:defRPr>
            </a:lvl1pPr>
            <a:lvl2pPr algn="l">
              <a:defRPr sz="2400" b="1">
                <a:solidFill>
                  <a:srgbClr val="64A5FF"/>
                </a:solidFill>
                <a:latin typeface="Arial"/>
                <a:ea typeface="Arial"/>
                <a:cs typeface="Arial"/>
              </a:defRPr>
            </a:lvl2pPr>
            <a:lvl3pPr algn="l">
              <a:defRPr sz="2400" b="1">
                <a:solidFill>
                  <a:srgbClr val="64A5FF"/>
                </a:solidFill>
                <a:latin typeface="Arial"/>
                <a:ea typeface="Arial"/>
                <a:cs typeface="Arial"/>
              </a:defRPr>
            </a:lvl3pPr>
            <a:lvl4pPr algn="l">
              <a:defRPr sz="2400" b="1">
                <a:solidFill>
                  <a:srgbClr val="64A5FF"/>
                </a:solidFill>
                <a:latin typeface="Arial"/>
                <a:ea typeface="Arial"/>
                <a:cs typeface="Arial"/>
              </a:defRPr>
            </a:lvl4pPr>
            <a:lvl5pPr algn="l">
              <a:defRPr sz="2400" b="1">
                <a:solidFill>
                  <a:srgbClr val="64A5FF"/>
                </a:solidFill>
                <a:latin typeface="Arial"/>
                <a:ea typeface="Arial"/>
                <a:cs typeface="Arial"/>
              </a:defRPr>
            </a:lvl5pPr>
            <a:lvl6pPr algn="l">
              <a:defRPr sz="2400" b="1">
                <a:solidFill>
                  <a:srgbClr val="64A5FF"/>
                </a:solidFill>
                <a:latin typeface="Arial"/>
                <a:ea typeface="Arial"/>
                <a:cs typeface="Arial"/>
              </a:defRPr>
            </a:lvl6pPr>
            <a:lvl7pPr algn="l">
              <a:defRPr sz="2400" b="1">
                <a:solidFill>
                  <a:srgbClr val="64A5FF"/>
                </a:solidFill>
                <a:latin typeface="Arial"/>
                <a:ea typeface="Arial"/>
                <a:cs typeface="Arial"/>
              </a:defRPr>
            </a:lvl7pPr>
            <a:lvl8pPr algn="l">
              <a:defRPr sz="2400" b="1">
                <a:solidFill>
                  <a:srgbClr val="64A5FF"/>
                </a:solidFill>
                <a:latin typeface="Arial"/>
                <a:ea typeface="Arial"/>
                <a:cs typeface="Arial"/>
              </a:defRPr>
            </a:lvl8pPr>
            <a:lvl9pPr algn="l">
              <a:defRPr sz="2400" b="1">
                <a:solidFill>
                  <a:srgbClr val="64A5FF"/>
                </a:solidFill>
                <a:latin typeface="Arial"/>
                <a:ea typeface="Arial"/>
                <a:cs typeface="Arial"/>
              </a:defRPr>
            </a:lvl9pPr>
          </a:lstStyle>
          <a:p xmlns:a="http://schemas.openxmlformats.org/drawingml/2006/main">
            <a:pPr algn="l">
              <a:lnSpc>
                <a:spcPct val="100000"/>
              </a:lnSpc>
              <a:buNone/>
              <a:defRPr sz="2400" b="1">
                <a:solidFill>
                  <a:srgbClr val="64A5FF"/>
                </a:solidFill>
                <a:latin typeface="Arial"/>
                <a:ea typeface="Arial"/>
                <a:cs typeface="Arial"/>
              </a:defRPr>
            </a:pPr>
            <a:r>
              <a:rPr sz="2400" b="1">
                <a:solidFill>
                  <a:srgbClr val="64A5FF"/>
                </a:solidFill>
                <a:latin typeface="Arial"/>
                <a:ea typeface="Arial"/>
                <a:cs typeface="Arial"/>
              </a:rPr>
              <a:t>05</a:t>
            </a:r>
          </a:p>
        </p:txBody>
      </p:sp>
      <p:sp>
        <p:nvSpPr>
          <p:cNvPr id="25" name="module-05-heading">
            <a:extLst xmlns:a="http://schemas.openxmlformats.org/drawingml/2006/main">
              <a:ext uri="{FF2B5EF4-FFF2-40B4-BE49-F238E27FC236}">
                <a16:creationId xmlns:a16="http://schemas.microsoft.com/office/drawing/2014/main" id="{E183ADF6-586F-41FE-8913-70FD9C9FB60C}"/>
              </a:ext>
            </a:extLst>
          </p:cNvPr>
          <p:cNvSpPr>
            <a:spLocks xmlns:a="http://schemas.openxmlformats.org/drawingml/2006/main" noGrp="1"/>
          </p:cNvSpPr>
          <p:nvPr/>
        </p:nvSpPr>
        <p:spPr>
          <a:xfrm xmlns:a="http://schemas.openxmlformats.org/drawingml/2006/main">
            <a:off x="7019925" y="31337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Incidents &amp; remediation</a:t>
            </a:r>
          </a:p>
        </p:txBody>
      </p:sp>
      <p:sp>
        <p:nvSpPr>
          <p:cNvPr id="26" name="module-05-body">
            <a:extLst xmlns:a="http://schemas.openxmlformats.org/drawingml/2006/main">
              <a:ext uri="{FF2B5EF4-FFF2-40B4-BE49-F238E27FC236}">
                <a16:creationId xmlns:a16="http://schemas.microsoft.com/office/drawing/2014/main" id="{AC8B21E3-329A-4C38-AFFB-BDA612BD522C}"/>
              </a:ext>
            </a:extLst>
          </p:cNvPr>
          <p:cNvSpPr>
            <a:spLocks xmlns:a="http://schemas.openxmlformats.org/drawingml/2006/main" noGrp="1"/>
          </p:cNvSpPr>
          <p:nvPr/>
        </p:nvSpPr>
        <p:spPr>
          <a:xfrm xmlns:a="http://schemas.openxmlformats.org/drawingml/2006/main">
            <a:off x="7019925" y="35052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08000"/>
              </a:lnSpc>
              <a:buNone/>
              <a:defRPr sz="1425" b="0">
                <a:solidFill>
                  <a:srgbClr val="5A667D"/>
                </a:solidFill>
                <a:latin typeface="Arial"/>
                <a:ea typeface="Arial"/>
                <a:cs typeface="Arial"/>
              </a:defRPr>
            </a:pPr>
            <a:r>
              <a:rPr sz="1425" b="0">
                <a:solidFill>
                  <a:srgbClr val="5A667D"/>
                </a:solidFill>
                <a:latin typeface="Arial"/>
                <a:ea typeface="Arial"/>
                <a:cs typeface="Arial"/>
              </a:rPr>
              <a:t>Case timelines, playbook tasks, plans, actions, and control mappings.</a:t>
            </a:r>
          </a:p>
        </p:txBody>
      </p:sp>
      <p:sp>
        <p:nvSpPr>
          <p:cNvPr id="27" name="module-05-rule">
            <a:extLst xmlns:a="http://schemas.openxmlformats.org/drawingml/2006/main">
              <a:ext uri="{FF2B5EF4-FFF2-40B4-BE49-F238E27FC236}">
                <a16:creationId xmlns:a16="http://schemas.microsoft.com/office/drawing/2014/main" id="{9C42F765-F8EB-4AB0-9AF5-21E6A8BE3608}"/>
              </a:ext>
            </a:extLst>
          </p:cNvPr>
          <p:cNvSpPr>
            <a:spLocks xmlns:a="http://schemas.openxmlformats.org/drawingml/2006/main" noGrp="1"/>
          </p:cNvSpPr>
          <p:nvPr/>
        </p:nvSpPr>
        <p:spPr>
          <a:xfrm xmlns:a="http://schemas.openxmlformats.org/drawingml/2006/main">
            <a:off x="7019925" y="4248150"/>
            <a:ext cx="43815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8" name="module-06-number">
            <a:extLst xmlns:a="http://schemas.openxmlformats.org/drawingml/2006/main">
              <a:ext uri="{FF2B5EF4-FFF2-40B4-BE49-F238E27FC236}">
                <a16:creationId xmlns:a16="http://schemas.microsoft.com/office/drawing/2014/main" id="{A565860C-352D-4291-8318-92E996902901}"/>
              </a:ext>
            </a:extLst>
          </p:cNvPr>
          <p:cNvSpPr>
            <a:spLocks xmlns:a="http://schemas.openxmlformats.org/drawingml/2006/main" noGrp="1"/>
          </p:cNvSpPr>
          <p:nvPr/>
        </p:nvSpPr>
        <p:spPr>
          <a:xfrm xmlns:a="http://schemas.openxmlformats.org/drawingml/2006/main">
            <a:off x="6334125" y="4543425"/>
            <a:ext cx="57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400" b="1">
                <a:solidFill>
                  <a:srgbClr val="7968F1"/>
                </a:solidFill>
                <a:latin typeface="Arial"/>
                <a:ea typeface="Arial"/>
                <a:cs typeface="Arial"/>
              </a:defRPr>
            </a:defPPr>
            <a:lvl1pPr algn="l">
              <a:defRPr sz="2400" b="1">
                <a:solidFill>
                  <a:srgbClr val="7968F1"/>
                </a:solidFill>
                <a:latin typeface="Arial"/>
                <a:ea typeface="Arial"/>
                <a:cs typeface="Arial"/>
              </a:defRPr>
            </a:lvl1pPr>
            <a:lvl2pPr algn="l">
              <a:defRPr sz="2400" b="1">
                <a:solidFill>
                  <a:srgbClr val="7968F1"/>
                </a:solidFill>
                <a:latin typeface="Arial"/>
                <a:ea typeface="Arial"/>
                <a:cs typeface="Arial"/>
              </a:defRPr>
            </a:lvl2pPr>
            <a:lvl3pPr algn="l">
              <a:defRPr sz="2400" b="1">
                <a:solidFill>
                  <a:srgbClr val="7968F1"/>
                </a:solidFill>
                <a:latin typeface="Arial"/>
                <a:ea typeface="Arial"/>
                <a:cs typeface="Arial"/>
              </a:defRPr>
            </a:lvl3pPr>
            <a:lvl4pPr algn="l">
              <a:defRPr sz="2400" b="1">
                <a:solidFill>
                  <a:srgbClr val="7968F1"/>
                </a:solidFill>
                <a:latin typeface="Arial"/>
                <a:ea typeface="Arial"/>
                <a:cs typeface="Arial"/>
              </a:defRPr>
            </a:lvl4pPr>
            <a:lvl5pPr algn="l">
              <a:defRPr sz="2400" b="1">
                <a:solidFill>
                  <a:srgbClr val="7968F1"/>
                </a:solidFill>
                <a:latin typeface="Arial"/>
                <a:ea typeface="Arial"/>
                <a:cs typeface="Arial"/>
              </a:defRPr>
            </a:lvl5pPr>
            <a:lvl6pPr algn="l">
              <a:defRPr sz="2400" b="1">
                <a:solidFill>
                  <a:srgbClr val="7968F1"/>
                </a:solidFill>
                <a:latin typeface="Arial"/>
                <a:ea typeface="Arial"/>
                <a:cs typeface="Arial"/>
              </a:defRPr>
            </a:lvl6pPr>
            <a:lvl7pPr algn="l">
              <a:defRPr sz="2400" b="1">
                <a:solidFill>
                  <a:srgbClr val="7968F1"/>
                </a:solidFill>
                <a:latin typeface="Arial"/>
                <a:ea typeface="Arial"/>
                <a:cs typeface="Arial"/>
              </a:defRPr>
            </a:lvl7pPr>
            <a:lvl8pPr algn="l">
              <a:defRPr sz="2400" b="1">
                <a:solidFill>
                  <a:srgbClr val="7968F1"/>
                </a:solidFill>
                <a:latin typeface="Arial"/>
                <a:ea typeface="Arial"/>
                <a:cs typeface="Arial"/>
              </a:defRPr>
            </a:lvl8pPr>
            <a:lvl9pPr algn="l">
              <a:defRPr sz="2400" b="1">
                <a:solidFill>
                  <a:srgbClr val="7968F1"/>
                </a:solidFill>
                <a:latin typeface="Arial"/>
                <a:ea typeface="Arial"/>
                <a:cs typeface="Arial"/>
              </a:defRPr>
            </a:lvl9pPr>
          </a:lstStyle>
          <a:p xmlns:a="http://schemas.openxmlformats.org/drawingml/2006/main">
            <a:pPr algn="l">
              <a:lnSpc>
                <a:spcPct val="100000"/>
              </a:lnSpc>
              <a:buNone/>
              <a:defRPr sz="2400" b="1">
                <a:solidFill>
                  <a:srgbClr val="7968F1"/>
                </a:solidFill>
                <a:latin typeface="Arial"/>
                <a:ea typeface="Arial"/>
                <a:cs typeface="Arial"/>
              </a:defRPr>
            </a:pPr>
            <a:r>
              <a:rPr sz="2400" b="1">
                <a:solidFill>
                  <a:srgbClr val="7968F1"/>
                </a:solidFill>
                <a:latin typeface="Arial"/>
                <a:ea typeface="Arial"/>
                <a:cs typeface="Arial"/>
              </a:rPr>
              <a:t>06</a:t>
            </a:r>
          </a:p>
        </p:txBody>
      </p:sp>
      <p:sp>
        <p:nvSpPr>
          <p:cNvPr id="29" name="module-06-heading">
            <a:extLst xmlns:a="http://schemas.openxmlformats.org/drawingml/2006/main">
              <a:ext uri="{FF2B5EF4-FFF2-40B4-BE49-F238E27FC236}">
                <a16:creationId xmlns:a16="http://schemas.microsoft.com/office/drawing/2014/main" id="{184137F4-12AE-4EAF-AAB1-3CDA75ABAF62}"/>
              </a:ext>
            </a:extLst>
          </p:cNvPr>
          <p:cNvSpPr>
            <a:spLocks xmlns:a="http://schemas.openxmlformats.org/drawingml/2006/main" noGrp="1"/>
          </p:cNvSpPr>
          <p:nvPr/>
        </p:nvSpPr>
        <p:spPr>
          <a:xfrm xmlns:a="http://schemas.openxmlformats.org/drawingml/2006/main">
            <a:off x="7019925" y="45434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Reports &amp; operations</a:t>
            </a:r>
          </a:p>
        </p:txBody>
      </p:sp>
      <p:sp>
        <p:nvSpPr>
          <p:cNvPr id="30" name="module-06-body">
            <a:extLst xmlns:a="http://schemas.openxmlformats.org/drawingml/2006/main">
              <a:ext uri="{FF2B5EF4-FFF2-40B4-BE49-F238E27FC236}">
                <a16:creationId xmlns:a16="http://schemas.microsoft.com/office/drawing/2014/main" id="{71CFF997-9C1F-4B55-9B4A-79D3B4880A75}"/>
              </a:ext>
            </a:extLst>
          </p:cNvPr>
          <p:cNvSpPr>
            <a:spLocks xmlns:a="http://schemas.openxmlformats.org/drawingml/2006/main" noGrp="1"/>
          </p:cNvSpPr>
          <p:nvPr/>
        </p:nvSpPr>
        <p:spPr>
          <a:xfrm xmlns:a="http://schemas.openxmlformats.org/drawingml/2006/main">
            <a:off x="7019925" y="49149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08000"/>
              </a:lnSpc>
              <a:buNone/>
              <a:defRPr sz="1425" b="0">
                <a:solidFill>
                  <a:srgbClr val="5A667D"/>
                </a:solidFill>
                <a:latin typeface="Arial"/>
                <a:ea typeface="Arial"/>
                <a:cs typeface="Arial"/>
              </a:defRPr>
            </a:pPr>
            <a:r>
              <a:rPr sz="1425" b="0">
                <a:solidFill>
                  <a:srgbClr val="5A667D"/>
                </a:solidFill>
                <a:latin typeface="Arial"/>
                <a:ea typeface="Arial"/>
                <a:cs typeface="Arial"/>
              </a:rPr>
              <a:t>Saved PDF/JSON snapshots, provider status, integrity checks, and health endpoints.</a:t>
            </a:r>
          </a:p>
        </p:txBody>
      </p:sp>
      <p:sp>
        <p:nvSpPr>
          <p:cNvPr id="31" name="module-06-rule">
            <a:extLst xmlns:a="http://schemas.openxmlformats.org/drawingml/2006/main">
              <a:ext uri="{FF2B5EF4-FFF2-40B4-BE49-F238E27FC236}">
                <a16:creationId xmlns:a16="http://schemas.microsoft.com/office/drawing/2014/main" id="{18F0D4E9-1E15-4B68-BE44-D1FA5CE7B3CA}"/>
              </a:ext>
            </a:extLst>
          </p:cNvPr>
          <p:cNvSpPr>
            <a:spLocks xmlns:a="http://schemas.openxmlformats.org/drawingml/2006/main" noGrp="1"/>
          </p:cNvSpPr>
          <p:nvPr/>
        </p:nvSpPr>
        <p:spPr>
          <a:xfrm xmlns:a="http://schemas.openxmlformats.org/drawingml/2006/main">
            <a:off x="7019925" y="5657850"/>
            <a:ext cx="43815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Tree>
    <p:extLst>
      <p:ext uri="{BB962C8B-B14F-4D97-AF65-F5344CB8AC3E}">
        <p14:creationId xmlns:p14="http://schemas.microsoft.com/office/powerpoint/2010/main" val="163070764"/>
      </p:ext>
    </p:extLst>
  </p:cSld>
</p:sld>
</file>

<file path=ppt/slides/slide7.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9" name="slide-7-title">
            <a:extLst xmlns:a="http://schemas.openxmlformats.org/drawingml/2006/main">
              <a:ext uri="{FF2B5EF4-FFF2-40B4-BE49-F238E27FC236}">
                <a16:creationId xmlns:a16="http://schemas.microsoft.com/office/drawing/2014/main" id="{240344FE-CF38-4BA3-88E1-555ABE10D1DB}"/>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Technology stack</a:t>
            </a:r>
          </a:p>
        </p:txBody>
      </p:sp>
      <p:sp>
        <p:nvSpPr>
          <p:cNvPr id="2" name="slide-7-accent-blue">
            <a:extLst xmlns:a="http://schemas.openxmlformats.org/drawingml/2006/main">
              <a:ext uri="{FF2B5EF4-FFF2-40B4-BE49-F238E27FC236}">
                <a16:creationId xmlns:a16="http://schemas.microsoft.com/office/drawing/2014/main" id="{1CEB8625-304E-4D18-A75E-D3960BA0E666}"/>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7-accent-iris">
            <a:extLst xmlns:a="http://schemas.openxmlformats.org/drawingml/2006/main">
              <a:ext uri="{FF2B5EF4-FFF2-40B4-BE49-F238E27FC236}">
                <a16:creationId xmlns:a16="http://schemas.microsoft.com/office/drawing/2014/main" id="{AA04AE45-7C7F-406F-AC2E-BA28B4D5B50C}"/>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7-subtitle">
            <a:extLst xmlns:a="http://schemas.openxmlformats.org/drawingml/2006/main">
              <a:ext uri="{FF2B5EF4-FFF2-40B4-BE49-F238E27FC236}">
                <a16:creationId xmlns:a16="http://schemas.microsoft.com/office/drawing/2014/main" id="{9CDA9A72-A54B-4A19-AC24-3C1AA86A7288}"/>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Containerized local services keep the interface, API, storage, and workers separate.</a:t>
            </a:r>
          </a:p>
        </p:txBody>
      </p:sp>
      <p:sp>
        <p:nvSpPr>
          <p:cNvPr id="5" name="slide-7-footer-rule">
            <a:extLst xmlns:a="http://schemas.openxmlformats.org/drawingml/2006/main">
              <a:ext uri="{FF2B5EF4-FFF2-40B4-BE49-F238E27FC236}">
                <a16:creationId xmlns:a16="http://schemas.microsoft.com/office/drawing/2014/main" id="{3354E824-853A-4F36-A54D-A59710AE70BB}"/>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7-footer">
            <a:extLst xmlns:a="http://schemas.openxmlformats.org/drawingml/2006/main">
              <a:ext uri="{FF2B5EF4-FFF2-40B4-BE49-F238E27FC236}">
                <a16:creationId xmlns:a16="http://schemas.microsoft.com/office/drawing/2014/main" id="{4BDD1E92-D3B5-49D5-9D3A-6E39FDBFA7E7}"/>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7-page">
            <a:extLst xmlns:a="http://schemas.openxmlformats.org/drawingml/2006/main">
              <a:ext uri="{FF2B5EF4-FFF2-40B4-BE49-F238E27FC236}">
                <a16:creationId xmlns:a16="http://schemas.microsoft.com/office/drawing/2014/main" id="{12CC7D2A-4A3E-446E-B129-59B24E06FAE0}"/>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07</a:t>
            </a:r>
          </a:p>
        </p:txBody>
      </p:sp>
      <p:sp>
        <p:nvSpPr>
          <p:cNvPr id="8" name="stack-label-0">
            <a:extLst xmlns:a="http://schemas.openxmlformats.org/drawingml/2006/main">
              <a:ext uri="{FF2B5EF4-FFF2-40B4-BE49-F238E27FC236}">
                <a16:creationId xmlns:a16="http://schemas.microsoft.com/office/drawing/2014/main" id="{CF4FC7A9-FF55-4265-BA1E-BD9A66F0C062}"/>
              </a:ext>
            </a:extLst>
          </p:cNvPr>
          <p:cNvSpPr>
            <a:spLocks xmlns:a="http://schemas.openxmlformats.org/drawingml/2006/main" noGrp="1"/>
          </p:cNvSpPr>
          <p:nvPr/>
        </p:nvSpPr>
        <p:spPr>
          <a:xfrm xmlns:a="http://schemas.openxmlformats.org/drawingml/2006/main">
            <a:off x="723900" y="172402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92541"/>
                </a:solidFill>
                <a:latin typeface="Arial"/>
                <a:ea typeface="Arial"/>
                <a:cs typeface="Arial"/>
              </a:defRPr>
            </a:defPPr>
            <a:lvl1pPr algn="l">
              <a:defRPr sz="1650" b="1">
                <a:solidFill>
                  <a:srgbClr val="192541"/>
                </a:solidFill>
                <a:latin typeface="Arial"/>
                <a:ea typeface="Arial"/>
                <a:cs typeface="Arial"/>
              </a:defRPr>
            </a:lvl1pPr>
            <a:lvl2pPr algn="l">
              <a:defRPr sz="1650" b="1">
                <a:solidFill>
                  <a:srgbClr val="192541"/>
                </a:solidFill>
                <a:latin typeface="Arial"/>
                <a:ea typeface="Arial"/>
                <a:cs typeface="Arial"/>
              </a:defRPr>
            </a:lvl2pPr>
            <a:lvl3pPr algn="l">
              <a:defRPr sz="1650" b="1">
                <a:solidFill>
                  <a:srgbClr val="192541"/>
                </a:solidFill>
                <a:latin typeface="Arial"/>
                <a:ea typeface="Arial"/>
                <a:cs typeface="Arial"/>
              </a:defRPr>
            </a:lvl3pPr>
            <a:lvl4pPr algn="l">
              <a:defRPr sz="1650" b="1">
                <a:solidFill>
                  <a:srgbClr val="192541"/>
                </a:solidFill>
                <a:latin typeface="Arial"/>
                <a:ea typeface="Arial"/>
                <a:cs typeface="Arial"/>
              </a:defRPr>
            </a:lvl4pPr>
            <a:lvl5pPr algn="l">
              <a:defRPr sz="1650" b="1">
                <a:solidFill>
                  <a:srgbClr val="192541"/>
                </a:solidFill>
                <a:latin typeface="Arial"/>
                <a:ea typeface="Arial"/>
                <a:cs typeface="Arial"/>
              </a:defRPr>
            </a:lvl5pPr>
            <a:lvl6pPr algn="l">
              <a:defRPr sz="1650" b="1">
                <a:solidFill>
                  <a:srgbClr val="192541"/>
                </a:solidFill>
                <a:latin typeface="Arial"/>
                <a:ea typeface="Arial"/>
                <a:cs typeface="Arial"/>
              </a:defRPr>
            </a:lvl6pPr>
            <a:lvl7pPr algn="l">
              <a:defRPr sz="1650" b="1">
                <a:solidFill>
                  <a:srgbClr val="192541"/>
                </a:solidFill>
                <a:latin typeface="Arial"/>
                <a:ea typeface="Arial"/>
                <a:cs typeface="Arial"/>
              </a:defRPr>
            </a:lvl7pPr>
            <a:lvl8pPr algn="l">
              <a:defRPr sz="1650" b="1">
                <a:solidFill>
                  <a:srgbClr val="192541"/>
                </a:solidFill>
                <a:latin typeface="Arial"/>
                <a:ea typeface="Arial"/>
                <a:cs typeface="Arial"/>
              </a:defRPr>
            </a:lvl8pPr>
            <a:lvl9pPr algn="l">
              <a:defRPr sz="1650" b="1">
                <a:solidFill>
                  <a:srgbClr val="192541"/>
                </a:solidFill>
                <a:latin typeface="Arial"/>
                <a:ea typeface="Arial"/>
                <a:cs typeface="Arial"/>
              </a:defRPr>
            </a:lvl9pPr>
          </a:lstStyle>
          <a:p xmlns:a="http://schemas.openxmlformats.org/drawingml/2006/main">
            <a:pPr algn="l">
              <a:lnSpc>
                <a:spcPct val="100000"/>
              </a:lnSpc>
              <a:buNone/>
              <a:defRPr sz="1650" b="1">
                <a:solidFill>
                  <a:srgbClr val="192541"/>
                </a:solidFill>
                <a:latin typeface="Arial"/>
                <a:ea typeface="Arial"/>
                <a:cs typeface="Arial"/>
              </a:defRPr>
            </a:pPr>
            <a:r>
              <a:rPr sz="1650" b="1">
                <a:solidFill>
                  <a:srgbClr val="192541"/>
                </a:solidFill>
                <a:latin typeface="Arial"/>
                <a:ea typeface="Arial"/>
                <a:cs typeface="Arial"/>
              </a:rPr>
              <a:t>Frontend</a:t>
            </a:r>
          </a:p>
        </p:txBody>
      </p:sp>
      <p:sp>
        <p:nvSpPr>
          <p:cNvPr id="9" name="stack-tech-0">
            <a:extLst xmlns:a="http://schemas.openxmlformats.org/drawingml/2006/main">
              <a:ext uri="{FF2B5EF4-FFF2-40B4-BE49-F238E27FC236}">
                <a16:creationId xmlns:a16="http://schemas.microsoft.com/office/drawing/2014/main" id="{4F5B161F-2821-4706-BD23-835C46601366}"/>
              </a:ext>
            </a:extLst>
          </p:cNvPr>
          <p:cNvSpPr>
            <a:spLocks xmlns:a="http://schemas.openxmlformats.org/drawingml/2006/main" noGrp="1"/>
          </p:cNvSpPr>
          <p:nvPr/>
        </p:nvSpPr>
        <p:spPr>
          <a:xfrm xmlns:a="http://schemas.openxmlformats.org/drawingml/2006/main">
            <a:off x="2857500" y="17240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React 18 · TypeScript · Vite · Nginx</a:t>
            </a:r>
          </a:p>
        </p:txBody>
      </p:sp>
      <p:sp>
        <p:nvSpPr>
          <p:cNvPr id="10" name="stack-role-0">
            <a:extLst xmlns:a="http://schemas.openxmlformats.org/drawingml/2006/main">
              <a:ext uri="{FF2B5EF4-FFF2-40B4-BE49-F238E27FC236}">
                <a16:creationId xmlns:a16="http://schemas.microsoft.com/office/drawing/2014/main" id="{8BC2A680-0262-4CBC-BC27-8CB8BE20E55F}"/>
              </a:ext>
            </a:extLst>
          </p:cNvPr>
          <p:cNvSpPr>
            <a:spLocks xmlns:a="http://schemas.openxmlformats.org/drawingml/2006/main" noGrp="1"/>
          </p:cNvSpPr>
          <p:nvPr/>
        </p:nvSpPr>
        <p:spPr>
          <a:xfrm xmlns:a="http://schemas.openxmlformats.org/drawingml/2006/main">
            <a:off x="2857500" y="209550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Analyst interface and static delivery</a:t>
            </a:r>
          </a:p>
        </p:txBody>
      </p:sp>
      <p:sp>
        <p:nvSpPr>
          <p:cNvPr id="11" name="stack-rule-0">
            <a:extLst xmlns:a="http://schemas.openxmlformats.org/drawingml/2006/main">
              <a:ext uri="{FF2B5EF4-FFF2-40B4-BE49-F238E27FC236}">
                <a16:creationId xmlns:a16="http://schemas.microsoft.com/office/drawing/2014/main" id="{16B3F213-E76A-4A47-8DAF-8D42310A847B}"/>
              </a:ext>
            </a:extLst>
          </p:cNvPr>
          <p:cNvSpPr>
            <a:spLocks xmlns:a="http://schemas.openxmlformats.org/drawingml/2006/main" noGrp="1"/>
          </p:cNvSpPr>
          <p:nvPr/>
        </p:nvSpPr>
        <p:spPr>
          <a:xfrm xmlns:a="http://schemas.openxmlformats.org/drawingml/2006/main">
            <a:off x="723900" y="2466975"/>
            <a:ext cx="106680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2" name="stack-label-1">
            <a:extLst xmlns:a="http://schemas.openxmlformats.org/drawingml/2006/main">
              <a:ext uri="{FF2B5EF4-FFF2-40B4-BE49-F238E27FC236}">
                <a16:creationId xmlns:a16="http://schemas.microsoft.com/office/drawing/2014/main" id="{FDDD7400-617B-405D-AD75-82E04AB45B70}"/>
              </a:ext>
            </a:extLst>
          </p:cNvPr>
          <p:cNvSpPr>
            <a:spLocks xmlns:a="http://schemas.openxmlformats.org/drawingml/2006/main" noGrp="1"/>
          </p:cNvSpPr>
          <p:nvPr/>
        </p:nvSpPr>
        <p:spPr>
          <a:xfrm xmlns:a="http://schemas.openxmlformats.org/drawingml/2006/main">
            <a:off x="723900" y="258127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7968F1"/>
                </a:solidFill>
                <a:latin typeface="Arial"/>
                <a:ea typeface="Arial"/>
                <a:cs typeface="Arial"/>
              </a:defRPr>
            </a:defPPr>
            <a:lvl1pPr algn="l">
              <a:defRPr sz="1650" b="1">
                <a:solidFill>
                  <a:srgbClr val="7968F1"/>
                </a:solidFill>
                <a:latin typeface="Arial"/>
                <a:ea typeface="Arial"/>
                <a:cs typeface="Arial"/>
              </a:defRPr>
            </a:lvl1pPr>
            <a:lvl2pPr algn="l">
              <a:defRPr sz="1650" b="1">
                <a:solidFill>
                  <a:srgbClr val="7968F1"/>
                </a:solidFill>
                <a:latin typeface="Arial"/>
                <a:ea typeface="Arial"/>
                <a:cs typeface="Arial"/>
              </a:defRPr>
            </a:lvl2pPr>
            <a:lvl3pPr algn="l">
              <a:defRPr sz="1650" b="1">
                <a:solidFill>
                  <a:srgbClr val="7968F1"/>
                </a:solidFill>
                <a:latin typeface="Arial"/>
                <a:ea typeface="Arial"/>
                <a:cs typeface="Arial"/>
              </a:defRPr>
            </a:lvl3pPr>
            <a:lvl4pPr algn="l">
              <a:defRPr sz="1650" b="1">
                <a:solidFill>
                  <a:srgbClr val="7968F1"/>
                </a:solidFill>
                <a:latin typeface="Arial"/>
                <a:ea typeface="Arial"/>
                <a:cs typeface="Arial"/>
              </a:defRPr>
            </a:lvl4pPr>
            <a:lvl5pPr algn="l">
              <a:defRPr sz="1650" b="1">
                <a:solidFill>
                  <a:srgbClr val="7968F1"/>
                </a:solidFill>
                <a:latin typeface="Arial"/>
                <a:ea typeface="Arial"/>
                <a:cs typeface="Arial"/>
              </a:defRPr>
            </a:lvl5pPr>
            <a:lvl6pPr algn="l">
              <a:defRPr sz="1650" b="1">
                <a:solidFill>
                  <a:srgbClr val="7968F1"/>
                </a:solidFill>
                <a:latin typeface="Arial"/>
                <a:ea typeface="Arial"/>
                <a:cs typeface="Arial"/>
              </a:defRPr>
            </a:lvl6pPr>
            <a:lvl7pPr algn="l">
              <a:defRPr sz="1650" b="1">
                <a:solidFill>
                  <a:srgbClr val="7968F1"/>
                </a:solidFill>
                <a:latin typeface="Arial"/>
                <a:ea typeface="Arial"/>
                <a:cs typeface="Arial"/>
              </a:defRPr>
            </a:lvl7pPr>
            <a:lvl8pPr algn="l">
              <a:defRPr sz="1650" b="1">
                <a:solidFill>
                  <a:srgbClr val="7968F1"/>
                </a:solidFill>
                <a:latin typeface="Arial"/>
                <a:ea typeface="Arial"/>
                <a:cs typeface="Arial"/>
              </a:defRPr>
            </a:lvl8pPr>
            <a:lvl9pPr algn="l">
              <a:defRPr sz="1650" b="1">
                <a:solidFill>
                  <a:srgbClr val="7968F1"/>
                </a:solidFill>
                <a:latin typeface="Arial"/>
                <a:ea typeface="Arial"/>
                <a:cs typeface="Arial"/>
              </a:defRPr>
            </a:lvl9pPr>
          </a:lstStyle>
          <a:p xmlns:a="http://schemas.openxmlformats.org/drawingml/2006/main">
            <a:pPr algn="l">
              <a:lnSpc>
                <a:spcPct val="100000"/>
              </a:lnSpc>
              <a:buNone/>
              <a:defRPr sz="1650" b="1">
                <a:solidFill>
                  <a:srgbClr val="7968F1"/>
                </a:solidFill>
                <a:latin typeface="Arial"/>
                <a:ea typeface="Arial"/>
                <a:cs typeface="Arial"/>
              </a:defRPr>
            </a:pPr>
            <a:r>
              <a:rPr sz="1650" b="1">
                <a:solidFill>
                  <a:srgbClr val="7968F1"/>
                </a:solidFill>
                <a:latin typeface="Arial"/>
                <a:ea typeface="Arial"/>
                <a:cs typeface="Arial"/>
              </a:rPr>
              <a:t>API</a:t>
            </a:r>
          </a:p>
        </p:txBody>
      </p:sp>
      <p:sp>
        <p:nvSpPr>
          <p:cNvPr id="13" name="stack-tech-1">
            <a:extLst xmlns:a="http://schemas.openxmlformats.org/drawingml/2006/main">
              <a:ext uri="{FF2B5EF4-FFF2-40B4-BE49-F238E27FC236}">
                <a16:creationId xmlns:a16="http://schemas.microsoft.com/office/drawing/2014/main" id="{745BD06B-974B-490A-A464-08DB78DE9925}"/>
              </a:ext>
            </a:extLst>
          </p:cNvPr>
          <p:cNvSpPr>
            <a:spLocks xmlns:a="http://schemas.openxmlformats.org/drawingml/2006/main" noGrp="1"/>
          </p:cNvSpPr>
          <p:nvPr/>
        </p:nvSpPr>
        <p:spPr>
          <a:xfrm xmlns:a="http://schemas.openxmlformats.org/drawingml/2006/main">
            <a:off x="2857500" y="258127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Python 3.12 · FastAPI · Uvicorn</a:t>
            </a:r>
          </a:p>
        </p:txBody>
      </p:sp>
      <p:sp>
        <p:nvSpPr>
          <p:cNvPr id="14" name="stack-role-1">
            <a:extLst xmlns:a="http://schemas.openxmlformats.org/drawingml/2006/main">
              <a:ext uri="{FF2B5EF4-FFF2-40B4-BE49-F238E27FC236}">
                <a16:creationId xmlns:a16="http://schemas.microsoft.com/office/drawing/2014/main" id="{A9BE24CA-6C97-41C6-9F4A-7BB8ABAAEB4D}"/>
              </a:ext>
            </a:extLst>
          </p:cNvPr>
          <p:cNvSpPr>
            <a:spLocks xmlns:a="http://schemas.openxmlformats.org/drawingml/2006/main" noGrp="1"/>
          </p:cNvSpPr>
          <p:nvPr/>
        </p:nvSpPr>
        <p:spPr>
          <a:xfrm xmlns:a="http://schemas.openxmlformats.org/drawingml/2006/main">
            <a:off x="2857500" y="295275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Authenticated endpoints, validation, health, reports</a:t>
            </a:r>
          </a:p>
        </p:txBody>
      </p:sp>
      <p:sp>
        <p:nvSpPr>
          <p:cNvPr id="15" name="stack-rule-1">
            <a:extLst xmlns:a="http://schemas.openxmlformats.org/drawingml/2006/main">
              <a:ext uri="{FF2B5EF4-FFF2-40B4-BE49-F238E27FC236}">
                <a16:creationId xmlns:a16="http://schemas.microsoft.com/office/drawing/2014/main" id="{BC190EB5-AD30-4E60-87AE-2F390FFBB0D3}"/>
              </a:ext>
            </a:extLst>
          </p:cNvPr>
          <p:cNvSpPr>
            <a:spLocks xmlns:a="http://schemas.openxmlformats.org/drawingml/2006/main" noGrp="1"/>
          </p:cNvSpPr>
          <p:nvPr/>
        </p:nvSpPr>
        <p:spPr>
          <a:xfrm xmlns:a="http://schemas.openxmlformats.org/drawingml/2006/main">
            <a:off x="723900" y="3324225"/>
            <a:ext cx="106680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6" name="stack-label-2">
            <a:extLst xmlns:a="http://schemas.openxmlformats.org/drawingml/2006/main">
              <a:ext uri="{FF2B5EF4-FFF2-40B4-BE49-F238E27FC236}">
                <a16:creationId xmlns:a16="http://schemas.microsoft.com/office/drawing/2014/main" id="{1D58819D-18D1-4953-8073-EB701F8D710A}"/>
              </a:ext>
            </a:extLst>
          </p:cNvPr>
          <p:cNvSpPr>
            <a:spLocks xmlns:a="http://schemas.openxmlformats.org/drawingml/2006/main" noGrp="1"/>
          </p:cNvSpPr>
          <p:nvPr/>
        </p:nvSpPr>
        <p:spPr>
          <a:xfrm xmlns:a="http://schemas.openxmlformats.org/drawingml/2006/main">
            <a:off x="723900" y="343852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92541"/>
                </a:solidFill>
                <a:latin typeface="Arial"/>
                <a:ea typeface="Arial"/>
                <a:cs typeface="Arial"/>
              </a:defRPr>
            </a:defPPr>
            <a:lvl1pPr algn="l">
              <a:defRPr sz="1650" b="1">
                <a:solidFill>
                  <a:srgbClr val="192541"/>
                </a:solidFill>
                <a:latin typeface="Arial"/>
                <a:ea typeface="Arial"/>
                <a:cs typeface="Arial"/>
              </a:defRPr>
            </a:lvl1pPr>
            <a:lvl2pPr algn="l">
              <a:defRPr sz="1650" b="1">
                <a:solidFill>
                  <a:srgbClr val="192541"/>
                </a:solidFill>
                <a:latin typeface="Arial"/>
                <a:ea typeface="Arial"/>
                <a:cs typeface="Arial"/>
              </a:defRPr>
            </a:lvl2pPr>
            <a:lvl3pPr algn="l">
              <a:defRPr sz="1650" b="1">
                <a:solidFill>
                  <a:srgbClr val="192541"/>
                </a:solidFill>
                <a:latin typeface="Arial"/>
                <a:ea typeface="Arial"/>
                <a:cs typeface="Arial"/>
              </a:defRPr>
            </a:lvl3pPr>
            <a:lvl4pPr algn="l">
              <a:defRPr sz="1650" b="1">
                <a:solidFill>
                  <a:srgbClr val="192541"/>
                </a:solidFill>
                <a:latin typeface="Arial"/>
                <a:ea typeface="Arial"/>
                <a:cs typeface="Arial"/>
              </a:defRPr>
            </a:lvl4pPr>
            <a:lvl5pPr algn="l">
              <a:defRPr sz="1650" b="1">
                <a:solidFill>
                  <a:srgbClr val="192541"/>
                </a:solidFill>
                <a:latin typeface="Arial"/>
                <a:ea typeface="Arial"/>
                <a:cs typeface="Arial"/>
              </a:defRPr>
            </a:lvl5pPr>
            <a:lvl6pPr algn="l">
              <a:defRPr sz="1650" b="1">
                <a:solidFill>
                  <a:srgbClr val="192541"/>
                </a:solidFill>
                <a:latin typeface="Arial"/>
                <a:ea typeface="Arial"/>
                <a:cs typeface="Arial"/>
              </a:defRPr>
            </a:lvl6pPr>
            <a:lvl7pPr algn="l">
              <a:defRPr sz="1650" b="1">
                <a:solidFill>
                  <a:srgbClr val="192541"/>
                </a:solidFill>
                <a:latin typeface="Arial"/>
                <a:ea typeface="Arial"/>
                <a:cs typeface="Arial"/>
              </a:defRPr>
            </a:lvl7pPr>
            <a:lvl8pPr algn="l">
              <a:defRPr sz="1650" b="1">
                <a:solidFill>
                  <a:srgbClr val="192541"/>
                </a:solidFill>
                <a:latin typeface="Arial"/>
                <a:ea typeface="Arial"/>
                <a:cs typeface="Arial"/>
              </a:defRPr>
            </a:lvl8pPr>
            <a:lvl9pPr algn="l">
              <a:defRPr sz="1650" b="1">
                <a:solidFill>
                  <a:srgbClr val="192541"/>
                </a:solidFill>
                <a:latin typeface="Arial"/>
                <a:ea typeface="Arial"/>
                <a:cs typeface="Arial"/>
              </a:defRPr>
            </a:lvl9pPr>
          </a:lstStyle>
          <a:p xmlns:a="http://schemas.openxmlformats.org/drawingml/2006/main">
            <a:pPr algn="l">
              <a:lnSpc>
                <a:spcPct val="100000"/>
              </a:lnSpc>
              <a:buNone/>
              <a:defRPr sz="1650" b="1">
                <a:solidFill>
                  <a:srgbClr val="192541"/>
                </a:solidFill>
                <a:latin typeface="Arial"/>
                <a:ea typeface="Arial"/>
                <a:cs typeface="Arial"/>
              </a:defRPr>
            </a:pPr>
            <a:r>
              <a:rPr sz="1650" b="1">
                <a:solidFill>
                  <a:srgbClr val="192541"/>
                </a:solidFill>
                <a:latin typeface="Arial"/>
                <a:ea typeface="Arial"/>
                <a:cs typeface="Arial"/>
              </a:rPr>
              <a:t>Persistence</a:t>
            </a:r>
          </a:p>
        </p:txBody>
      </p:sp>
      <p:sp>
        <p:nvSpPr>
          <p:cNvPr id="17" name="stack-tech-2">
            <a:extLst xmlns:a="http://schemas.openxmlformats.org/drawingml/2006/main">
              <a:ext uri="{FF2B5EF4-FFF2-40B4-BE49-F238E27FC236}">
                <a16:creationId xmlns:a16="http://schemas.microsoft.com/office/drawing/2014/main" id="{0679B59C-BC0C-4862-8FD2-87A42528541D}"/>
              </a:ext>
            </a:extLst>
          </p:cNvPr>
          <p:cNvSpPr>
            <a:spLocks xmlns:a="http://schemas.openxmlformats.org/drawingml/2006/main" noGrp="1"/>
          </p:cNvSpPr>
          <p:nvPr/>
        </p:nvSpPr>
        <p:spPr>
          <a:xfrm xmlns:a="http://schemas.openxmlformats.org/drawingml/2006/main">
            <a:off x="2857500" y="34385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PostgreSQL 16 · SQLAlchemy · Alembic</a:t>
            </a:r>
          </a:p>
        </p:txBody>
      </p:sp>
      <p:sp>
        <p:nvSpPr>
          <p:cNvPr id="18" name="stack-role-2">
            <a:extLst xmlns:a="http://schemas.openxmlformats.org/drawingml/2006/main">
              <a:ext uri="{FF2B5EF4-FFF2-40B4-BE49-F238E27FC236}">
                <a16:creationId xmlns:a16="http://schemas.microsoft.com/office/drawing/2014/main" id="{9679A46B-FAAA-4040-8064-9A7D8A5EFAEE}"/>
              </a:ext>
            </a:extLst>
          </p:cNvPr>
          <p:cNvSpPr>
            <a:spLocks xmlns:a="http://schemas.openxmlformats.org/drawingml/2006/main" noGrp="1"/>
          </p:cNvSpPr>
          <p:nvPr/>
        </p:nvSpPr>
        <p:spPr>
          <a:xfrm xmlns:a="http://schemas.openxmlformats.org/drawingml/2006/main">
            <a:off x="2857500" y="381000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Durable records and schema migrations</a:t>
            </a:r>
          </a:p>
        </p:txBody>
      </p:sp>
      <p:sp>
        <p:nvSpPr>
          <p:cNvPr id="19" name="stack-rule-2">
            <a:extLst xmlns:a="http://schemas.openxmlformats.org/drawingml/2006/main">
              <a:ext uri="{FF2B5EF4-FFF2-40B4-BE49-F238E27FC236}">
                <a16:creationId xmlns:a16="http://schemas.microsoft.com/office/drawing/2014/main" id="{7CCFC091-26B1-497E-A10C-E3B13570326D}"/>
              </a:ext>
            </a:extLst>
          </p:cNvPr>
          <p:cNvSpPr>
            <a:spLocks xmlns:a="http://schemas.openxmlformats.org/drawingml/2006/main" noGrp="1"/>
          </p:cNvSpPr>
          <p:nvPr/>
        </p:nvSpPr>
        <p:spPr>
          <a:xfrm xmlns:a="http://schemas.openxmlformats.org/drawingml/2006/main">
            <a:off x="723900" y="4181475"/>
            <a:ext cx="106680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0" name="stack-label-3">
            <a:extLst xmlns:a="http://schemas.openxmlformats.org/drawingml/2006/main">
              <a:ext uri="{FF2B5EF4-FFF2-40B4-BE49-F238E27FC236}">
                <a16:creationId xmlns:a16="http://schemas.microsoft.com/office/drawing/2014/main" id="{CDFB7C2E-60E9-485F-AB6F-42F000AAA11D}"/>
              </a:ext>
            </a:extLst>
          </p:cNvPr>
          <p:cNvSpPr>
            <a:spLocks xmlns:a="http://schemas.openxmlformats.org/drawingml/2006/main" noGrp="1"/>
          </p:cNvSpPr>
          <p:nvPr/>
        </p:nvSpPr>
        <p:spPr>
          <a:xfrm xmlns:a="http://schemas.openxmlformats.org/drawingml/2006/main">
            <a:off x="723900" y="429577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7968F1"/>
                </a:solidFill>
                <a:latin typeface="Arial"/>
                <a:ea typeface="Arial"/>
                <a:cs typeface="Arial"/>
              </a:defRPr>
            </a:defPPr>
            <a:lvl1pPr algn="l">
              <a:defRPr sz="1650" b="1">
                <a:solidFill>
                  <a:srgbClr val="7968F1"/>
                </a:solidFill>
                <a:latin typeface="Arial"/>
                <a:ea typeface="Arial"/>
                <a:cs typeface="Arial"/>
              </a:defRPr>
            </a:lvl1pPr>
            <a:lvl2pPr algn="l">
              <a:defRPr sz="1650" b="1">
                <a:solidFill>
                  <a:srgbClr val="7968F1"/>
                </a:solidFill>
                <a:latin typeface="Arial"/>
                <a:ea typeface="Arial"/>
                <a:cs typeface="Arial"/>
              </a:defRPr>
            </a:lvl2pPr>
            <a:lvl3pPr algn="l">
              <a:defRPr sz="1650" b="1">
                <a:solidFill>
                  <a:srgbClr val="7968F1"/>
                </a:solidFill>
                <a:latin typeface="Arial"/>
                <a:ea typeface="Arial"/>
                <a:cs typeface="Arial"/>
              </a:defRPr>
            </a:lvl3pPr>
            <a:lvl4pPr algn="l">
              <a:defRPr sz="1650" b="1">
                <a:solidFill>
                  <a:srgbClr val="7968F1"/>
                </a:solidFill>
                <a:latin typeface="Arial"/>
                <a:ea typeface="Arial"/>
                <a:cs typeface="Arial"/>
              </a:defRPr>
            </a:lvl4pPr>
            <a:lvl5pPr algn="l">
              <a:defRPr sz="1650" b="1">
                <a:solidFill>
                  <a:srgbClr val="7968F1"/>
                </a:solidFill>
                <a:latin typeface="Arial"/>
                <a:ea typeface="Arial"/>
                <a:cs typeface="Arial"/>
              </a:defRPr>
            </a:lvl5pPr>
            <a:lvl6pPr algn="l">
              <a:defRPr sz="1650" b="1">
                <a:solidFill>
                  <a:srgbClr val="7968F1"/>
                </a:solidFill>
                <a:latin typeface="Arial"/>
                <a:ea typeface="Arial"/>
                <a:cs typeface="Arial"/>
              </a:defRPr>
            </a:lvl6pPr>
            <a:lvl7pPr algn="l">
              <a:defRPr sz="1650" b="1">
                <a:solidFill>
                  <a:srgbClr val="7968F1"/>
                </a:solidFill>
                <a:latin typeface="Arial"/>
                <a:ea typeface="Arial"/>
                <a:cs typeface="Arial"/>
              </a:defRPr>
            </a:lvl7pPr>
            <a:lvl8pPr algn="l">
              <a:defRPr sz="1650" b="1">
                <a:solidFill>
                  <a:srgbClr val="7968F1"/>
                </a:solidFill>
                <a:latin typeface="Arial"/>
                <a:ea typeface="Arial"/>
                <a:cs typeface="Arial"/>
              </a:defRPr>
            </a:lvl8pPr>
            <a:lvl9pPr algn="l">
              <a:defRPr sz="1650" b="1">
                <a:solidFill>
                  <a:srgbClr val="7968F1"/>
                </a:solidFill>
                <a:latin typeface="Arial"/>
                <a:ea typeface="Arial"/>
                <a:cs typeface="Arial"/>
              </a:defRPr>
            </a:lvl9pPr>
          </a:lstStyle>
          <a:p xmlns:a="http://schemas.openxmlformats.org/drawingml/2006/main">
            <a:pPr algn="l">
              <a:lnSpc>
                <a:spcPct val="100000"/>
              </a:lnSpc>
              <a:buNone/>
              <a:defRPr sz="1650" b="1">
                <a:solidFill>
                  <a:srgbClr val="7968F1"/>
                </a:solidFill>
                <a:latin typeface="Arial"/>
                <a:ea typeface="Arial"/>
                <a:cs typeface="Arial"/>
              </a:defRPr>
            </a:pPr>
            <a:r>
              <a:rPr sz="1650" b="1">
                <a:solidFill>
                  <a:srgbClr val="7968F1"/>
                </a:solidFill>
                <a:latin typeface="Arial"/>
                <a:ea typeface="Arial"/>
                <a:cs typeface="Arial"/>
              </a:rPr>
              <a:t>Background jobs</a:t>
            </a:r>
          </a:p>
        </p:txBody>
      </p:sp>
      <p:sp>
        <p:nvSpPr>
          <p:cNvPr id="21" name="stack-tech-3">
            <a:extLst xmlns:a="http://schemas.openxmlformats.org/drawingml/2006/main">
              <a:ext uri="{FF2B5EF4-FFF2-40B4-BE49-F238E27FC236}">
                <a16:creationId xmlns:a16="http://schemas.microsoft.com/office/drawing/2014/main" id="{11C80E03-A105-4519-9153-9DB21B1F51D6}"/>
              </a:ext>
            </a:extLst>
          </p:cNvPr>
          <p:cNvSpPr>
            <a:spLocks xmlns:a="http://schemas.openxmlformats.org/drawingml/2006/main" noGrp="1"/>
          </p:cNvSpPr>
          <p:nvPr/>
        </p:nvSpPr>
        <p:spPr>
          <a:xfrm xmlns:a="http://schemas.openxmlformats.org/drawingml/2006/main">
            <a:off x="2857500" y="429577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Redis 7 · RQ · dispatcher · worker</a:t>
            </a:r>
          </a:p>
        </p:txBody>
      </p:sp>
      <p:sp>
        <p:nvSpPr>
          <p:cNvPr id="22" name="stack-role-3">
            <a:extLst xmlns:a="http://schemas.openxmlformats.org/drawingml/2006/main">
              <a:ext uri="{FF2B5EF4-FFF2-40B4-BE49-F238E27FC236}">
                <a16:creationId xmlns:a16="http://schemas.microsoft.com/office/drawing/2014/main" id="{D6663CB2-70D9-43FE-9DB2-0DBF1EABEEC8}"/>
              </a:ext>
            </a:extLst>
          </p:cNvPr>
          <p:cNvSpPr>
            <a:spLocks xmlns:a="http://schemas.openxmlformats.org/drawingml/2006/main" noGrp="1"/>
          </p:cNvSpPr>
          <p:nvPr/>
        </p:nvSpPr>
        <p:spPr>
          <a:xfrm xmlns:a="http://schemas.openxmlformats.org/drawingml/2006/main">
            <a:off x="2857500" y="466725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Queue delivery and asynchronous collectors</a:t>
            </a:r>
          </a:p>
        </p:txBody>
      </p:sp>
      <p:sp>
        <p:nvSpPr>
          <p:cNvPr id="23" name="stack-rule-3">
            <a:extLst xmlns:a="http://schemas.openxmlformats.org/drawingml/2006/main">
              <a:ext uri="{FF2B5EF4-FFF2-40B4-BE49-F238E27FC236}">
                <a16:creationId xmlns:a16="http://schemas.microsoft.com/office/drawing/2014/main" id="{64B37F16-BEDE-43AC-8A26-210B14AD6D2B}"/>
              </a:ext>
            </a:extLst>
          </p:cNvPr>
          <p:cNvSpPr>
            <a:spLocks xmlns:a="http://schemas.openxmlformats.org/drawingml/2006/main" noGrp="1"/>
          </p:cNvSpPr>
          <p:nvPr/>
        </p:nvSpPr>
        <p:spPr>
          <a:xfrm xmlns:a="http://schemas.openxmlformats.org/drawingml/2006/main">
            <a:off x="723900" y="5038725"/>
            <a:ext cx="106680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4" name="stack-label-4">
            <a:extLst xmlns:a="http://schemas.openxmlformats.org/drawingml/2006/main">
              <a:ext uri="{FF2B5EF4-FFF2-40B4-BE49-F238E27FC236}">
                <a16:creationId xmlns:a16="http://schemas.microsoft.com/office/drawing/2014/main" id="{561F827A-E1F0-4CCD-8E81-BD9FAFCC18DE}"/>
              </a:ext>
            </a:extLst>
          </p:cNvPr>
          <p:cNvSpPr>
            <a:spLocks xmlns:a="http://schemas.openxmlformats.org/drawingml/2006/main" noGrp="1"/>
          </p:cNvSpPr>
          <p:nvPr/>
        </p:nvSpPr>
        <p:spPr>
          <a:xfrm xmlns:a="http://schemas.openxmlformats.org/drawingml/2006/main">
            <a:off x="723900" y="5153025"/>
            <a:ext cx="2000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92541"/>
                </a:solidFill>
                <a:latin typeface="Arial"/>
                <a:ea typeface="Arial"/>
                <a:cs typeface="Arial"/>
              </a:defRPr>
            </a:defPPr>
            <a:lvl1pPr algn="l">
              <a:defRPr sz="1650" b="1">
                <a:solidFill>
                  <a:srgbClr val="192541"/>
                </a:solidFill>
                <a:latin typeface="Arial"/>
                <a:ea typeface="Arial"/>
                <a:cs typeface="Arial"/>
              </a:defRPr>
            </a:lvl1pPr>
            <a:lvl2pPr algn="l">
              <a:defRPr sz="1650" b="1">
                <a:solidFill>
                  <a:srgbClr val="192541"/>
                </a:solidFill>
                <a:latin typeface="Arial"/>
                <a:ea typeface="Arial"/>
                <a:cs typeface="Arial"/>
              </a:defRPr>
            </a:lvl2pPr>
            <a:lvl3pPr algn="l">
              <a:defRPr sz="1650" b="1">
                <a:solidFill>
                  <a:srgbClr val="192541"/>
                </a:solidFill>
                <a:latin typeface="Arial"/>
                <a:ea typeface="Arial"/>
                <a:cs typeface="Arial"/>
              </a:defRPr>
            </a:lvl3pPr>
            <a:lvl4pPr algn="l">
              <a:defRPr sz="1650" b="1">
                <a:solidFill>
                  <a:srgbClr val="192541"/>
                </a:solidFill>
                <a:latin typeface="Arial"/>
                <a:ea typeface="Arial"/>
                <a:cs typeface="Arial"/>
              </a:defRPr>
            </a:lvl4pPr>
            <a:lvl5pPr algn="l">
              <a:defRPr sz="1650" b="1">
                <a:solidFill>
                  <a:srgbClr val="192541"/>
                </a:solidFill>
                <a:latin typeface="Arial"/>
                <a:ea typeface="Arial"/>
                <a:cs typeface="Arial"/>
              </a:defRPr>
            </a:lvl5pPr>
            <a:lvl6pPr algn="l">
              <a:defRPr sz="1650" b="1">
                <a:solidFill>
                  <a:srgbClr val="192541"/>
                </a:solidFill>
                <a:latin typeface="Arial"/>
                <a:ea typeface="Arial"/>
                <a:cs typeface="Arial"/>
              </a:defRPr>
            </a:lvl6pPr>
            <a:lvl7pPr algn="l">
              <a:defRPr sz="1650" b="1">
                <a:solidFill>
                  <a:srgbClr val="192541"/>
                </a:solidFill>
                <a:latin typeface="Arial"/>
                <a:ea typeface="Arial"/>
                <a:cs typeface="Arial"/>
              </a:defRPr>
            </a:lvl7pPr>
            <a:lvl8pPr algn="l">
              <a:defRPr sz="1650" b="1">
                <a:solidFill>
                  <a:srgbClr val="192541"/>
                </a:solidFill>
                <a:latin typeface="Arial"/>
                <a:ea typeface="Arial"/>
                <a:cs typeface="Arial"/>
              </a:defRPr>
            </a:lvl8pPr>
            <a:lvl9pPr algn="l">
              <a:defRPr sz="1650" b="1">
                <a:solidFill>
                  <a:srgbClr val="192541"/>
                </a:solidFill>
                <a:latin typeface="Arial"/>
                <a:ea typeface="Arial"/>
                <a:cs typeface="Arial"/>
              </a:defRPr>
            </a:lvl9pPr>
          </a:lstStyle>
          <a:p xmlns:a="http://schemas.openxmlformats.org/drawingml/2006/main">
            <a:pPr algn="l">
              <a:lnSpc>
                <a:spcPct val="100000"/>
              </a:lnSpc>
              <a:buNone/>
              <a:defRPr sz="1650" b="1">
                <a:solidFill>
                  <a:srgbClr val="192541"/>
                </a:solidFill>
                <a:latin typeface="Arial"/>
                <a:ea typeface="Arial"/>
                <a:cs typeface="Arial"/>
              </a:defRPr>
            </a:pPr>
            <a:r>
              <a:rPr sz="1650" b="1">
                <a:solidFill>
                  <a:srgbClr val="192541"/>
                </a:solidFill>
                <a:latin typeface="Arial"/>
                <a:ea typeface="Arial"/>
                <a:cs typeface="Arial"/>
              </a:rPr>
              <a:t>Local runtime</a:t>
            </a:r>
          </a:p>
        </p:txBody>
      </p:sp>
      <p:sp>
        <p:nvSpPr>
          <p:cNvPr id="25" name="stack-tech-4">
            <a:extLst xmlns:a="http://schemas.openxmlformats.org/drawingml/2006/main">
              <a:ext uri="{FF2B5EF4-FFF2-40B4-BE49-F238E27FC236}">
                <a16:creationId xmlns:a16="http://schemas.microsoft.com/office/drawing/2014/main" id="{0C5477B4-AB0E-4BA4-AA43-973B645557B9}"/>
              </a:ext>
            </a:extLst>
          </p:cNvPr>
          <p:cNvSpPr>
            <a:spLocks xmlns:a="http://schemas.openxmlformats.org/drawingml/2006/main" noGrp="1"/>
          </p:cNvSpPr>
          <p:nvPr/>
        </p:nvSpPr>
        <p:spPr>
          <a:xfrm xmlns:a="http://schemas.openxmlformats.org/drawingml/2006/main">
            <a:off x="2857500" y="5153025"/>
            <a:ext cx="561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82239"/>
                </a:solidFill>
                <a:latin typeface="Arial"/>
                <a:ea typeface="Arial"/>
                <a:cs typeface="Arial"/>
              </a:defRPr>
            </a:defPPr>
            <a:lvl1pPr algn="l">
              <a:defRPr sz="1725" b="1">
                <a:solidFill>
                  <a:srgbClr val="182239"/>
                </a:solidFill>
                <a:latin typeface="Arial"/>
                <a:ea typeface="Arial"/>
                <a:cs typeface="Arial"/>
              </a:defRPr>
            </a:lvl1pPr>
            <a:lvl2pPr algn="l">
              <a:defRPr sz="1725" b="1">
                <a:solidFill>
                  <a:srgbClr val="182239"/>
                </a:solidFill>
                <a:latin typeface="Arial"/>
                <a:ea typeface="Arial"/>
                <a:cs typeface="Arial"/>
              </a:defRPr>
            </a:lvl2pPr>
            <a:lvl3pPr algn="l">
              <a:defRPr sz="1725" b="1">
                <a:solidFill>
                  <a:srgbClr val="182239"/>
                </a:solidFill>
                <a:latin typeface="Arial"/>
                <a:ea typeface="Arial"/>
                <a:cs typeface="Arial"/>
              </a:defRPr>
            </a:lvl3pPr>
            <a:lvl4pPr algn="l">
              <a:defRPr sz="1725" b="1">
                <a:solidFill>
                  <a:srgbClr val="182239"/>
                </a:solidFill>
                <a:latin typeface="Arial"/>
                <a:ea typeface="Arial"/>
                <a:cs typeface="Arial"/>
              </a:defRPr>
            </a:lvl4pPr>
            <a:lvl5pPr algn="l">
              <a:defRPr sz="1725" b="1">
                <a:solidFill>
                  <a:srgbClr val="182239"/>
                </a:solidFill>
                <a:latin typeface="Arial"/>
                <a:ea typeface="Arial"/>
                <a:cs typeface="Arial"/>
              </a:defRPr>
            </a:lvl5pPr>
            <a:lvl6pPr algn="l">
              <a:defRPr sz="1725" b="1">
                <a:solidFill>
                  <a:srgbClr val="182239"/>
                </a:solidFill>
                <a:latin typeface="Arial"/>
                <a:ea typeface="Arial"/>
                <a:cs typeface="Arial"/>
              </a:defRPr>
            </a:lvl6pPr>
            <a:lvl7pPr algn="l">
              <a:defRPr sz="1725" b="1">
                <a:solidFill>
                  <a:srgbClr val="182239"/>
                </a:solidFill>
                <a:latin typeface="Arial"/>
                <a:ea typeface="Arial"/>
                <a:cs typeface="Arial"/>
              </a:defRPr>
            </a:lvl7pPr>
            <a:lvl8pPr algn="l">
              <a:defRPr sz="1725" b="1">
                <a:solidFill>
                  <a:srgbClr val="182239"/>
                </a:solidFill>
                <a:latin typeface="Arial"/>
                <a:ea typeface="Arial"/>
                <a:cs typeface="Arial"/>
              </a:defRPr>
            </a:lvl8pPr>
            <a:lvl9pPr algn="l">
              <a:defRPr sz="1725" b="1">
                <a:solidFill>
                  <a:srgbClr val="182239"/>
                </a:solidFill>
                <a:latin typeface="Arial"/>
                <a:ea typeface="Arial"/>
                <a:cs typeface="Arial"/>
              </a:defRPr>
            </a:lvl9pPr>
          </a:lstStyle>
          <a:p xmlns:a="http://schemas.openxmlformats.org/drawingml/2006/main">
            <a:pPr algn="l">
              <a:lnSpc>
                <a:spcPct val="100000"/>
              </a:lnSpc>
              <a:buNone/>
              <a:defRPr sz="1725" b="1">
                <a:solidFill>
                  <a:srgbClr val="182239"/>
                </a:solidFill>
                <a:latin typeface="Arial"/>
                <a:ea typeface="Arial"/>
                <a:cs typeface="Arial"/>
              </a:defRPr>
            </a:pPr>
            <a:r>
              <a:rPr sz="1725" b="1">
                <a:solidFill>
                  <a:srgbClr val="182239"/>
                </a:solidFill>
                <a:latin typeface="Arial"/>
                <a:ea typeface="Arial"/>
                <a:cs typeface="Arial"/>
              </a:rPr>
              <a:t>Docker Compose · Caddy</a:t>
            </a:r>
          </a:p>
        </p:txBody>
      </p:sp>
      <p:sp>
        <p:nvSpPr>
          <p:cNvPr id="26" name="stack-role-4">
            <a:extLst xmlns:a="http://schemas.openxmlformats.org/drawingml/2006/main">
              <a:ext uri="{FF2B5EF4-FFF2-40B4-BE49-F238E27FC236}">
                <a16:creationId xmlns:a16="http://schemas.microsoft.com/office/drawing/2014/main" id="{652C47E4-2C9B-456E-9346-C303BF99C59D}"/>
              </a:ext>
            </a:extLst>
          </p:cNvPr>
          <p:cNvSpPr>
            <a:spLocks xmlns:a="http://schemas.openxmlformats.org/drawingml/2006/main" noGrp="1"/>
          </p:cNvSpPr>
          <p:nvPr/>
        </p:nvSpPr>
        <p:spPr>
          <a:xfrm xmlns:a="http://schemas.openxmlformats.org/drawingml/2006/main">
            <a:off x="2857500" y="5524500"/>
            <a:ext cx="7429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Service orchestration and loopback HTTPS gateway</a:t>
            </a:r>
          </a:p>
        </p:txBody>
      </p:sp>
      <p:sp>
        <p:nvSpPr>
          <p:cNvPr id="27" name="stack-rule-4">
            <a:extLst xmlns:a="http://schemas.openxmlformats.org/drawingml/2006/main">
              <a:ext uri="{FF2B5EF4-FFF2-40B4-BE49-F238E27FC236}">
                <a16:creationId xmlns:a16="http://schemas.microsoft.com/office/drawing/2014/main" id="{F3AD6139-2848-4EC5-906E-BD55A12E794E}"/>
              </a:ext>
            </a:extLst>
          </p:cNvPr>
          <p:cNvSpPr>
            <a:spLocks xmlns:a="http://schemas.openxmlformats.org/drawingml/2006/main" noGrp="1"/>
          </p:cNvSpPr>
          <p:nvPr/>
        </p:nvSpPr>
        <p:spPr>
          <a:xfrm xmlns:a="http://schemas.openxmlformats.org/drawingml/2006/main">
            <a:off x="723900" y="5895975"/>
            <a:ext cx="106680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28" name="stack-boundary">
            <a:extLst xmlns:a="http://schemas.openxmlformats.org/drawingml/2006/main">
              <a:ext uri="{FF2B5EF4-FFF2-40B4-BE49-F238E27FC236}">
                <a16:creationId xmlns:a16="http://schemas.microsoft.com/office/drawing/2014/main" id="{DE1A70A3-FA24-499B-8D1C-1F83CB094698}"/>
              </a:ext>
            </a:extLst>
          </p:cNvPr>
          <p:cNvSpPr>
            <a:spLocks xmlns:a="http://schemas.openxmlformats.org/drawingml/2006/main" noGrp="1"/>
          </p:cNvSpPr>
          <p:nvPr/>
        </p:nvSpPr>
        <p:spPr>
          <a:xfrm xmlns:a="http://schemas.openxmlformats.org/drawingml/2006/main">
            <a:off x="723900" y="603885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A667D"/>
                </a:solidFill>
                <a:latin typeface="Arial"/>
                <a:ea typeface="Arial"/>
                <a:cs typeface="Arial"/>
              </a:defRPr>
            </a:defPPr>
            <a:lvl1pPr algn="l">
              <a:defRPr sz="1275" b="0">
                <a:solidFill>
                  <a:srgbClr val="5A667D"/>
                </a:solidFill>
                <a:latin typeface="Arial"/>
                <a:ea typeface="Arial"/>
                <a:cs typeface="Arial"/>
              </a:defRPr>
            </a:lvl1pPr>
            <a:lvl2pPr algn="l">
              <a:defRPr sz="1275" b="0">
                <a:solidFill>
                  <a:srgbClr val="5A667D"/>
                </a:solidFill>
                <a:latin typeface="Arial"/>
                <a:ea typeface="Arial"/>
                <a:cs typeface="Arial"/>
              </a:defRPr>
            </a:lvl2pPr>
            <a:lvl3pPr algn="l">
              <a:defRPr sz="1275" b="0">
                <a:solidFill>
                  <a:srgbClr val="5A667D"/>
                </a:solidFill>
                <a:latin typeface="Arial"/>
                <a:ea typeface="Arial"/>
                <a:cs typeface="Arial"/>
              </a:defRPr>
            </a:lvl3pPr>
            <a:lvl4pPr algn="l">
              <a:defRPr sz="1275" b="0">
                <a:solidFill>
                  <a:srgbClr val="5A667D"/>
                </a:solidFill>
                <a:latin typeface="Arial"/>
                <a:ea typeface="Arial"/>
                <a:cs typeface="Arial"/>
              </a:defRPr>
            </a:lvl4pPr>
            <a:lvl5pPr algn="l">
              <a:defRPr sz="1275" b="0">
                <a:solidFill>
                  <a:srgbClr val="5A667D"/>
                </a:solidFill>
                <a:latin typeface="Arial"/>
                <a:ea typeface="Arial"/>
                <a:cs typeface="Arial"/>
              </a:defRPr>
            </a:lvl5pPr>
            <a:lvl6pPr algn="l">
              <a:defRPr sz="1275" b="0">
                <a:solidFill>
                  <a:srgbClr val="5A667D"/>
                </a:solidFill>
                <a:latin typeface="Arial"/>
                <a:ea typeface="Arial"/>
                <a:cs typeface="Arial"/>
              </a:defRPr>
            </a:lvl6pPr>
            <a:lvl7pPr algn="l">
              <a:defRPr sz="1275" b="0">
                <a:solidFill>
                  <a:srgbClr val="5A667D"/>
                </a:solidFill>
                <a:latin typeface="Arial"/>
                <a:ea typeface="Arial"/>
                <a:cs typeface="Arial"/>
              </a:defRPr>
            </a:lvl7pPr>
            <a:lvl8pPr algn="l">
              <a:defRPr sz="1275" b="0">
                <a:solidFill>
                  <a:srgbClr val="5A667D"/>
                </a:solidFill>
                <a:latin typeface="Arial"/>
                <a:ea typeface="Arial"/>
                <a:cs typeface="Arial"/>
              </a:defRPr>
            </a:lvl8pPr>
            <a:lvl9pPr algn="l">
              <a:defRPr sz="1275" b="0">
                <a:solidFill>
                  <a:srgbClr val="5A667D"/>
                </a:solidFill>
                <a:latin typeface="Arial"/>
                <a:ea typeface="Arial"/>
                <a:cs typeface="Arial"/>
              </a:defRPr>
            </a:lvl9pPr>
          </a:lstStyle>
          <a:p xmlns:a="http://schemas.openxmlformats.org/drawingml/2006/main">
            <a:pPr algn="l">
              <a:lnSpc>
                <a:spcPct val="100000"/>
              </a:lnSpc>
              <a:buNone/>
              <a:defRPr sz="1275" b="0">
                <a:solidFill>
                  <a:srgbClr val="5A667D"/>
                </a:solidFill>
                <a:latin typeface="Arial"/>
                <a:ea typeface="Arial"/>
                <a:cs typeface="Arial"/>
              </a:defRPr>
            </a:pPr>
            <a:r>
              <a:rPr sz="1275" b="0">
                <a:solidFill>
                  <a:srgbClr val="5A667D"/>
                </a:solidFill>
                <a:latin typeface="Arial"/>
                <a:ea typeface="Arial"/>
                <a:cs typeface="Arial"/>
              </a:rPr>
              <a:t>Provider API keys remain in backend configuration; they are not placed in the browser bundle.</a:t>
            </a:r>
          </a:p>
        </p:txBody>
      </p:sp>
    </p:spTree>
    <p:extLst>
      <p:ext uri="{BB962C8B-B14F-4D97-AF65-F5344CB8AC3E}">
        <p14:creationId xmlns:p14="http://schemas.microsoft.com/office/powerpoint/2010/main" val="4786939"/>
      </p:ext>
    </p:extLst>
  </p:cSld>
</p:sld>
</file>

<file path=ppt/slides/slide8.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5" name="slide-8-title">
            <a:extLst xmlns:a="http://schemas.openxmlformats.org/drawingml/2006/main">
              <a:ext uri="{FF2B5EF4-FFF2-40B4-BE49-F238E27FC236}">
                <a16:creationId xmlns:a16="http://schemas.microsoft.com/office/drawing/2014/main" id="{34B40078-4098-43B3-AFAC-566B3DDD5A76}"/>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Evidence, security &amp; analyst review</a:t>
            </a:r>
          </a:p>
        </p:txBody>
      </p:sp>
      <p:sp>
        <p:nvSpPr>
          <p:cNvPr id="2" name="slide-8-accent-blue">
            <a:extLst xmlns:a="http://schemas.openxmlformats.org/drawingml/2006/main">
              <a:ext uri="{FF2B5EF4-FFF2-40B4-BE49-F238E27FC236}">
                <a16:creationId xmlns:a16="http://schemas.microsoft.com/office/drawing/2014/main" id="{4D02BAC8-B945-430A-932D-C73879139490}"/>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8-accent-iris">
            <a:extLst xmlns:a="http://schemas.openxmlformats.org/drawingml/2006/main">
              <a:ext uri="{FF2B5EF4-FFF2-40B4-BE49-F238E27FC236}">
                <a16:creationId xmlns:a16="http://schemas.microsoft.com/office/drawing/2014/main" id="{7B1A5EEE-F3B1-4A3F-9437-3D2768CF9A83}"/>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8-subtitle">
            <a:extLst xmlns:a="http://schemas.openxmlformats.org/drawingml/2006/main">
              <a:ext uri="{FF2B5EF4-FFF2-40B4-BE49-F238E27FC236}">
                <a16:creationId xmlns:a16="http://schemas.microsoft.com/office/drawing/2014/main" id="{FEACC1D1-DE43-4D62-83B5-8B23E7990BD9}"/>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Provider output is an observation to interpret—not an automatic verdict.</a:t>
            </a:r>
          </a:p>
        </p:txBody>
      </p:sp>
      <p:sp>
        <p:nvSpPr>
          <p:cNvPr id="5" name="slide-8-footer-rule">
            <a:extLst xmlns:a="http://schemas.openxmlformats.org/drawingml/2006/main">
              <a:ext uri="{FF2B5EF4-FFF2-40B4-BE49-F238E27FC236}">
                <a16:creationId xmlns:a16="http://schemas.microsoft.com/office/drawing/2014/main" id="{0A315684-725B-43CB-A615-5832E3A38170}"/>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8-footer">
            <a:extLst xmlns:a="http://schemas.openxmlformats.org/drawingml/2006/main">
              <a:ext uri="{FF2B5EF4-FFF2-40B4-BE49-F238E27FC236}">
                <a16:creationId xmlns:a16="http://schemas.microsoft.com/office/drawing/2014/main" id="{15C84566-34D8-4310-9574-8E2C2EDB195F}"/>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8-page">
            <a:extLst xmlns:a="http://schemas.openxmlformats.org/drawingml/2006/main">
              <a:ext uri="{FF2B5EF4-FFF2-40B4-BE49-F238E27FC236}">
                <a16:creationId xmlns:a16="http://schemas.microsoft.com/office/drawing/2014/main" id="{912430D1-B136-4377-A48C-F9217CAD1004}"/>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08</a:t>
            </a:r>
          </a:p>
        </p:txBody>
      </p:sp>
      <p:sp>
        <p:nvSpPr>
          <p:cNvPr id="8" name="trust-title-0">
            <a:extLst xmlns:a="http://schemas.openxmlformats.org/drawingml/2006/main">
              <a:ext uri="{FF2B5EF4-FFF2-40B4-BE49-F238E27FC236}">
                <a16:creationId xmlns:a16="http://schemas.microsoft.com/office/drawing/2014/main" id="{E21B44EB-3BD9-4B06-A63D-15191C1D790F}"/>
              </a:ext>
            </a:extLst>
          </p:cNvPr>
          <p:cNvSpPr>
            <a:spLocks xmlns:a="http://schemas.openxmlformats.org/drawingml/2006/main" noGrp="1"/>
          </p:cNvSpPr>
          <p:nvPr/>
        </p:nvSpPr>
        <p:spPr>
          <a:xfrm xmlns:a="http://schemas.openxmlformats.org/drawingml/2006/main">
            <a:off x="723900" y="2019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64A5FF"/>
                </a:solidFill>
                <a:latin typeface="Arial"/>
                <a:ea typeface="Arial"/>
                <a:cs typeface="Arial"/>
              </a:defRPr>
            </a:defPPr>
            <a:lvl1pPr algn="l">
              <a:defRPr sz="1500" b="1">
                <a:solidFill>
                  <a:srgbClr val="64A5FF"/>
                </a:solidFill>
                <a:latin typeface="Arial"/>
                <a:ea typeface="Arial"/>
                <a:cs typeface="Arial"/>
              </a:defRPr>
            </a:lvl1pPr>
            <a:lvl2pPr algn="l">
              <a:defRPr sz="1500" b="1">
                <a:solidFill>
                  <a:srgbClr val="64A5FF"/>
                </a:solidFill>
                <a:latin typeface="Arial"/>
                <a:ea typeface="Arial"/>
                <a:cs typeface="Arial"/>
              </a:defRPr>
            </a:lvl2pPr>
            <a:lvl3pPr algn="l">
              <a:defRPr sz="1500" b="1">
                <a:solidFill>
                  <a:srgbClr val="64A5FF"/>
                </a:solidFill>
                <a:latin typeface="Arial"/>
                <a:ea typeface="Arial"/>
                <a:cs typeface="Arial"/>
              </a:defRPr>
            </a:lvl3pPr>
            <a:lvl4pPr algn="l">
              <a:defRPr sz="1500" b="1">
                <a:solidFill>
                  <a:srgbClr val="64A5FF"/>
                </a:solidFill>
                <a:latin typeface="Arial"/>
                <a:ea typeface="Arial"/>
                <a:cs typeface="Arial"/>
              </a:defRPr>
            </a:lvl4pPr>
            <a:lvl5pPr algn="l">
              <a:defRPr sz="1500" b="1">
                <a:solidFill>
                  <a:srgbClr val="64A5FF"/>
                </a:solidFill>
                <a:latin typeface="Arial"/>
                <a:ea typeface="Arial"/>
                <a:cs typeface="Arial"/>
              </a:defRPr>
            </a:lvl5pPr>
            <a:lvl6pPr algn="l">
              <a:defRPr sz="1500" b="1">
                <a:solidFill>
                  <a:srgbClr val="64A5FF"/>
                </a:solidFill>
                <a:latin typeface="Arial"/>
                <a:ea typeface="Arial"/>
                <a:cs typeface="Arial"/>
              </a:defRPr>
            </a:lvl6pPr>
            <a:lvl7pPr algn="l">
              <a:defRPr sz="1500" b="1">
                <a:solidFill>
                  <a:srgbClr val="64A5FF"/>
                </a:solidFill>
                <a:latin typeface="Arial"/>
                <a:ea typeface="Arial"/>
                <a:cs typeface="Arial"/>
              </a:defRPr>
            </a:lvl7pPr>
            <a:lvl8pPr algn="l">
              <a:defRPr sz="1500" b="1">
                <a:solidFill>
                  <a:srgbClr val="64A5FF"/>
                </a:solidFill>
                <a:latin typeface="Arial"/>
                <a:ea typeface="Arial"/>
                <a:cs typeface="Arial"/>
              </a:defRPr>
            </a:lvl8pPr>
            <a:lvl9pPr algn="l">
              <a:defRPr sz="1500" b="1">
                <a:solidFill>
                  <a:srgbClr val="64A5FF"/>
                </a:solidFill>
                <a:latin typeface="Arial"/>
                <a:ea typeface="Arial"/>
                <a:cs typeface="Arial"/>
              </a:defRPr>
            </a:lvl9pPr>
          </a:lstStyle>
          <a:p xmlns:a="http://schemas.openxmlformats.org/drawingml/2006/main">
            <a:pPr algn="l">
              <a:lnSpc>
                <a:spcPct val="100000"/>
              </a:lnSpc>
              <a:buNone/>
              <a:defRPr sz="1500" b="1">
                <a:solidFill>
                  <a:srgbClr val="64A5FF"/>
                </a:solidFill>
                <a:latin typeface="Arial"/>
                <a:ea typeface="Arial"/>
                <a:cs typeface="Arial"/>
              </a:defRPr>
            </a:pPr>
            <a:r>
              <a:rPr sz="1500" b="1">
                <a:solidFill>
                  <a:srgbClr val="64A5FF"/>
                </a:solidFill>
                <a:latin typeface="Arial"/>
                <a:ea typeface="Arial"/>
                <a:cs typeface="Arial"/>
              </a:rPr>
              <a:t>AUTHORIZED COLLECTION</a:t>
            </a:r>
          </a:p>
        </p:txBody>
      </p:sp>
      <p:sp>
        <p:nvSpPr>
          <p:cNvPr id="9" name="trust-rule-0">
            <a:extLst xmlns:a="http://schemas.openxmlformats.org/drawingml/2006/main">
              <a:ext uri="{FF2B5EF4-FFF2-40B4-BE49-F238E27FC236}">
                <a16:creationId xmlns:a16="http://schemas.microsoft.com/office/drawing/2014/main" id="{1C50753C-06D4-40D8-94FA-44B37BBCB85D}"/>
              </a:ext>
            </a:extLst>
          </p:cNvPr>
          <p:cNvSpPr>
            <a:spLocks xmlns:a="http://schemas.openxmlformats.org/drawingml/2006/main" noGrp="1"/>
          </p:cNvSpPr>
          <p:nvPr/>
        </p:nvSpPr>
        <p:spPr>
          <a:xfrm xmlns:a="http://schemas.openxmlformats.org/drawingml/2006/main">
            <a:off x="723900" y="2476500"/>
            <a:ext cx="3095625" cy="28575"/>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10" name="trust-0-0">
            <a:extLst xmlns:a="http://schemas.openxmlformats.org/drawingml/2006/main">
              <a:ext uri="{FF2B5EF4-FFF2-40B4-BE49-F238E27FC236}">
                <a16:creationId xmlns:a16="http://schemas.microsoft.com/office/drawing/2014/main" id="{BED3801F-C0AA-4C9A-873B-9349A9334D23}"/>
              </a:ext>
            </a:extLst>
          </p:cNvPr>
          <p:cNvSpPr>
            <a:spLocks xmlns:a="http://schemas.openxmlformats.org/drawingml/2006/main" noGrp="1"/>
          </p:cNvSpPr>
          <p:nvPr/>
        </p:nvSpPr>
        <p:spPr>
          <a:xfrm xmlns:a="http://schemas.openxmlformats.org/drawingml/2006/main">
            <a:off x="723900" y="26955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Scope checks to approved assets</a:t>
            </a:r>
          </a:p>
        </p:txBody>
      </p:sp>
      <p:sp>
        <p:nvSpPr>
          <p:cNvPr id="11" name="trust-0-1">
            <a:extLst xmlns:a="http://schemas.openxmlformats.org/drawingml/2006/main">
              <a:ext uri="{FF2B5EF4-FFF2-40B4-BE49-F238E27FC236}">
                <a16:creationId xmlns:a16="http://schemas.microsoft.com/office/drawing/2014/main" id="{CD2500BE-BD12-4AAA-9ABE-E310520D96B1}"/>
              </a:ext>
            </a:extLst>
          </p:cNvPr>
          <p:cNvSpPr>
            <a:spLocks xmlns:a="http://schemas.openxmlformats.org/drawingml/2006/main" noGrp="1"/>
          </p:cNvSpPr>
          <p:nvPr/>
        </p:nvSpPr>
        <p:spPr>
          <a:xfrm xmlns:a="http://schemas.openxmlformats.org/drawingml/2006/main">
            <a:off x="723900" y="343852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Bound outbound requests and redirects</a:t>
            </a:r>
          </a:p>
        </p:txBody>
      </p:sp>
      <p:sp>
        <p:nvSpPr>
          <p:cNvPr id="12" name="trust-0-2">
            <a:extLst xmlns:a="http://schemas.openxmlformats.org/drawingml/2006/main">
              <a:ext uri="{FF2B5EF4-FFF2-40B4-BE49-F238E27FC236}">
                <a16:creationId xmlns:a16="http://schemas.microsoft.com/office/drawing/2014/main" id="{20F78498-38A2-4741-A4C0-884DE7B11151}"/>
              </a:ext>
            </a:extLst>
          </p:cNvPr>
          <p:cNvSpPr>
            <a:spLocks xmlns:a="http://schemas.openxmlformats.org/drawingml/2006/main" noGrp="1"/>
          </p:cNvSpPr>
          <p:nvPr/>
        </p:nvSpPr>
        <p:spPr>
          <a:xfrm xmlns:a="http://schemas.openxmlformats.org/drawingml/2006/main">
            <a:off x="723900" y="41814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Keep provider credentials on the backend</a:t>
            </a:r>
          </a:p>
        </p:txBody>
      </p:sp>
      <p:sp>
        <p:nvSpPr>
          <p:cNvPr id="13" name="trust-title-1">
            <a:extLst xmlns:a="http://schemas.openxmlformats.org/drawingml/2006/main">
              <a:ext uri="{FF2B5EF4-FFF2-40B4-BE49-F238E27FC236}">
                <a16:creationId xmlns:a16="http://schemas.microsoft.com/office/drawing/2014/main" id="{DC2B986E-FD67-4193-B678-474CF59949B7}"/>
              </a:ext>
            </a:extLst>
          </p:cNvPr>
          <p:cNvSpPr>
            <a:spLocks xmlns:a="http://schemas.openxmlformats.org/drawingml/2006/main" noGrp="1"/>
          </p:cNvSpPr>
          <p:nvPr/>
        </p:nvSpPr>
        <p:spPr>
          <a:xfrm xmlns:a="http://schemas.openxmlformats.org/drawingml/2006/main">
            <a:off x="4438650" y="2019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7968F1"/>
                </a:solidFill>
                <a:latin typeface="Arial"/>
                <a:ea typeface="Arial"/>
                <a:cs typeface="Arial"/>
              </a:defRPr>
            </a:defPPr>
            <a:lvl1pPr algn="l">
              <a:defRPr sz="1500" b="1">
                <a:solidFill>
                  <a:srgbClr val="7968F1"/>
                </a:solidFill>
                <a:latin typeface="Arial"/>
                <a:ea typeface="Arial"/>
                <a:cs typeface="Arial"/>
              </a:defRPr>
            </a:lvl1pPr>
            <a:lvl2pPr algn="l">
              <a:defRPr sz="1500" b="1">
                <a:solidFill>
                  <a:srgbClr val="7968F1"/>
                </a:solidFill>
                <a:latin typeface="Arial"/>
                <a:ea typeface="Arial"/>
                <a:cs typeface="Arial"/>
              </a:defRPr>
            </a:lvl2pPr>
            <a:lvl3pPr algn="l">
              <a:defRPr sz="1500" b="1">
                <a:solidFill>
                  <a:srgbClr val="7968F1"/>
                </a:solidFill>
                <a:latin typeface="Arial"/>
                <a:ea typeface="Arial"/>
                <a:cs typeface="Arial"/>
              </a:defRPr>
            </a:lvl3pPr>
            <a:lvl4pPr algn="l">
              <a:defRPr sz="1500" b="1">
                <a:solidFill>
                  <a:srgbClr val="7968F1"/>
                </a:solidFill>
                <a:latin typeface="Arial"/>
                <a:ea typeface="Arial"/>
                <a:cs typeface="Arial"/>
              </a:defRPr>
            </a:lvl4pPr>
            <a:lvl5pPr algn="l">
              <a:defRPr sz="1500" b="1">
                <a:solidFill>
                  <a:srgbClr val="7968F1"/>
                </a:solidFill>
                <a:latin typeface="Arial"/>
                <a:ea typeface="Arial"/>
                <a:cs typeface="Arial"/>
              </a:defRPr>
            </a:lvl5pPr>
            <a:lvl6pPr algn="l">
              <a:defRPr sz="1500" b="1">
                <a:solidFill>
                  <a:srgbClr val="7968F1"/>
                </a:solidFill>
                <a:latin typeface="Arial"/>
                <a:ea typeface="Arial"/>
                <a:cs typeface="Arial"/>
              </a:defRPr>
            </a:lvl6pPr>
            <a:lvl7pPr algn="l">
              <a:defRPr sz="1500" b="1">
                <a:solidFill>
                  <a:srgbClr val="7968F1"/>
                </a:solidFill>
                <a:latin typeface="Arial"/>
                <a:ea typeface="Arial"/>
                <a:cs typeface="Arial"/>
              </a:defRPr>
            </a:lvl7pPr>
            <a:lvl8pPr algn="l">
              <a:defRPr sz="1500" b="1">
                <a:solidFill>
                  <a:srgbClr val="7968F1"/>
                </a:solidFill>
                <a:latin typeface="Arial"/>
                <a:ea typeface="Arial"/>
                <a:cs typeface="Arial"/>
              </a:defRPr>
            </a:lvl8pPr>
            <a:lvl9pPr algn="l">
              <a:defRPr sz="1500" b="1">
                <a:solidFill>
                  <a:srgbClr val="7968F1"/>
                </a:solidFill>
                <a:latin typeface="Arial"/>
                <a:ea typeface="Arial"/>
                <a:cs typeface="Arial"/>
              </a:defRPr>
            </a:lvl9pPr>
          </a:lstStyle>
          <a:p xmlns:a="http://schemas.openxmlformats.org/drawingml/2006/main">
            <a:pPr algn="l">
              <a:lnSpc>
                <a:spcPct val="100000"/>
              </a:lnSpc>
              <a:buNone/>
              <a:defRPr sz="1500" b="1">
                <a:solidFill>
                  <a:srgbClr val="7968F1"/>
                </a:solidFill>
                <a:latin typeface="Arial"/>
                <a:ea typeface="Arial"/>
                <a:cs typeface="Arial"/>
              </a:defRPr>
            </a:pPr>
            <a:r>
              <a:rPr sz="1500" b="1">
                <a:solidFill>
                  <a:srgbClr val="7968F1"/>
                </a:solidFill>
                <a:latin typeface="Arial"/>
                <a:ea typeface="Arial"/>
                <a:cs typeface="Arial"/>
              </a:rPr>
              <a:t>TRACEABLE EVIDENCE</a:t>
            </a:r>
          </a:p>
        </p:txBody>
      </p:sp>
      <p:sp>
        <p:nvSpPr>
          <p:cNvPr id="14" name="trust-rule-1">
            <a:extLst xmlns:a="http://schemas.openxmlformats.org/drawingml/2006/main">
              <a:ext uri="{FF2B5EF4-FFF2-40B4-BE49-F238E27FC236}">
                <a16:creationId xmlns:a16="http://schemas.microsoft.com/office/drawing/2014/main" id="{13652015-B080-4E32-AE2D-A3412C1DEC08}"/>
              </a:ext>
            </a:extLst>
          </p:cNvPr>
          <p:cNvSpPr>
            <a:spLocks xmlns:a="http://schemas.openxmlformats.org/drawingml/2006/main" noGrp="1"/>
          </p:cNvSpPr>
          <p:nvPr/>
        </p:nvSpPr>
        <p:spPr>
          <a:xfrm xmlns:a="http://schemas.openxmlformats.org/drawingml/2006/main">
            <a:off x="4438650" y="2476500"/>
            <a:ext cx="3095625" cy="28575"/>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15" name="trust-1-0">
            <a:extLst xmlns:a="http://schemas.openxmlformats.org/drawingml/2006/main">
              <a:ext uri="{FF2B5EF4-FFF2-40B4-BE49-F238E27FC236}">
                <a16:creationId xmlns:a16="http://schemas.microsoft.com/office/drawing/2014/main" id="{C84E98AF-AA94-44CE-ACE1-5A14774C70C1}"/>
              </a:ext>
            </a:extLst>
          </p:cNvPr>
          <p:cNvSpPr>
            <a:spLocks xmlns:a="http://schemas.openxmlformats.org/drawingml/2006/main" noGrp="1"/>
          </p:cNvSpPr>
          <p:nvPr/>
        </p:nvSpPr>
        <p:spPr>
          <a:xfrm xmlns:a="http://schemas.openxmlformats.org/drawingml/2006/main">
            <a:off x="4438650" y="26955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Store source, time, status, and freshness</a:t>
            </a:r>
          </a:p>
        </p:txBody>
      </p:sp>
      <p:sp>
        <p:nvSpPr>
          <p:cNvPr id="16" name="trust-1-1">
            <a:extLst xmlns:a="http://schemas.openxmlformats.org/drawingml/2006/main">
              <a:ext uri="{FF2B5EF4-FFF2-40B4-BE49-F238E27FC236}">
                <a16:creationId xmlns:a16="http://schemas.microsoft.com/office/drawing/2014/main" id="{1D57DF38-5B2A-466A-9CDB-4838A81ED050}"/>
              </a:ext>
            </a:extLst>
          </p:cNvPr>
          <p:cNvSpPr>
            <a:spLocks xmlns:a="http://schemas.openxmlformats.org/drawingml/2006/main" noGrp="1"/>
          </p:cNvSpPr>
          <p:nvPr/>
        </p:nvSpPr>
        <p:spPr>
          <a:xfrm xmlns:a="http://schemas.openxmlformats.org/drawingml/2006/main">
            <a:off x="4438650" y="343852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Link findings to supporting evidence</a:t>
            </a:r>
          </a:p>
        </p:txBody>
      </p:sp>
      <p:sp>
        <p:nvSpPr>
          <p:cNvPr id="17" name="trust-1-2">
            <a:extLst xmlns:a="http://schemas.openxmlformats.org/drawingml/2006/main">
              <a:ext uri="{FF2B5EF4-FFF2-40B4-BE49-F238E27FC236}">
                <a16:creationId xmlns:a16="http://schemas.microsoft.com/office/drawing/2014/main" id="{205B40E9-189D-49DE-A48D-64136D71F8BB}"/>
              </a:ext>
            </a:extLst>
          </p:cNvPr>
          <p:cNvSpPr>
            <a:spLocks xmlns:a="http://schemas.openxmlformats.org/drawingml/2006/main" noGrp="1"/>
          </p:cNvSpPr>
          <p:nvPr/>
        </p:nvSpPr>
        <p:spPr>
          <a:xfrm xmlns:a="http://schemas.openxmlformats.org/drawingml/2006/main">
            <a:off x="4438650" y="41814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Hashes detect byte changes; they do not prove authenticity</a:t>
            </a:r>
          </a:p>
        </p:txBody>
      </p:sp>
      <p:sp>
        <p:nvSpPr>
          <p:cNvPr id="18" name="trust-title-2">
            <a:extLst xmlns:a="http://schemas.openxmlformats.org/drawingml/2006/main">
              <a:ext uri="{FF2B5EF4-FFF2-40B4-BE49-F238E27FC236}">
                <a16:creationId xmlns:a16="http://schemas.microsoft.com/office/drawing/2014/main" id="{983AAB9F-1F67-4271-A6BE-40AC9E46073F}"/>
              </a:ext>
            </a:extLst>
          </p:cNvPr>
          <p:cNvSpPr>
            <a:spLocks xmlns:a="http://schemas.openxmlformats.org/drawingml/2006/main" noGrp="1"/>
          </p:cNvSpPr>
          <p:nvPr/>
        </p:nvSpPr>
        <p:spPr>
          <a:xfrm xmlns:a="http://schemas.openxmlformats.org/drawingml/2006/main">
            <a:off x="8153400" y="2019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64A5FF"/>
                </a:solidFill>
                <a:latin typeface="Arial"/>
                <a:ea typeface="Arial"/>
                <a:cs typeface="Arial"/>
              </a:defRPr>
            </a:defPPr>
            <a:lvl1pPr algn="l">
              <a:defRPr sz="1500" b="1">
                <a:solidFill>
                  <a:srgbClr val="64A5FF"/>
                </a:solidFill>
                <a:latin typeface="Arial"/>
                <a:ea typeface="Arial"/>
                <a:cs typeface="Arial"/>
              </a:defRPr>
            </a:lvl1pPr>
            <a:lvl2pPr algn="l">
              <a:defRPr sz="1500" b="1">
                <a:solidFill>
                  <a:srgbClr val="64A5FF"/>
                </a:solidFill>
                <a:latin typeface="Arial"/>
                <a:ea typeface="Arial"/>
                <a:cs typeface="Arial"/>
              </a:defRPr>
            </a:lvl2pPr>
            <a:lvl3pPr algn="l">
              <a:defRPr sz="1500" b="1">
                <a:solidFill>
                  <a:srgbClr val="64A5FF"/>
                </a:solidFill>
                <a:latin typeface="Arial"/>
                <a:ea typeface="Arial"/>
                <a:cs typeface="Arial"/>
              </a:defRPr>
            </a:lvl3pPr>
            <a:lvl4pPr algn="l">
              <a:defRPr sz="1500" b="1">
                <a:solidFill>
                  <a:srgbClr val="64A5FF"/>
                </a:solidFill>
                <a:latin typeface="Arial"/>
                <a:ea typeface="Arial"/>
                <a:cs typeface="Arial"/>
              </a:defRPr>
            </a:lvl4pPr>
            <a:lvl5pPr algn="l">
              <a:defRPr sz="1500" b="1">
                <a:solidFill>
                  <a:srgbClr val="64A5FF"/>
                </a:solidFill>
                <a:latin typeface="Arial"/>
                <a:ea typeface="Arial"/>
                <a:cs typeface="Arial"/>
              </a:defRPr>
            </a:lvl5pPr>
            <a:lvl6pPr algn="l">
              <a:defRPr sz="1500" b="1">
                <a:solidFill>
                  <a:srgbClr val="64A5FF"/>
                </a:solidFill>
                <a:latin typeface="Arial"/>
                <a:ea typeface="Arial"/>
                <a:cs typeface="Arial"/>
              </a:defRPr>
            </a:lvl6pPr>
            <a:lvl7pPr algn="l">
              <a:defRPr sz="1500" b="1">
                <a:solidFill>
                  <a:srgbClr val="64A5FF"/>
                </a:solidFill>
                <a:latin typeface="Arial"/>
                <a:ea typeface="Arial"/>
                <a:cs typeface="Arial"/>
              </a:defRPr>
            </a:lvl7pPr>
            <a:lvl8pPr algn="l">
              <a:defRPr sz="1500" b="1">
                <a:solidFill>
                  <a:srgbClr val="64A5FF"/>
                </a:solidFill>
                <a:latin typeface="Arial"/>
                <a:ea typeface="Arial"/>
                <a:cs typeface="Arial"/>
              </a:defRPr>
            </a:lvl8pPr>
            <a:lvl9pPr algn="l">
              <a:defRPr sz="1500" b="1">
                <a:solidFill>
                  <a:srgbClr val="64A5FF"/>
                </a:solidFill>
                <a:latin typeface="Arial"/>
                <a:ea typeface="Arial"/>
                <a:cs typeface="Arial"/>
              </a:defRPr>
            </a:lvl9pPr>
          </a:lstStyle>
          <a:p xmlns:a="http://schemas.openxmlformats.org/drawingml/2006/main">
            <a:pPr algn="l">
              <a:lnSpc>
                <a:spcPct val="100000"/>
              </a:lnSpc>
              <a:buNone/>
              <a:defRPr sz="1500" b="1">
                <a:solidFill>
                  <a:srgbClr val="64A5FF"/>
                </a:solidFill>
                <a:latin typeface="Arial"/>
                <a:ea typeface="Arial"/>
                <a:cs typeface="Arial"/>
              </a:defRPr>
            </a:pPr>
            <a:r>
              <a:rPr sz="1500" b="1">
                <a:solidFill>
                  <a:srgbClr val="64A5FF"/>
                </a:solidFill>
                <a:latin typeface="Arial"/>
                <a:ea typeface="Arial"/>
                <a:cs typeface="Arial"/>
              </a:rPr>
              <a:t>HUMAN DECISIONS</a:t>
            </a:r>
          </a:p>
        </p:txBody>
      </p:sp>
      <p:sp>
        <p:nvSpPr>
          <p:cNvPr id="19" name="trust-rule-2">
            <a:extLst xmlns:a="http://schemas.openxmlformats.org/drawingml/2006/main">
              <a:ext uri="{FF2B5EF4-FFF2-40B4-BE49-F238E27FC236}">
                <a16:creationId xmlns:a16="http://schemas.microsoft.com/office/drawing/2014/main" id="{65E5E799-39C2-4CDA-AF7A-B84AE9666B89}"/>
              </a:ext>
            </a:extLst>
          </p:cNvPr>
          <p:cNvSpPr>
            <a:spLocks xmlns:a="http://schemas.openxmlformats.org/drawingml/2006/main" noGrp="1"/>
          </p:cNvSpPr>
          <p:nvPr/>
        </p:nvSpPr>
        <p:spPr>
          <a:xfrm xmlns:a="http://schemas.openxmlformats.org/drawingml/2006/main">
            <a:off x="8153400" y="2476500"/>
            <a:ext cx="3095625" cy="28575"/>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20" name="trust-2-0">
            <a:extLst xmlns:a="http://schemas.openxmlformats.org/drawingml/2006/main">
              <a:ext uri="{FF2B5EF4-FFF2-40B4-BE49-F238E27FC236}">
                <a16:creationId xmlns:a16="http://schemas.microsoft.com/office/drawing/2014/main" id="{CD8DC694-1D5E-4184-A698-0820B3A79C39}"/>
              </a:ext>
            </a:extLst>
          </p:cNvPr>
          <p:cNvSpPr>
            <a:spLocks xmlns:a="http://schemas.openxmlformats.org/drawingml/2006/main" noGrp="1"/>
          </p:cNvSpPr>
          <p:nvPr/>
        </p:nvSpPr>
        <p:spPr>
          <a:xfrm xmlns:a="http://schemas.openxmlformats.org/drawingml/2006/main">
            <a:off x="8153400" y="26955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Review vulnerability applicability</a:t>
            </a:r>
          </a:p>
        </p:txBody>
      </p:sp>
      <p:sp>
        <p:nvSpPr>
          <p:cNvPr id="21" name="trust-2-1">
            <a:extLst xmlns:a="http://schemas.openxmlformats.org/drawingml/2006/main">
              <a:ext uri="{FF2B5EF4-FFF2-40B4-BE49-F238E27FC236}">
                <a16:creationId xmlns:a16="http://schemas.microsoft.com/office/drawing/2014/main" id="{1571A08B-6D98-4B6B-A9E4-F220AFAF1FF3}"/>
              </a:ext>
            </a:extLst>
          </p:cNvPr>
          <p:cNvSpPr>
            <a:spLocks xmlns:a="http://schemas.openxmlformats.org/drawingml/2006/main" noGrp="1"/>
          </p:cNvSpPr>
          <p:nvPr/>
        </p:nvSpPr>
        <p:spPr>
          <a:xfrm xmlns:a="http://schemas.openxmlformats.org/drawingml/2006/main">
            <a:off x="8153400" y="343852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Show missing coverage as unknown</a:t>
            </a:r>
          </a:p>
        </p:txBody>
      </p:sp>
      <p:sp>
        <p:nvSpPr>
          <p:cNvPr id="22" name="trust-2-2">
            <a:extLst xmlns:a="http://schemas.openxmlformats.org/drawingml/2006/main">
              <a:ext uri="{FF2B5EF4-FFF2-40B4-BE49-F238E27FC236}">
                <a16:creationId xmlns:a16="http://schemas.microsoft.com/office/drawing/2014/main" id="{A3EF9690-F754-4141-9EFF-CDE4AEAC8DCA}"/>
              </a:ext>
            </a:extLst>
          </p:cNvPr>
          <p:cNvSpPr>
            <a:spLocks xmlns:a="http://schemas.openxmlformats.org/drawingml/2006/main" noGrp="1"/>
          </p:cNvSpPr>
          <p:nvPr/>
        </p:nvSpPr>
        <p:spPr>
          <a:xfrm xmlns:a="http://schemas.openxmlformats.org/drawingml/2006/main">
            <a:off x="8153400" y="4181475"/>
            <a:ext cx="31908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8000"/>
              </a:lnSpc>
              <a:buNone/>
              <a:defRPr sz="1500" b="0">
                <a:solidFill>
                  <a:srgbClr val="182239"/>
                </a:solidFill>
                <a:latin typeface="Arial"/>
                <a:ea typeface="Arial"/>
                <a:cs typeface="Arial"/>
              </a:defRPr>
            </a:pPr>
            <a:r>
              <a:rPr sz="1500" b="0">
                <a:solidFill>
                  <a:srgbClr val="182239"/>
                </a:solidFill>
                <a:latin typeface="Arial"/>
                <a:ea typeface="Arial"/>
                <a:cs typeface="Arial"/>
              </a:rPr>
              <a:t>Keep the risk score explainable and explicitly uncalibrated</a:t>
            </a:r>
          </a:p>
        </p:txBody>
      </p:sp>
      <p:sp>
        <p:nvSpPr>
          <p:cNvPr id="23" name="trust-boundary-bg">
            <a:extLst xmlns:a="http://schemas.openxmlformats.org/drawingml/2006/main">
              <a:ext uri="{FF2B5EF4-FFF2-40B4-BE49-F238E27FC236}">
                <a16:creationId xmlns:a16="http://schemas.microsoft.com/office/drawing/2014/main" id="{C120D7D4-5490-4BDA-A6DA-8CFF525FD60A}"/>
              </a:ext>
            </a:extLst>
          </p:cNvPr>
          <p:cNvSpPr>
            <a:spLocks xmlns:a="http://schemas.openxmlformats.org/drawingml/2006/main" noGrp="1"/>
          </p:cNvSpPr>
          <p:nvPr/>
        </p:nvSpPr>
        <p:spPr>
          <a:xfrm xmlns:a="http://schemas.openxmlformats.org/drawingml/2006/main">
            <a:off x="723900" y="5219700"/>
            <a:ext cx="10744200" cy="666750"/>
          </a:xfrm>
          <a:prstGeom xmlns:a="http://schemas.openxmlformats.org/drawingml/2006/main" prst="roundRect">
            <a:avLst>
              <a:gd name="adj" fmla="val 17143"/>
            </a:avLst>
          </a:prstGeom>
          <a:solidFill xmlns:a="http://schemas.openxmlformats.org/drawingml/2006/main">
            <a:srgbClr val="192541"/>
          </a:solidFill>
          <a:ln xmlns:a="http://schemas.openxmlformats.org/drawingml/2006/main" w="0">
            <a:noFill/>
            <a:prstDash val="solid"/>
          </a:ln>
        </p:spPr>
      </p:sp>
      <p:sp>
        <p:nvSpPr>
          <p:cNvPr id="24" name="trust-boundary">
            <a:extLst xmlns:a="http://schemas.openxmlformats.org/drawingml/2006/main">
              <a:ext uri="{FF2B5EF4-FFF2-40B4-BE49-F238E27FC236}">
                <a16:creationId xmlns:a16="http://schemas.microsoft.com/office/drawing/2014/main" id="{58932FE6-CEF4-456F-9445-82BDE8F00731}"/>
              </a:ext>
            </a:extLst>
          </p:cNvPr>
          <p:cNvSpPr>
            <a:spLocks xmlns:a="http://schemas.openxmlformats.org/drawingml/2006/main" noGrp="1"/>
          </p:cNvSpPr>
          <p:nvPr/>
        </p:nvSpPr>
        <p:spPr>
          <a:xfrm xmlns:a="http://schemas.openxmlformats.org/drawingml/2006/main">
            <a:off x="914400" y="5334000"/>
            <a:ext cx="10363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1">
                <a:solidFill>
                  <a:srgbClr val="EEF3FF"/>
                </a:solidFill>
                <a:latin typeface="Arial"/>
                <a:ea typeface="Arial"/>
                <a:cs typeface="Arial"/>
              </a:defRPr>
            </a:defPPr>
            <a:lvl1pPr algn="ctr">
              <a:defRPr sz="1500" b="1">
                <a:solidFill>
                  <a:srgbClr val="EEF3FF"/>
                </a:solidFill>
                <a:latin typeface="Arial"/>
                <a:ea typeface="Arial"/>
                <a:cs typeface="Arial"/>
              </a:defRPr>
            </a:lvl1pPr>
            <a:lvl2pPr algn="ctr">
              <a:defRPr sz="1500" b="1">
                <a:solidFill>
                  <a:srgbClr val="EEF3FF"/>
                </a:solidFill>
                <a:latin typeface="Arial"/>
                <a:ea typeface="Arial"/>
                <a:cs typeface="Arial"/>
              </a:defRPr>
            </a:lvl2pPr>
            <a:lvl3pPr algn="ctr">
              <a:defRPr sz="1500" b="1">
                <a:solidFill>
                  <a:srgbClr val="EEF3FF"/>
                </a:solidFill>
                <a:latin typeface="Arial"/>
                <a:ea typeface="Arial"/>
                <a:cs typeface="Arial"/>
              </a:defRPr>
            </a:lvl3pPr>
            <a:lvl4pPr algn="ctr">
              <a:defRPr sz="1500" b="1">
                <a:solidFill>
                  <a:srgbClr val="EEF3FF"/>
                </a:solidFill>
                <a:latin typeface="Arial"/>
                <a:ea typeface="Arial"/>
                <a:cs typeface="Arial"/>
              </a:defRPr>
            </a:lvl4pPr>
            <a:lvl5pPr algn="ctr">
              <a:defRPr sz="1500" b="1">
                <a:solidFill>
                  <a:srgbClr val="EEF3FF"/>
                </a:solidFill>
                <a:latin typeface="Arial"/>
                <a:ea typeface="Arial"/>
                <a:cs typeface="Arial"/>
              </a:defRPr>
            </a:lvl5pPr>
            <a:lvl6pPr algn="ctr">
              <a:defRPr sz="1500" b="1">
                <a:solidFill>
                  <a:srgbClr val="EEF3FF"/>
                </a:solidFill>
                <a:latin typeface="Arial"/>
                <a:ea typeface="Arial"/>
                <a:cs typeface="Arial"/>
              </a:defRPr>
            </a:lvl6pPr>
            <a:lvl7pPr algn="ctr">
              <a:defRPr sz="1500" b="1">
                <a:solidFill>
                  <a:srgbClr val="EEF3FF"/>
                </a:solidFill>
                <a:latin typeface="Arial"/>
                <a:ea typeface="Arial"/>
                <a:cs typeface="Arial"/>
              </a:defRPr>
            </a:lvl7pPr>
            <a:lvl8pPr algn="ctr">
              <a:defRPr sz="1500" b="1">
                <a:solidFill>
                  <a:srgbClr val="EEF3FF"/>
                </a:solidFill>
                <a:latin typeface="Arial"/>
                <a:ea typeface="Arial"/>
                <a:cs typeface="Arial"/>
              </a:defRPr>
            </a:lvl8pPr>
            <a:lvl9pPr algn="ctr">
              <a:defRPr sz="1500" b="1">
                <a:solidFill>
                  <a:srgbClr val="EEF3FF"/>
                </a:solidFill>
                <a:latin typeface="Arial"/>
                <a:ea typeface="Arial"/>
                <a:cs typeface="Arial"/>
              </a:defRPr>
            </a:lvl9pPr>
          </a:lstStyle>
          <a:p xmlns:a="http://schemas.openxmlformats.org/drawingml/2006/main">
            <a:pPr algn="ctr">
              <a:lnSpc>
                <a:spcPct val="100000"/>
              </a:lnSpc>
              <a:buNone/>
              <a:defRPr sz="1500" b="1">
                <a:solidFill>
                  <a:srgbClr val="EEF3FF"/>
                </a:solidFill>
                <a:latin typeface="Arial"/>
                <a:ea typeface="Arial"/>
                <a:cs typeface="Arial"/>
              </a:defRPr>
            </a:pPr>
            <a:r>
              <a:rPr sz="1500" b="1">
                <a:solidFill>
                  <a:srgbClr val="EEF3FF"/>
                </a:solidFill>
                <a:latin typeface="Arial"/>
                <a:ea typeface="Arial"/>
                <a:cs typeface="Arial"/>
              </a:rPr>
              <a:t>No exploitation · no network-wide scanning · no automatic containment or remediation</a:t>
            </a:r>
          </a:p>
        </p:txBody>
      </p:sp>
    </p:spTree>
    <p:extLst>
      <p:ext uri="{BB962C8B-B14F-4D97-AF65-F5344CB8AC3E}">
        <p14:creationId xmlns:p14="http://schemas.microsoft.com/office/powerpoint/2010/main" val="1817132490"/>
      </p:ext>
    </p:extLst>
  </p:cSld>
</p:sld>
</file>

<file path=ppt/slides/slide9.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7" name="slide-9-title">
            <a:extLst xmlns:a="http://schemas.openxmlformats.org/drawingml/2006/main">
              <a:ext uri="{FF2B5EF4-FFF2-40B4-BE49-F238E27FC236}">
                <a16:creationId xmlns:a16="http://schemas.microsoft.com/office/drawing/2014/main" id="{2AAF66A9-13CB-428A-AF29-98503B4BD528}"/>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Operating modes for the panel</a:t>
            </a:r>
          </a:p>
        </p:txBody>
      </p:sp>
      <p:sp>
        <p:nvSpPr>
          <p:cNvPr id="2" name="slide-9-accent-blue">
            <a:extLst xmlns:a="http://schemas.openxmlformats.org/drawingml/2006/main">
              <a:ext uri="{FF2B5EF4-FFF2-40B4-BE49-F238E27FC236}">
                <a16:creationId xmlns:a16="http://schemas.microsoft.com/office/drawing/2014/main" id="{1FE18821-63F0-48FB-A65C-1594E19243E5}"/>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9-accent-iris">
            <a:extLst xmlns:a="http://schemas.openxmlformats.org/drawingml/2006/main">
              <a:ext uri="{FF2B5EF4-FFF2-40B4-BE49-F238E27FC236}">
                <a16:creationId xmlns:a16="http://schemas.microsoft.com/office/drawing/2014/main" id="{D4436A26-42EC-455D-BBEA-1947AB761FA5}"/>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9-subtitle">
            <a:extLst xmlns:a="http://schemas.openxmlformats.org/drawingml/2006/main">
              <a:ext uri="{FF2B5EF4-FFF2-40B4-BE49-F238E27FC236}">
                <a16:creationId xmlns:a16="http://schemas.microsoft.com/office/drawing/2014/main" id="{1966C9F0-3A7D-46F4-B981-333484651F94}"/>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Use the isolated offline Demo profile for a repeatable showcase.</a:t>
            </a:r>
          </a:p>
        </p:txBody>
      </p:sp>
      <p:sp>
        <p:nvSpPr>
          <p:cNvPr id="5" name="slide-9-footer-rule">
            <a:extLst xmlns:a="http://schemas.openxmlformats.org/drawingml/2006/main">
              <a:ext uri="{FF2B5EF4-FFF2-40B4-BE49-F238E27FC236}">
                <a16:creationId xmlns:a16="http://schemas.microsoft.com/office/drawing/2014/main" id="{14EA28A5-05B2-449A-B51D-8B3CEF01CB38}"/>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9-footer">
            <a:extLst xmlns:a="http://schemas.openxmlformats.org/drawingml/2006/main">
              <a:ext uri="{FF2B5EF4-FFF2-40B4-BE49-F238E27FC236}">
                <a16:creationId xmlns:a16="http://schemas.microsoft.com/office/drawing/2014/main" id="{763CA1BE-185E-41EE-87EA-8575793D7ED3}"/>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9-page">
            <a:extLst xmlns:a="http://schemas.openxmlformats.org/drawingml/2006/main">
              <a:ext uri="{FF2B5EF4-FFF2-40B4-BE49-F238E27FC236}">
                <a16:creationId xmlns:a16="http://schemas.microsoft.com/office/drawing/2014/main" id="{8FFA45E4-AD0A-467D-AD5B-95342C4FDA84}"/>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09</a:t>
            </a:r>
          </a:p>
        </p:txBody>
      </p:sp>
      <p:sp>
        <p:nvSpPr>
          <p:cNvPr id="8" name="mode-demo-label">
            <a:extLst xmlns:a="http://schemas.openxmlformats.org/drawingml/2006/main">
              <a:ext uri="{FF2B5EF4-FFF2-40B4-BE49-F238E27FC236}">
                <a16:creationId xmlns:a16="http://schemas.microsoft.com/office/drawing/2014/main" id="{7577EC63-2DCC-4C95-AD02-A240CF3026B9}"/>
              </a:ext>
            </a:extLst>
          </p:cNvPr>
          <p:cNvSpPr>
            <a:spLocks xmlns:a="http://schemas.openxmlformats.org/drawingml/2006/main" noGrp="1"/>
          </p:cNvSpPr>
          <p:nvPr/>
        </p:nvSpPr>
        <p:spPr>
          <a:xfrm xmlns:a="http://schemas.openxmlformats.org/drawingml/2006/main">
            <a:off x="781050" y="179070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7968F1"/>
                </a:solidFill>
                <a:latin typeface="Arial"/>
                <a:ea typeface="Arial"/>
                <a:cs typeface="Arial"/>
              </a:defRPr>
            </a:defPPr>
            <a:lvl1pPr algn="l">
              <a:defRPr sz="2175" b="1">
                <a:solidFill>
                  <a:srgbClr val="7968F1"/>
                </a:solidFill>
                <a:latin typeface="Arial"/>
                <a:ea typeface="Arial"/>
                <a:cs typeface="Arial"/>
              </a:defRPr>
            </a:lvl1pPr>
            <a:lvl2pPr algn="l">
              <a:defRPr sz="2175" b="1">
                <a:solidFill>
                  <a:srgbClr val="7968F1"/>
                </a:solidFill>
                <a:latin typeface="Arial"/>
                <a:ea typeface="Arial"/>
                <a:cs typeface="Arial"/>
              </a:defRPr>
            </a:lvl2pPr>
            <a:lvl3pPr algn="l">
              <a:defRPr sz="2175" b="1">
                <a:solidFill>
                  <a:srgbClr val="7968F1"/>
                </a:solidFill>
                <a:latin typeface="Arial"/>
                <a:ea typeface="Arial"/>
                <a:cs typeface="Arial"/>
              </a:defRPr>
            </a:lvl3pPr>
            <a:lvl4pPr algn="l">
              <a:defRPr sz="2175" b="1">
                <a:solidFill>
                  <a:srgbClr val="7968F1"/>
                </a:solidFill>
                <a:latin typeface="Arial"/>
                <a:ea typeface="Arial"/>
                <a:cs typeface="Arial"/>
              </a:defRPr>
            </a:lvl4pPr>
            <a:lvl5pPr algn="l">
              <a:defRPr sz="2175" b="1">
                <a:solidFill>
                  <a:srgbClr val="7968F1"/>
                </a:solidFill>
                <a:latin typeface="Arial"/>
                <a:ea typeface="Arial"/>
                <a:cs typeface="Arial"/>
              </a:defRPr>
            </a:lvl5pPr>
            <a:lvl6pPr algn="l">
              <a:defRPr sz="2175" b="1">
                <a:solidFill>
                  <a:srgbClr val="7968F1"/>
                </a:solidFill>
                <a:latin typeface="Arial"/>
                <a:ea typeface="Arial"/>
                <a:cs typeface="Arial"/>
              </a:defRPr>
            </a:lvl6pPr>
            <a:lvl7pPr algn="l">
              <a:defRPr sz="2175" b="1">
                <a:solidFill>
                  <a:srgbClr val="7968F1"/>
                </a:solidFill>
                <a:latin typeface="Arial"/>
                <a:ea typeface="Arial"/>
                <a:cs typeface="Arial"/>
              </a:defRPr>
            </a:lvl7pPr>
            <a:lvl8pPr algn="l">
              <a:defRPr sz="2175" b="1">
                <a:solidFill>
                  <a:srgbClr val="7968F1"/>
                </a:solidFill>
                <a:latin typeface="Arial"/>
                <a:ea typeface="Arial"/>
                <a:cs typeface="Arial"/>
              </a:defRPr>
            </a:lvl8pPr>
            <a:lvl9pPr algn="l">
              <a:defRPr sz="2175" b="1">
                <a:solidFill>
                  <a:srgbClr val="7968F1"/>
                </a:solidFill>
                <a:latin typeface="Arial"/>
                <a:ea typeface="Arial"/>
                <a:cs typeface="Arial"/>
              </a:defRPr>
            </a:lvl9pPr>
          </a:lstStyle>
          <a:p xmlns:a="http://schemas.openxmlformats.org/drawingml/2006/main">
            <a:pPr algn="l">
              <a:lnSpc>
                <a:spcPct val="100000"/>
              </a:lnSpc>
              <a:buNone/>
              <a:defRPr sz="2175" b="1">
                <a:solidFill>
                  <a:srgbClr val="7968F1"/>
                </a:solidFill>
                <a:latin typeface="Arial"/>
                <a:ea typeface="Arial"/>
                <a:cs typeface="Arial"/>
              </a:defRPr>
            </a:pPr>
            <a:r>
              <a:rPr sz="2175" b="1">
                <a:solidFill>
                  <a:srgbClr val="7968F1"/>
                </a:solidFill>
                <a:latin typeface="Arial"/>
                <a:ea typeface="Arial"/>
                <a:cs typeface="Arial"/>
              </a:rPr>
              <a:t>DEMO</a:t>
            </a:r>
          </a:p>
        </p:txBody>
      </p:sp>
      <p:sp>
        <p:nvSpPr>
          <p:cNvPr id="9" name="mode-live-label">
            <a:extLst xmlns:a="http://schemas.openxmlformats.org/drawingml/2006/main">
              <a:ext uri="{FF2B5EF4-FFF2-40B4-BE49-F238E27FC236}">
                <a16:creationId xmlns:a16="http://schemas.microsoft.com/office/drawing/2014/main" id="{76F2572F-1E92-454E-A214-871DF3EF45A8}"/>
              </a:ext>
            </a:extLst>
          </p:cNvPr>
          <p:cNvSpPr>
            <a:spLocks xmlns:a="http://schemas.openxmlformats.org/drawingml/2006/main" noGrp="1"/>
          </p:cNvSpPr>
          <p:nvPr/>
        </p:nvSpPr>
        <p:spPr>
          <a:xfrm xmlns:a="http://schemas.openxmlformats.org/drawingml/2006/main">
            <a:off x="6419850" y="179070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1">
                <a:solidFill>
                  <a:srgbClr val="2367B7"/>
                </a:solidFill>
                <a:latin typeface="Arial"/>
                <a:ea typeface="Arial"/>
                <a:cs typeface="Arial"/>
              </a:defRPr>
            </a:defPPr>
            <a:lvl1pPr algn="l">
              <a:defRPr sz="2175" b="1">
                <a:solidFill>
                  <a:srgbClr val="2367B7"/>
                </a:solidFill>
                <a:latin typeface="Arial"/>
                <a:ea typeface="Arial"/>
                <a:cs typeface="Arial"/>
              </a:defRPr>
            </a:lvl1pPr>
            <a:lvl2pPr algn="l">
              <a:defRPr sz="2175" b="1">
                <a:solidFill>
                  <a:srgbClr val="2367B7"/>
                </a:solidFill>
                <a:latin typeface="Arial"/>
                <a:ea typeface="Arial"/>
                <a:cs typeface="Arial"/>
              </a:defRPr>
            </a:lvl2pPr>
            <a:lvl3pPr algn="l">
              <a:defRPr sz="2175" b="1">
                <a:solidFill>
                  <a:srgbClr val="2367B7"/>
                </a:solidFill>
                <a:latin typeface="Arial"/>
                <a:ea typeface="Arial"/>
                <a:cs typeface="Arial"/>
              </a:defRPr>
            </a:lvl3pPr>
            <a:lvl4pPr algn="l">
              <a:defRPr sz="2175" b="1">
                <a:solidFill>
                  <a:srgbClr val="2367B7"/>
                </a:solidFill>
                <a:latin typeface="Arial"/>
                <a:ea typeface="Arial"/>
                <a:cs typeface="Arial"/>
              </a:defRPr>
            </a:lvl4pPr>
            <a:lvl5pPr algn="l">
              <a:defRPr sz="2175" b="1">
                <a:solidFill>
                  <a:srgbClr val="2367B7"/>
                </a:solidFill>
                <a:latin typeface="Arial"/>
                <a:ea typeface="Arial"/>
                <a:cs typeface="Arial"/>
              </a:defRPr>
            </a:lvl5pPr>
            <a:lvl6pPr algn="l">
              <a:defRPr sz="2175" b="1">
                <a:solidFill>
                  <a:srgbClr val="2367B7"/>
                </a:solidFill>
                <a:latin typeface="Arial"/>
                <a:ea typeface="Arial"/>
                <a:cs typeface="Arial"/>
              </a:defRPr>
            </a:lvl6pPr>
            <a:lvl7pPr algn="l">
              <a:defRPr sz="2175" b="1">
                <a:solidFill>
                  <a:srgbClr val="2367B7"/>
                </a:solidFill>
                <a:latin typeface="Arial"/>
                <a:ea typeface="Arial"/>
                <a:cs typeface="Arial"/>
              </a:defRPr>
            </a:lvl7pPr>
            <a:lvl8pPr algn="l">
              <a:defRPr sz="2175" b="1">
                <a:solidFill>
                  <a:srgbClr val="2367B7"/>
                </a:solidFill>
                <a:latin typeface="Arial"/>
                <a:ea typeface="Arial"/>
                <a:cs typeface="Arial"/>
              </a:defRPr>
            </a:lvl8pPr>
            <a:lvl9pPr algn="l">
              <a:defRPr sz="2175" b="1">
                <a:solidFill>
                  <a:srgbClr val="2367B7"/>
                </a:solidFill>
                <a:latin typeface="Arial"/>
                <a:ea typeface="Arial"/>
                <a:cs typeface="Arial"/>
              </a:defRPr>
            </a:lvl9pPr>
          </a:lstStyle>
          <a:p xmlns:a="http://schemas.openxmlformats.org/drawingml/2006/main">
            <a:pPr algn="l">
              <a:lnSpc>
                <a:spcPct val="100000"/>
              </a:lnSpc>
              <a:buNone/>
              <a:defRPr sz="2175" b="1">
                <a:solidFill>
                  <a:srgbClr val="2367B7"/>
                </a:solidFill>
                <a:latin typeface="Arial"/>
                <a:ea typeface="Arial"/>
                <a:cs typeface="Arial"/>
              </a:defRPr>
            </a:pPr>
            <a:r>
              <a:rPr sz="2175" b="1">
                <a:solidFill>
                  <a:srgbClr val="2367B7"/>
                </a:solidFill>
                <a:latin typeface="Arial"/>
                <a:ea typeface="Arial"/>
                <a:cs typeface="Arial"/>
              </a:rPr>
              <a:t>LIVE</a:t>
            </a:r>
          </a:p>
        </p:txBody>
      </p:sp>
      <p:sp>
        <p:nvSpPr>
          <p:cNvPr id="10" name="mode-divider">
            <a:extLst xmlns:a="http://schemas.openxmlformats.org/drawingml/2006/main">
              <a:ext uri="{FF2B5EF4-FFF2-40B4-BE49-F238E27FC236}">
                <a16:creationId xmlns:a16="http://schemas.microsoft.com/office/drawing/2014/main" id="{89B6BC49-7187-49A2-AC2E-7DF97412EB31}"/>
              </a:ext>
            </a:extLst>
          </p:cNvPr>
          <p:cNvSpPr>
            <a:spLocks xmlns:a="http://schemas.openxmlformats.org/drawingml/2006/main" noGrp="1"/>
          </p:cNvSpPr>
          <p:nvPr/>
        </p:nvSpPr>
        <p:spPr>
          <a:xfrm xmlns:a="http://schemas.openxmlformats.org/drawingml/2006/main">
            <a:off x="6000750" y="1828800"/>
            <a:ext cx="9525" cy="2476500"/>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1" name="demo-bullet-0">
            <a:extLst xmlns:a="http://schemas.openxmlformats.org/drawingml/2006/main">
              <a:ext uri="{FF2B5EF4-FFF2-40B4-BE49-F238E27FC236}">
                <a16:creationId xmlns:a16="http://schemas.microsoft.com/office/drawing/2014/main" id="{D60F50B5-4C0F-4051-85C0-EAAC5E50A445}"/>
              </a:ext>
            </a:extLst>
          </p:cNvPr>
          <p:cNvSpPr>
            <a:spLocks xmlns:a="http://schemas.openxmlformats.org/drawingml/2006/main" noGrp="1"/>
          </p:cNvSpPr>
          <p:nvPr/>
        </p:nvSpPr>
        <p:spPr>
          <a:xfrm xmlns:a="http://schemas.openxmlformats.org/drawingml/2006/main">
            <a:off x="819150" y="235267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7968F1"/>
                </a:solidFill>
                <a:latin typeface="Arial"/>
                <a:ea typeface="Arial"/>
                <a:cs typeface="Arial"/>
              </a:defRPr>
            </a:defPPr>
            <a:lvl1pPr algn="l">
              <a:defRPr sz="1800" b="1">
                <a:solidFill>
                  <a:srgbClr val="7968F1"/>
                </a:solidFill>
                <a:latin typeface="Arial"/>
                <a:ea typeface="Arial"/>
                <a:cs typeface="Arial"/>
              </a:defRPr>
            </a:lvl1pPr>
            <a:lvl2pPr algn="l">
              <a:defRPr sz="1800" b="1">
                <a:solidFill>
                  <a:srgbClr val="7968F1"/>
                </a:solidFill>
                <a:latin typeface="Arial"/>
                <a:ea typeface="Arial"/>
                <a:cs typeface="Arial"/>
              </a:defRPr>
            </a:lvl2pPr>
            <a:lvl3pPr algn="l">
              <a:defRPr sz="1800" b="1">
                <a:solidFill>
                  <a:srgbClr val="7968F1"/>
                </a:solidFill>
                <a:latin typeface="Arial"/>
                <a:ea typeface="Arial"/>
                <a:cs typeface="Arial"/>
              </a:defRPr>
            </a:lvl3pPr>
            <a:lvl4pPr algn="l">
              <a:defRPr sz="1800" b="1">
                <a:solidFill>
                  <a:srgbClr val="7968F1"/>
                </a:solidFill>
                <a:latin typeface="Arial"/>
                <a:ea typeface="Arial"/>
                <a:cs typeface="Arial"/>
              </a:defRPr>
            </a:lvl4pPr>
            <a:lvl5pPr algn="l">
              <a:defRPr sz="1800" b="1">
                <a:solidFill>
                  <a:srgbClr val="7968F1"/>
                </a:solidFill>
                <a:latin typeface="Arial"/>
                <a:ea typeface="Arial"/>
                <a:cs typeface="Arial"/>
              </a:defRPr>
            </a:lvl5pPr>
            <a:lvl6pPr algn="l">
              <a:defRPr sz="1800" b="1">
                <a:solidFill>
                  <a:srgbClr val="7968F1"/>
                </a:solidFill>
                <a:latin typeface="Arial"/>
                <a:ea typeface="Arial"/>
                <a:cs typeface="Arial"/>
              </a:defRPr>
            </a:lvl6pPr>
            <a:lvl7pPr algn="l">
              <a:defRPr sz="1800" b="1">
                <a:solidFill>
                  <a:srgbClr val="7968F1"/>
                </a:solidFill>
                <a:latin typeface="Arial"/>
                <a:ea typeface="Arial"/>
                <a:cs typeface="Arial"/>
              </a:defRPr>
            </a:lvl7pPr>
            <a:lvl8pPr algn="l">
              <a:defRPr sz="1800" b="1">
                <a:solidFill>
                  <a:srgbClr val="7968F1"/>
                </a:solidFill>
                <a:latin typeface="Arial"/>
                <a:ea typeface="Arial"/>
                <a:cs typeface="Arial"/>
              </a:defRPr>
            </a:lvl8pPr>
            <a:lvl9pPr algn="l">
              <a:defRPr sz="1800" b="1">
                <a:solidFill>
                  <a:srgbClr val="7968F1"/>
                </a:solidFill>
                <a:latin typeface="Arial"/>
                <a:ea typeface="Arial"/>
                <a:cs typeface="Arial"/>
              </a:defRPr>
            </a:lvl9pPr>
          </a:lstStyle>
          <a:p xmlns:a="http://schemas.openxmlformats.org/drawingml/2006/main">
            <a:pPr algn="l">
              <a:lnSpc>
                <a:spcPct val="100000"/>
              </a:lnSpc>
              <a:buNone/>
              <a:defRPr sz="1800" b="1">
                <a:solidFill>
                  <a:srgbClr val="7968F1"/>
                </a:solidFill>
                <a:latin typeface="Arial"/>
                <a:ea typeface="Arial"/>
                <a:cs typeface="Arial"/>
              </a:defRPr>
            </a:pPr>
            <a:r>
              <a:rPr sz="1800" b="1">
                <a:solidFill>
                  <a:srgbClr val="7968F1"/>
                </a:solidFill>
                <a:latin typeface="Arial"/>
                <a:ea typeface="Arial"/>
                <a:cs typeface="Arial"/>
              </a:rPr>
              <a:t>•</a:t>
            </a:r>
          </a:p>
        </p:txBody>
      </p:sp>
      <p:sp>
        <p:nvSpPr>
          <p:cNvPr id="12" name="demo-text-0">
            <a:extLst xmlns:a="http://schemas.openxmlformats.org/drawingml/2006/main">
              <a:ext uri="{FF2B5EF4-FFF2-40B4-BE49-F238E27FC236}">
                <a16:creationId xmlns:a16="http://schemas.microsoft.com/office/drawing/2014/main" id="{DA05F7AB-514D-49D6-81FC-3774E3542300}"/>
              </a:ext>
            </a:extLst>
          </p:cNvPr>
          <p:cNvSpPr>
            <a:spLocks xmlns:a="http://schemas.openxmlformats.org/drawingml/2006/main" noGrp="1"/>
          </p:cNvSpPr>
          <p:nvPr/>
        </p:nvSpPr>
        <p:spPr>
          <a:xfrm xmlns:a="http://schemas.openxmlformats.org/drawingml/2006/main">
            <a:off x="1104900" y="235267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0000"/>
              </a:lnSpc>
              <a:buNone/>
              <a:defRPr sz="1500" b="0">
                <a:solidFill>
                  <a:srgbClr val="182239"/>
                </a:solidFill>
                <a:latin typeface="Arial"/>
                <a:ea typeface="Arial"/>
                <a:cs typeface="Arial"/>
              </a:defRPr>
            </a:pPr>
            <a:r>
              <a:rPr sz="1500" b="0">
                <a:solidFill>
                  <a:srgbClr val="182239"/>
                </a:solidFill>
                <a:latin typeface="Arial"/>
                <a:ea typeface="Arial"/>
                <a:cs typeface="Arial"/>
              </a:rPr>
              <a:t>Synthetic fixtures; no provider or website requests</a:t>
            </a:r>
          </a:p>
        </p:txBody>
      </p:sp>
      <p:sp>
        <p:nvSpPr>
          <p:cNvPr id="13" name="demo-bullet-1">
            <a:extLst xmlns:a="http://schemas.openxmlformats.org/drawingml/2006/main">
              <a:ext uri="{FF2B5EF4-FFF2-40B4-BE49-F238E27FC236}">
                <a16:creationId xmlns:a16="http://schemas.microsoft.com/office/drawing/2014/main" id="{920390F4-4EB1-42AF-BEB5-7DDF011B8EF3}"/>
              </a:ext>
            </a:extLst>
          </p:cNvPr>
          <p:cNvSpPr>
            <a:spLocks xmlns:a="http://schemas.openxmlformats.org/drawingml/2006/main" noGrp="1"/>
          </p:cNvSpPr>
          <p:nvPr/>
        </p:nvSpPr>
        <p:spPr>
          <a:xfrm xmlns:a="http://schemas.openxmlformats.org/drawingml/2006/main">
            <a:off x="819150" y="28956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7968F1"/>
                </a:solidFill>
                <a:latin typeface="Arial"/>
                <a:ea typeface="Arial"/>
                <a:cs typeface="Arial"/>
              </a:defRPr>
            </a:defPPr>
            <a:lvl1pPr algn="l">
              <a:defRPr sz="1800" b="1">
                <a:solidFill>
                  <a:srgbClr val="7968F1"/>
                </a:solidFill>
                <a:latin typeface="Arial"/>
                <a:ea typeface="Arial"/>
                <a:cs typeface="Arial"/>
              </a:defRPr>
            </a:lvl1pPr>
            <a:lvl2pPr algn="l">
              <a:defRPr sz="1800" b="1">
                <a:solidFill>
                  <a:srgbClr val="7968F1"/>
                </a:solidFill>
                <a:latin typeface="Arial"/>
                <a:ea typeface="Arial"/>
                <a:cs typeface="Arial"/>
              </a:defRPr>
            </a:lvl2pPr>
            <a:lvl3pPr algn="l">
              <a:defRPr sz="1800" b="1">
                <a:solidFill>
                  <a:srgbClr val="7968F1"/>
                </a:solidFill>
                <a:latin typeface="Arial"/>
                <a:ea typeface="Arial"/>
                <a:cs typeface="Arial"/>
              </a:defRPr>
            </a:lvl3pPr>
            <a:lvl4pPr algn="l">
              <a:defRPr sz="1800" b="1">
                <a:solidFill>
                  <a:srgbClr val="7968F1"/>
                </a:solidFill>
                <a:latin typeface="Arial"/>
                <a:ea typeface="Arial"/>
                <a:cs typeface="Arial"/>
              </a:defRPr>
            </a:lvl4pPr>
            <a:lvl5pPr algn="l">
              <a:defRPr sz="1800" b="1">
                <a:solidFill>
                  <a:srgbClr val="7968F1"/>
                </a:solidFill>
                <a:latin typeface="Arial"/>
                <a:ea typeface="Arial"/>
                <a:cs typeface="Arial"/>
              </a:defRPr>
            </a:lvl5pPr>
            <a:lvl6pPr algn="l">
              <a:defRPr sz="1800" b="1">
                <a:solidFill>
                  <a:srgbClr val="7968F1"/>
                </a:solidFill>
                <a:latin typeface="Arial"/>
                <a:ea typeface="Arial"/>
                <a:cs typeface="Arial"/>
              </a:defRPr>
            </a:lvl6pPr>
            <a:lvl7pPr algn="l">
              <a:defRPr sz="1800" b="1">
                <a:solidFill>
                  <a:srgbClr val="7968F1"/>
                </a:solidFill>
                <a:latin typeface="Arial"/>
                <a:ea typeface="Arial"/>
                <a:cs typeface="Arial"/>
              </a:defRPr>
            </a:lvl7pPr>
            <a:lvl8pPr algn="l">
              <a:defRPr sz="1800" b="1">
                <a:solidFill>
                  <a:srgbClr val="7968F1"/>
                </a:solidFill>
                <a:latin typeface="Arial"/>
                <a:ea typeface="Arial"/>
                <a:cs typeface="Arial"/>
              </a:defRPr>
            </a:lvl8pPr>
            <a:lvl9pPr algn="l">
              <a:defRPr sz="1800" b="1">
                <a:solidFill>
                  <a:srgbClr val="7968F1"/>
                </a:solidFill>
                <a:latin typeface="Arial"/>
                <a:ea typeface="Arial"/>
                <a:cs typeface="Arial"/>
              </a:defRPr>
            </a:lvl9pPr>
          </a:lstStyle>
          <a:p xmlns:a="http://schemas.openxmlformats.org/drawingml/2006/main">
            <a:pPr algn="l">
              <a:lnSpc>
                <a:spcPct val="100000"/>
              </a:lnSpc>
              <a:buNone/>
              <a:defRPr sz="1800" b="1">
                <a:solidFill>
                  <a:srgbClr val="7968F1"/>
                </a:solidFill>
                <a:latin typeface="Arial"/>
                <a:ea typeface="Arial"/>
                <a:cs typeface="Arial"/>
              </a:defRPr>
            </a:pPr>
            <a:r>
              <a:rPr sz="1800" b="1">
                <a:solidFill>
                  <a:srgbClr val="7968F1"/>
                </a:solidFill>
                <a:latin typeface="Arial"/>
                <a:ea typeface="Arial"/>
                <a:cs typeface="Arial"/>
              </a:rPr>
              <a:t>•</a:t>
            </a:r>
          </a:p>
        </p:txBody>
      </p:sp>
      <p:sp>
        <p:nvSpPr>
          <p:cNvPr id="14" name="demo-text-1">
            <a:extLst xmlns:a="http://schemas.openxmlformats.org/drawingml/2006/main">
              <a:ext uri="{FF2B5EF4-FFF2-40B4-BE49-F238E27FC236}">
                <a16:creationId xmlns:a16="http://schemas.microsoft.com/office/drawing/2014/main" id="{13DD44F4-CEEA-47A1-88C9-27789E342E6B}"/>
              </a:ext>
            </a:extLst>
          </p:cNvPr>
          <p:cNvSpPr>
            <a:spLocks xmlns:a="http://schemas.openxmlformats.org/drawingml/2006/main" noGrp="1"/>
          </p:cNvSpPr>
          <p:nvPr/>
        </p:nvSpPr>
        <p:spPr>
          <a:xfrm xmlns:a="http://schemas.openxmlformats.org/drawingml/2006/main">
            <a:off x="1104900" y="2895600"/>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0000"/>
              </a:lnSpc>
              <a:buNone/>
              <a:defRPr sz="1500" b="0">
                <a:solidFill>
                  <a:srgbClr val="182239"/>
                </a:solidFill>
                <a:latin typeface="Arial"/>
                <a:ea typeface="Arial"/>
                <a:cs typeface="Arial"/>
              </a:defRPr>
            </a:pPr>
            <a:r>
              <a:rPr sz="1500" b="0">
                <a:solidFill>
                  <a:srgbClr val="182239"/>
                </a:solidFill>
                <a:latin typeface="Arial"/>
                <a:ea typeface="Arial"/>
                <a:cs typeface="Arial"/>
              </a:rPr>
              <a:t>Repeatable scenarios for success, vulnerability, and outage states</a:t>
            </a:r>
          </a:p>
        </p:txBody>
      </p:sp>
      <p:sp>
        <p:nvSpPr>
          <p:cNvPr id="15" name="demo-bullet-2">
            <a:extLst xmlns:a="http://schemas.openxmlformats.org/drawingml/2006/main">
              <a:ext uri="{FF2B5EF4-FFF2-40B4-BE49-F238E27FC236}">
                <a16:creationId xmlns:a16="http://schemas.microsoft.com/office/drawing/2014/main" id="{C5CDCB37-DEF3-4DD1-9939-D0C2C6F7F64B}"/>
              </a:ext>
            </a:extLst>
          </p:cNvPr>
          <p:cNvSpPr>
            <a:spLocks xmlns:a="http://schemas.openxmlformats.org/drawingml/2006/main" noGrp="1"/>
          </p:cNvSpPr>
          <p:nvPr/>
        </p:nvSpPr>
        <p:spPr>
          <a:xfrm xmlns:a="http://schemas.openxmlformats.org/drawingml/2006/main">
            <a:off x="819150" y="34385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7968F1"/>
                </a:solidFill>
                <a:latin typeface="Arial"/>
                <a:ea typeface="Arial"/>
                <a:cs typeface="Arial"/>
              </a:defRPr>
            </a:defPPr>
            <a:lvl1pPr algn="l">
              <a:defRPr sz="1800" b="1">
                <a:solidFill>
                  <a:srgbClr val="7968F1"/>
                </a:solidFill>
                <a:latin typeface="Arial"/>
                <a:ea typeface="Arial"/>
                <a:cs typeface="Arial"/>
              </a:defRPr>
            </a:lvl1pPr>
            <a:lvl2pPr algn="l">
              <a:defRPr sz="1800" b="1">
                <a:solidFill>
                  <a:srgbClr val="7968F1"/>
                </a:solidFill>
                <a:latin typeface="Arial"/>
                <a:ea typeface="Arial"/>
                <a:cs typeface="Arial"/>
              </a:defRPr>
            </a:lvl2pPr>
            <a:lvl3pPr algn="l">
              <a:defRPr sz="1800" b="1">
                <a:solidFill>
                  <a:srgbClr val="7968F1"/>
                </a:solidFill>
                <a:latin typeface="Arial"/>
                <a:ea typeface="Arial"/>
                <a:cs typeface="Arial"/>
              </a:defRPr>
            </a:lvl3pPr>
            <a:lvl4pPr algn="l">
              <a:defRPr sz="1800" b="1">
                <a:solidFill>
                  <a:srgbClr val="7968F1"/>
                </a:solidFill>
                <a:latin typeface="Arial"/>
                <a:ea typeface="Arial"/>
                <a:cs typeface="Arial"/>
              </a:defRPr>
            </a:lvl4pPr>
            <a:lvl5pPr algn="l">
              <a:defRPr sz="1800" b="1">
                <a:solidFill>
                  <a:srgbClr val="7968F1"/>
                </a:solidFill>
                <a:latin typeface="Arial"/>
                <a:ea typeface="Arial"/>
                <a:cs typeface="Arial"/>
              </a:defRPr>
            </a:lvl5pPr>
            <a:lvl6pPr algn="l">
              <a:defRPr sz="1800" b="1">
                <a:solidFill>
                  <a:srgbClr val="7968F1"/>
                </a:solidFill>
                <a:latin typeface="Arial"/>
                <a:ea typeface="Arial"/>
                <a:cs typeface="Arial"/>
              </a:defRPr>
            </a:lvl6pPr>
            <a:lvl7pPr algn="l">
              <a:defRPr sz="1800" b="1">
                <a:solidFill>
                  <a:srgbClr val="7968F1"/>
                </a:solidFill>
                <a:latin typeface="Arial"/>
                <a:ea typeface="Arial"/>
                <a:cs typeface="Arial"/>
              </a:defRPr>
            </a:lvl7pPr>
            <a:lvl8pPr algn="l">
              <a:defRPr sz="1800" b="1">
                <a:solidFill>
                  <a:srgbClr val="7968F1"/>
                </a:solidFill>
                <a:latin typeface="Arial"/>
                <a:ea typeface="Arial"/>
                <a:cs typeface="Arial"/>
              </a:defRPr>
            </a:lvl8pPr>
            <a:lvl9pPr algn="l">
              <a:defRPr sz="1800" b="1">
                <a:solidFill>
                  <a:srgbClr val="7968F1"/>
                </a:solidFill>
                <a:latin typeface="Arial"/>
                <a:ea typeface="Arial"/>
                <a:cs typeface="Arial"/>
              </a:defRPr>
            </a:lvl9pPr>
          </a:lstStyle>
          <a:p xmlns:a="http://schemas.openxmlformats.org/drawingml/2006/main">
            <a:pPr algn="l">
              <a:lnSpc>
                <a:spcPct val="100000"/>
              </a:lnSpc>
              <a:buNone/>
              <a:defRPr sz="1800" b="1">
                <a:solidFill>
                  <a:srgbClr val="7968F1"/>
                </a:solidFill>
                <a:latin typeface="Arial"/>
                <a:ea typeface="Arial"/>
                <a:cs typeface="Arial"/>
              </a:defRPr>
            </a:pPr>
            <a:r>
              <a:rPr sz="1800" b="1">
                <a:solidFill>
                  <a:srgbClr val="7968F1"/>
                </a:solidFill>
                <a:latin typeface="Arial"/>
                <a:ea typeface="Arial"/>
                <a:cs typeface="Arial"/>
              </a:rPr>
              <a:t>•</a:t>
            </a:r>
          </a:p>
        </p:txBody>
      </p:sp>
      <p:sp>
        <p:nvSpPr>
          <p:cNvPr id="16" name="demo-text-2">
            <a:extLst xmlns:a="http://schemas.openxmlformats.org/drawingml/2006/main">
              <a:ext uri="{FF2B5EF4-FFF2-40B4-BE49-F238E27FC236}">
                <a16:creationId xmlns:a16="http://schemas.microsoft.com/office/drawing/2014/main" id="{44B3E6A7-D98D-4D34-B970-DB80ED6A693C}"/>
              </a:ext>
            </a:extLst>
          </p:cNvPr>
          <p:cNvSpPr>
            <a:spLocks xmlns:a="http://schemas.openxmlformats.org/drawingml/2006/main" noGrp="1"/>
          </p:cNvSpPr>
          <p:nvPr/>
        </p:nvSpPr>
        <p:spPr>
          <a:xfrm xmlns:a="http://schemas.openxmlformats.org/drawingml/2006/main">
            <a:off x="1104900" y="343852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0000"/>
              </a:lnSpc>
              <a:buNone/>
              <a:defRPr sz="1500" b="0">
                <a:solidFill>
                  <a:srgbClr val="182239"/>
                </a:solidFill>
                <a:latin typeface="Arial"/>
                <a:ea typeface="Arial"/>
                <a:cs typeface="Arial"/>
              </a:defRPr>
            </a:pPr>
            <a:r>
              <a:rPr sz="1500" b="0">
                <a:solidFill>
                  <a:srgbClr val="182239"/>
                </a:solidFill>
                <a:latin typeface="Arial"/>
                <a:ea typeface="Arial"/>
                <a:cs typeface="Arial"/>
              </a:rPr>
              <a:t>Separate Demo Compose project and data volumes</a:t>
            </a:r>
          </a:p>
        </p:txBody>
      </p:sp>
      <p:sp>
        <p:nvSpPr>
          <p:cNvPr id="17" name="live-bullet-0">
            <a:extLst xmlns:a="http://schemas.openxmlformats.org/drawingml/2006/main">
              <a:ext uri="{FF2B5EF4-FFF2-40B4-BE49-F238E27FC236}">
                <a16:creationId xmlns:a16="http://schemas.microsoft.com/office/drawing/2014/main" id="{E8F21164-1A71-4BE3-96FB-FFE61B9504FC}"/>
              </a:ext>
            </a:extLst>
          </p:cNvPr>
          <p:cNvSpPr>
            <a:spLocks xmlns:a="http://schemas.openxmlformats.org/drawingml/2006/main" noGrp="1"/>
          </p:cNvSpPr>
          <p:nvPr/>
        </p:nvSpPr>
        <p:spPr>
          <a:xfrm xmlns:a="http://schemas.openxmlformats.org/drawingml/2006/main">
            <a:off x="6477000" y="235267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64A5FF"/>
                </a:solidFill>
                <a:latin typeface="Arial"/>
                <a:ea typeface="Arial"/>
                <a:cs typeface="Arial"/>
              </a:defRPr>
            </a:defPPr>
            <a:lvl1pPr algn="l">
              <a:defRPr sz="1800" b="1">
                <a:solidFill>
                  <a:srgbClr val="64A5FF"/>
                </a:solidFill>
                <a:latin typeface="Arial"/>
                <a:ea typeface="Arial"/>
                <a:cs typeface="Arial"/>
              </a:defRPr>
            </a:lvl1pPr>
            <a:lvl2pPr algn="l">
              <a:defRPr sz="1800" b="1">
                <a:solidFill>
                  <a:srgbClr val="64A5FF"/>
                </a:solidFill>
                <a:latin typeface="Arial"/>
                <a:ea typeface="Arial"/>
                <a:cs typeface="Arial"/>
              </a:defRPr>
            </a:lvl2pPr>
            <a:lvl3pPr algn="l">
              <a:defRPr sz="1800" b="1">
                <a:solidFill>
                  <a:srgbClr val="64A5FF"/>
                </a:solidFill>
                <a:latin typeface="Arial"/>
                <a:ea typeface="Arial"/>
                <a:cs typeface="Arial"/>
              </a:defRPr>
            </a:lvl3pPr>
            <a:lvl4pPr algn="l">
              <a:defRPr sz="1800" b="1">
                <a:solidFill>
                  <a:srgbClr val="64A5FF"/>
                </a:solidFill>
                <a:latin typeface="Arial"/>
                <a:ea typeface="Arial"/>
                <a:cs typeface="Arial"/>
              </a:defRPr>
            </a:lvl4pPr>
            <a:lvl5pPr algn="l">
              <a:defRPr sz="1800" b="1">
                <a:solidFill>
                  <a:srgbClr val="64A5FF"/>
                </a:solidFill>
                <a:latin typeface="Arial"/>
                <a:ea typeface="Arial"/>
                <a:cs typeface="Arial"/>
              </a:defRPr>
            </a:lvl5pPr>
            <a:lvl6pPr algn="l">
              <a:defRPr sz="1800" b="1">
                <a:solidFill>
                  <a:srgbClr val="64A5FF"/>
                </a:solidFill>
                <a:latin typeface="Arial"/>
                <a:ea typeface="Arial"/>
                <a:cs typeface="Arial"/>
              </a:defRPr>
            </a:lvl6pPr>
            <a:lvl7pPr algn="l">
              <a:defRPr sz="1800" b="1">
                <a:solidFill>
                  <a:srgbClr val="64A5FF"/>
                </a:solidFill>
                <a:latin typeface="Arial"/>
                <a:ea typeface="Arial"/>
                <a:cs typeface="Arial"/>
              </a:defRPr>
            </a:lvl7pPr>
            <a:lvl8pPr algn="l">
              <a:defRPr sz="1800" b="1">
                <a:solidFill>
                  <a:srgbClr val="64A5FF"/>
                </a:solidFill>
                <a:latin typeface="Arial"/>
                <a:ea typeface="Arial"/>
                <a:cs typeface="Arial"/>
              </a:defRPr>
            </a:lvl8pPr>
            <a:lvl9pPr algn="l">
              <a:defRPr sz="1800" b="1">
                <a:solidFill>
                  <a:srgbClr val="64A5FF"/>
                </a:solidFill>
                <a:latin typeface="Arial"/>
                <a:ea typeface="Arial"/>
                <a:cs typeface="Arial"/>
              </a:defRPr>
            </a:lvl9pPr>
          </a:lstStyle>
          <a:p xmlns:a="http://schemas.openxmlformats.org/drawingml/2006/main">
            <a:pPr algn="l">
              <a:lnSpc>
                <a:spcPct val="100000"/>
              </a:lnSpc>
              <a:buNone/>
              <a:defRPr sz="1800" b="1">
                <a:solidFill>
                  <a:srgbClr val="64A5FF"/>
                </a:solidFill>
                <a:latin typeface="Arial"/>
                <a:ea typeface="Arial"/>
                <a:cs typeface="Arial"/>
              </a:defRPr>
            </a:pPr>
            <a:r>
              <a:rPr sz="1800" b="1">
                <a:solidFill>
                  <a:srgbClr val="64A5FF"/>
                </a:solidFill>
                <a:latin typeface="Arial"/>
                <a:ea typeface="Arial"/>
                <a:cs typeface="Arial"/>
              </a:rPr>
              <a:t>•</a:t>
            </a:r>
          </a:p>
        </p:txBody>
      </p:sp>
      <p:sp>
        <p:nvSpPr>
          <p:cNvPr id="18" name="live-text-0">
            <a:extLst xmlns:a="http://schemas.openxmlformats.org/drawingml/2006/main">
              <a:ext uri="{FF2B5EF4-FFF2-40B4-BE49-F238E27FC236}">
                <a16:creationId xmlns:a16="http://schemas.microsoft.com/office/drawing/2014/main" id="{E397A442-5B1E-4B3F-A551-4A5D0E4AB601}"/>
              </a:ext>
            </a:extLst>
          </p:cNvPr>
          <p:cNvSpPr>
            <a:spLocks xmlns:a="http://schemas.openxmlformats.org/drawingml/2006/main" noGrp="1"/>
          </p:cNvSpPr>
          <p:nvPr/>
        </p:nvSpPr>
        <p:spPr>
          <a:xfrm xmlns:a="http://schemas.openxmlformats.org/drawingml/2006/main">
            <a:off x="6762750" y="235267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0000"/>
              </a:lnSpc>
              <a:buNone/>
              <a:defRPr sz="1500" b="0">
                <a:solidFill>
                  <a:srgbClr val="182239"/>
                </a:solidFill>
                <a:latin typeface="Arial"/>
                <a:ea typeface="Arial"/>
                <a:cs typeface="Arial"/>
              </a:defRPr>
            </a:pPr>
            <a:r>
              <a:rPr sz="1500" b="0">
                <a:solidFill>
                  <a:srgbClr val="182239"/>
                </a:solidFill>
                <a:latin typeface="Arial"/>
                <a:ea typeface="Arial"/>
                <a:cs typeface="Arial"/>
              </a:rPr>
              <a:t>Uses configured sources and explicit target authorization</a:t>
            </a:r>
          </a:p>
        </p:txBody>
      </p:sp>
      <p:sp>
        <p:nvSpPr>
          <p:cNvPr id="19" name="live-bullet-1">
            <a:extLst xmlns:a="http://schemas.openxmlformats.org/drawingml/2006/main">
              <a:ext uri="{FF2B5EF4-FFF2-40B4-BE49-F238E27FC236}">
                <a16:creationId xmlns:a16="http://schemas.microsoft.com/office/drawing/2014/main" id="{71878AE2-31AC-4691-B147-39CB87E89DBA}"/>
              </a:ext>
            </a:extLst>
          </p:cNvPr>
          <p:cNvSpPr>
            <a:spLocks xmlns:a="http://schemas.openxmlformats.org/drawingml/2006/main" noGrp="1"/>
          </p:cNvSpPr>
          <p:nvPr/>
        </p:nvSpPr>
        <p:spPr>
          <a:xfrm xmlns:a="http://schemas.openxmlformats.org/drawingml/2006/main">
            <a:off x="6477000" y="2895600"/>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64A5FF"/>
                </a:solidFill>
                <a:latin typeface="Arial"/>
                <a:ea typeface="Arial"/>
                <a:cs typeface="Arial"/>
              </a:defRPr>
            </a:defPPr>
            <a:lvl1pPr algn="l">
              <a:defRPr sz="1800" b="1">
                <a:solidFill>
                  <a:srgbClr val="64A5FF"/>
                </a:solidFill>
                <a:latin typeface="Arial"/>
                <a:ea typeface="Arial"/>
                <a:cs typeface="Arial"/>
              </a:defRPr>
            </a:lvl1pPr>
            <a:lvl2pPr algn="l">
              <a:defRPr sz="1800" b="1">
                <a:solidFill>
                  <a:srgbClr val="64A5FF"/>
                </a:solidFill>
                <a:latin typeface="Arial"/>
                <a:ea typeface="Arial"/>
                <a:cs typeface="Arial"/>
              </a:defRPr>
            </a:lvl2pPr>
            <a:lvl3pPr algn="l">
              <a:defRPr sz="1800" b="1">
                <a:solidFill>
                  <a:srgbClr val="64A5FF"/>
                </a:solidFill>
                <a:latin typeface="Arial"/>
                <a:ea typeface="Arial"/>
                <a:cs typeface="Arial"/>
              </a:defRPr>
            </a:lvl3pPr>
            <a:lvl4pPr algn="l">
              <a:defRPr sz="1800" b="1">
                <a:solidFill>
                  <a:srgbClr val="64A5FF"/>
                </a:solidFill>
                <a:latin typeface="Arial"/>
                <a:ea typeface="Arial"/>
                <a:cs typeface="Arial"/>
              </a:defRPr>
            </a:lvl4pPr>
            <a:lvl5pPr algn="l">
              <a:defRPr sz="1800" b="1">
                <a:solidFill>
                  <a:srgbClr val="64A5FF"/>
                </a:solidFill>
                <a:latin typeface="Arial"/>
                <a:ea typeface="Arial"/>
                <a:cs typeface="Arial"/>
              </a:defRPr>
            </a:lvl5pPr>
            <a:lvl6pPr algn="l">
              <a:defRPr sz="1800" b="1">
                <a:solidFill>
                  <a:srgbClr val="64A5FF"/>
                </a:solidFill>
                <a:latin typeface="Arial"/>
                <a:ea typeface="Arial"/>
                <a:cs typeface="Arial"/>
              </a:defRPr>
            </a:lvl6pPr>
            <a:lvl7pPr algn="l">
              <a:defRPr sz="1800" b="1">
                <a:solidFill>
                  <a:srgbClr val="64A5FF"/>
                </a:solidFill>
                <a:latin typeface="Arial"/>
                <a:ea typeface="Arial"/>
                <a:cs typeface="Arial"/>
              </a:defRPr>
            </a:lvl7pPr>
            <a:lvl8pPr algn="l">
              <a:defRPr sz="1800" b="1">
                <a:solidFill>
                  <a:srgbClr val="64A5FF"/>
                </a:solidFill>
                <a:latin typeface="Arial"/>
                <a:ea typeface="Arial"/>
                <a:cs typeface="Arial"/>
              </a:defRPr>
            </a:lvl8pPr>
            <a:lvl9pPr algn="l">
              <a:defRPr sz="1800" b="1">
                <a:solidFill>
                  <a:srgbClr val="64A5FF"/>
                </a:solidFill>
                <a:latin typeface="Arial"/>
                <a:ea typeface="Arial"/>
                <a:cs typeface="Arial"/>
              </a:defRPr>
            </a:lvl9pPr>
          </a:lstStyle>
          <a:p xmlns:a="http://schemas.openxmlformats.org/drawingml/2006/main">
            <a:pPr algn="l">
              <a:lnSpc>
                <a:spcPct val="100000"/>
              </a:lnSpc>
              <a:buNone/>
              <a:defRPr sz="1800" b="1">
                <a:solidFill>
                  <a:srgbClr val="64A5FF"/>
                </a:solidFill>
                <a:latin typeface="Arial"/>
                <a:ea typeface="Arial"/>
                <a:cs typeface="Arial"/>
              </a:defRPr>
            </a:pPr>
            <a:r>
              <a:rPr sz="1800" b="1">
                <a:solidFill>
                  <a:srgbClr val="64A5FF"/>
                </a:solidFill>
                <a:latin typeface="Arial"/>
                <a:ea typeface="Arial"/>
                <a:cs typeface="Arial"/>
              </a:rPr>
              <a:t>•</a:t>
            </a:r>
          </a:p>
        </p:txBody>
      </p:sp>
      <p:sp>
        <p:nvSpPr>
          <p:cNvPr id="20" name="live-text-1">
            <a:extLst xmlns:a="http://schemas.openxmlformats.org/drawingml/2006/main">
              <a:ext uri="{FF2B5EF4-FFF2-40B4-BE49-F238E27FC236}">
                <a16:creationId xmlns:a16="http://schemas.microsoft.com/office/drawing/2014/main" id="{0B714FCD-E82B-43CA-9B27-CD87F3D6C9F4}"/>
              </a:ext>
            </a:extLst>
          </p:cNvPr>
          <p:cNvSpPr>
            <a:spLocks xmlns:a="http://schemas.openxmlformats.org/drawingml/2006/main" noGrp="1"/>
          </p:cNvSpPr>
          <p:nvPr/>
        </p:nvSpPr>
        <p:spPr>
          <a:xfrm xmlns:a="http://schemas.openxmlformats.org/drawingml/2006/main">
            <a:off x="6762750" y="2895600"/>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5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0000"/>
              </a:lnSpc>
              <a:buNone/>
              <a:defRPr sz="1500" b="0">
                <a:solidFill>
                  <a:srgbClr val="182239"/>
                </a:solidFill>
                <a:latin typeface="Arial"/>
                <a:ea typeface="Arial"/>
                <a:cs typeface="Arial"/>
              </a:defRPr>
            </a:pPr>
            <a:r>
              <a:rPr sz="1500" b="0">
                <a:solidFill>
                  <a:srgbClr val="182239"/>
                </a:solidFill>
                <a:latin typeface="Arial"/>
                <a:ea typeface="Arial"/>
                <a:cs typeface="Arial"/>
              </a:rPr>
              <a:t>Results depend on provider access, quotas, freshness, and network</a:t>
            </a:r>
          </a:p>
        </p:txBody>
      </p:sp>
      <p:sp>
        <p:nvSpPr>
          <p:cNvPr id="21" name="live-bullet-2">
            <a:extLst xmlns:a="http://schemas.openxmlformats.org/drawingml/2006/main">
              <a:ext uri="{FF2B5EF4-FFF2-40B4-BE49-F238E27FC236}">
                <a16:creationId xmlns:a16="http://schemas.microsoft.com/office/drawing/2014/main" id="{4EF9C455-9E4F-4E72-835D-A719AB004B15}"/>
              </a:ext>
            </a:extLst>
          </p:cNvPr>
          <p:cNvSpPr>
            <a:spLocks xmlns:a="http://schemas.openxmlformats.org/drawingml/2006/main" noGrp="1"/>
          </p:cNvSpPr>
          <p:nvPr/>
        </p:nvSpPr>
        <p:spPr>
          <a:xfrm xmlns:a="http://schemas.openxmlformats.org/drawingml/2006/main">
            <a:off x="6477000" y="3438525"/>
            <a:ext cx="228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64A5FF"/>
                </a:solidFill>
                <a:latin typeface="Arial"/>
                <a:ea typeface="Arial"/>
                <a:cs typeface="Arial"/>
              </a:defRPr>
            </a:defPPr>
            <a:lvl1pPr algn="l">
              <a:defRPr sz="1800" b="1">
                <a:solidFill>
                  <a:srgbClr val="64A5FF"/>
                </a:solidFill>
                <a:latin typeface="Arial"/>
                <a:ea typeface="Arial"/>
                <a:cs typeface="Arial"/>
              </a:defRPr>
            </a:lvl1pPr>
            <a:lvl2pPr algn="l">
              <a:defRPr sz="1800" b="1">
                <a:solidFill>
                  <a:srgbClr val="64A5FF"/>
                </a:solidFill>
                <a:latin typeface="Arial"/>
                <a:ea typeface="Arial"/>
                <a:cs typeface="Arial"/>
              </a:defRPr>
            </a:lvl2pPr>
            <a:lvl3pPr algn="l">
              <a:defRPr sz="1800" b="1">
                <a:solidFill>
                  <a:srgbClr val="64A5FF"/>
                </a:solidFill>
                <a:latin typeface="Arial"/>
                <a:ea typeface="Arial"/>
                <a:cs typeface="Arial"/>
              </a:defRPr>
            </a:lvl3pPr>
            <a:lvl4pPr algn="l">
              <a:defRPr sz="1800" b="1">
                <a:solidFill>
                  <a:srgbClr val="64A5FF"/>
                </a:solidFill>
                <a:latin typeface="Arial"/>
                <a:ea typeface="Arial"/>
                <a:cs typeface="Arial"/>
              </a:defRPr>
            </a:lvl4pPr>
            <a:lvl5pPr algn="l">
              <a:defRPr sz="1800" b="1">
                <a:solidFill>
                  <a:srgbClr val="64A5FF"/>
                </a:solidFill>
                <a:latin typeface="Arial"/>
                <a:ea typeface="Arial"/>
                <a:cs typeface="Arial"/>
              </a:defRPr>
            </a:lvl5pPr>
            <a:lvl6pPr algn="l">
              <a:defRPr sz="1800" b="1">
                <a:solidFill>
                  <a:srgbClr val="64A5FF"/>
                </a:solidFill>
                <a:latin typeface="Arial"/>
                <a:ea typeface="Arial"/>
                <a:cs typeface="Arial"/>
              </a:defRPr>
            </a:lvl6pPr>
            <a:lvl7pPr algn="l">
              <a:defRPr sz="1800" b="1">
                <a:solidFill>
                  <a:srgbClr val="64A5FF"/>
                </a:solidFill>
                <a:latin typeface="Arial"/>
                <a:ea typeface="Arial"/>
                <a:cs typeface="Arial"/>
              </a:defRPr>
            </a:lvl7pPr>
            <a:lvl8pPr algn="l">
              <a:defRPr sz="1800" b="1">
                <a:solidFill>
                  <a:srgbClr val="64A5FF"/>
                </a:solidFill>
                <a:latin typeface="Arial"/>
                <a:ea typeface="Arial"/>
                <a:cs typeface="Arial"/>
              </a:defRPr>
            </a:lvl8pPr>
            <a:lvl9pPr algn="l">
              <a:defRPr sz="1800" b="1">
                <a:solidFill>
                  <a:srgbClr val="64A5FF"/>
                </a:solidFill>
                <a:latin typeface="Arial"/>
                <a:ea typeface="Arial"/>
                <a:cs typeface="Arial"/>
              </a:defRPr>
            </a:lvl9pPr>
          </a:lstStyle>
          <a:p xmlns:a="http://schemas.openxmlformats.org/drawingml/2006/main">
            <a:pPr algn="l">
              <a:lnSpc>
                <a:spcPct val="100000"/>
              </a:lnSpc>
              <a:buNone/>
              <a:defRPr sz="1800" b="1">
                <a:solidFill>
                  <a:srgbClr val="64A5FF"/>
                </a:solidFill>
                <a:latin typeface="Arial"/>
                <a:ea typeface="Arial"/>
                <a:cs typeface="Arial"/>
              </a:defRPr>
            </a:pPr>
            <a:r>
              <a:rPr sz="1800" b="1">
                <a:solidFill>
                  <a:srgbClr val="64A5FF"/>
                </a:solidFill>
                <a:latin typeface="Arial"/>
                <a:ea typeface="Arial"/>
                <a:cs typeface="Arial"/>
              </a:rPr>
              <a:t>•</a:t>
            </a:r>
          </a:p>
        </p:txBody>
      </p:sp>
      <p:sp>
        <p:nvSpPr>
          <p:cNvPr id="22" name="live-text-2">
            <a:extLst xmlns:a="http://schemas.openxmlformats.org/drawingml/2006/main">
              <a:ext uri="{FF2B5EF4-FFF2-40B4-BE49-F238E27FC236}">
                <a16:creationId xmlns:a16="http://schemas.microsoft.com/office/drawing/2014/main" id="{B24AF3B4-1B64-4EEA-8BF6-478D2C936C0B}"/>
              </a:ext>
            </a:extLst>
          </p:cNvPr>
          <p:cNvSpPr>
            <a:spLocks xmlns:a="http://schemas.openxmlformats.org/drawingml/2006/main" noGrp="1"/>
          </p:cNvSpPr>
          <p:nvPr/>
        </p:nvSpPr>
        <p:spPr>
          <a:xfrm xmlns:a="http://schemas.openxmlformats.org/drawingml/2006/main">
            <a:off x="6762750" y="3438525"/>
            <a:ext cx="447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82239"/>
                </a:solidFill>
                <a:latin typeface="Arial"/>
                <a:ea typeface="Arial"/>
                <a:cs typeface="Arial"/>
              </a:defRPr>
            </a:defPPr>
            <a:lvl1pPr algn="l">
              <a:defRPr sz="1500" b="0">
                <a:solidFill>
                  <a:srgbClr val="182239"/>
                </a:solidFill>
                <a:latin typeface="Arial"/>
                <a:ea typeface="Arial"/>
                <a:cs typeface="Arial"/>
              </a:defRPr>
            </a:lvl1pPr>
            <a:lvl2pPr algn="l">
              <a:defRPr sz="1500" b="0">
                <a:solidFill>
                  <a:srgbClr val="182239"/>
                </a:solidFill>
                <a:latin typeface="Arial"/>
                <a:ea typeface="Arial"/>
                <a:cs typeface="Arial"/>
              </a:defRPr>
            </a:lvl2pPr>
            <a:lvl3pPr algn="l">
              <a:defRPr sz="1500" b="0">
                <a:solidFill>
                  <a:srgbClr val="182239"/>
                </a:solidFill>
                <a:latin typeface="Arial"/>
                <a:ea typeface="Arial"/>
                <a:cs typeface="Arial"/>
              </a:defRPr>
            </a:lvl3pPr>
            <a:lvl4pPr algn="l">
              <a:defRPr sz="1500" b="0">
                <a:solidFill>
                  <a:srgbClr val="182239"/>
                </a:solidFill>
                <a:latin typeface="Arial"/>
                <a:ea typeface="Arial"/>
                <a:cs typeface="Arial"/>
              </a:defRPr>
            </a:lvl4pPr>
            <a:lvl5pPr algn="l">
              <a:defRPr sz="1500" b="0">
                <a:solidFill>
                  <a:srgbClr val="182239"/>
                </a:solidFill>
                <a:latin typeface="Arial"/>
                <a:ea typeface="Arial"/>
                <a:cs typeface="Arial"/>
              </a:defRPr>
            </a:lvl5pPr>
            <a:lvl6pPr algn="l">
              <a:defRPr sz="1500" b="0">
                <a:solidFill>
                  <a:srgbClr val="182239"/>
                </a:solidFill>
                <a:latin typeface="Arial"/>
                <a:ea typeface="Arial"/>
                <a:cs typeface="Arial"/>
              </a:defRPr>
            </a:lvl6pPr>
            <a:lvl7pPr algn="l">
              <a:defRPr sz="1500" b="0">
                <a:solidFill>
                  <a:srgbClr val="182239"/>
                </a:solidFill>
                <a:latin typeface="Arial"/>
                <a:ea typeface="Arial"/>
                <a:cs typeface="Arial"/>
              </a:defRPr>
            </a:lvl7pPr>
            <a:lvl8pPr algn="l">
              <a:defRPr sz="1500" b="0">
                <a:solidFill>
                  <a:srgbClr val="182239"/>
                </a:solidFill>
                <a:latin typeface="Arial"/>
                <a:ea typeface="Arial"/>
                <a:cs typeface="Arial"/>
              </a:defRPr>
            </a:lvl8pPr>
            <a:lvl9pPr algn="l">
              <a:defRPr sz="1500" b="0">
                <a:solidFill>
                  <a:srgbClr val="182239"/>
                </a:solidFill>
                <a:latin typeface="Arial"/>
                <a:ea typeface="Arial"/>
                <a:cs typeface="Arial"/>
              </a:defRPr>
            </a:lvl9pPr>
          </a:lstStyle>
          <a:p xmlns:a="http://schemas.openxmlformats.org/drawingml/2006/main">
            <a:pPr algn="l">
              <a:lnSpc>
                <a:spcPct val="100000"/>
              </a:lnSpc>
              <a:buNone/>
              <a:defRPr sz="1500" b="0">
                <a:solidFill>
                  <a:srgbClr val="182239"/>
                </a:solidFill>
                <a:latin typeface="Arial"/>
                <a:ea typeface="Arial"/>
                <a:cs typeface="Arial"/>
              </a:defRPr>
            </a:pPr>
            <a:r>
              <a:rPr sz="1500" b="0">
                <a:solidFill>
                  <a:srgbClr val="182239"/>
                </a:solidFill>
                <a:latin typeface="Arial"/>
                <a:ea typeface="Arial"/>
                <a:cs typeface="Arial"/>
              </a:rPr>
              <a:t>Local showcase profile—not a public deployment</a:t>
            </a:r>
          </a:p>
        </p:txBody>
      </p:sp>
      <p:sp>
        <p:nvSpPr>
          <p:cNvPr id="23" name="panel-flow-bg">
            <a:extLst xmlns:a="http://schemas.openxmlformats.org/drawingml/2006/main">
              <a:ext uri="{FF2B5EF4-FFF2-40B4-BE49-F238E27FC236}">
                <a16:creationId xmlns:a16="http://schemas.microsoft.com/office/drawing/2014/main" id="{F3A90078-6267-41DC-B2AC-8794FDCD0742}"/>
              </a:ext>
            </a:extLst>
          </p:cNvPr>
          <p:cNvSpPr>
            <a:spLocks xmlns:a="http://schemas.openxmlformats.org/drawingml/2006/main" noGrp="1"/>
          </p:cNvSpPr>
          <p:nvPr/>
        </p:nvSpPr>
        <p:spPr>
          <a:xfrm xmlns:a="http://schemas.openxmlformats.org/drawingml/2006/main">
            <a:off x="723900" y="4438650"/>
            <a:ext cx="10744200" cy="1371600"/>
          </a:xfrm>
          <a:prstGeom xmlns:a="http://schemas.openxmlformats.org/drawingml/2006/main" prst="roundRect">
            <a:avLst>
              <a:gd name="adj" fmla="val 9722"/>
            </a:avLst>
          </a:prstGeom>
          <a:solidFill xmlns:a="http://schemas.openxmlformats.org/drawingml/2006/main">
            <a:srgbClr val="EAF0FA"/>
          </a:solidFill>
          <a:ln xmlns:a="http://schemas.openxmlformats.org/drawingml/2006/main" w="0">
            <a:noFill/>
            <a:prstDash val="solid"/>
          </a:ln>
        </p:spPr>
      </p:sp>
      <p:sp>
        <p:nvSpPr>
          <p:cNvPr id="24" name="panel-flow-label">
            <a:extLst xmlns:a="http://schemas.openxmlformats.org/drawingml/2006/main">
              <a:ext uri="{FF2B5EF4-FFF2-40B4-BE49-F238E27FC236}">
                <a16:creationId xmlns:a16="http://schemas.microsoft.com/office/drawing/2014/main" id="{01F406CE-91AC-4A90-8195-111489BFC5CB}"/>
              </a:ext>
            </a:extLst>
          </p:cNvPr>
          <p:cNvSpPr>
            <a:spLocks xmlns:a="http://schemas.openxmlformats.org/drawingml/2006/main" noGrp="1"/>
          </p:cNvSpPr>
          <p:nvPr/>
        </p:nvSpPr>
        <p:spPr>
          <a:xfrm xmlns:a="http://schemas.openxmlformats.org/drawingml/2006/main">
            <a:off x="933450" y="45720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92541"/>
                </a:solidFill>
                <a:latin typeface="Arial"/>
                <a:ea typeface="Arial"/>
                <a:cs typeface="Arial"/>
              </a:defRPr>
            </a:defPPr>
            <a:lvl1pPr algn="l">
              <a:defRPr sz="1200" b="1">
                <a:solidFill>
                  <a:srgbClr val="192541"/>
                </a:solidFill>
                <a:latin typeface="Arial"/>
                <a:ea typeface="Arial"/>
                <a:cs typeface="Arial"/>
              </a:defRPr>
            </a:lvl1pPr>
            <a:lvl2pPr algn="l">
              <a:defRPr sz="1200" b="1">
                <a:solidFill>
                  <a:srgbClr val="192541"/>
                </a:solidFill>
                <a:latin typeface="Arial"/>
                <a:ea typeface="Arial"/>
                <a:cs typeface="Arial"/>
              </a:defRPr>
            </a:lvl2pPr>
            <a:lvl3pPr algn="l">
              <a:defRPr sz="1200" b="1">
                <a:solidFill>
                  <a:srgbClr val="192541"/>
                </a:solidFill>
                <a:latin typeface="Arial"/>
                <a:ea typeface="Arial"/>
                <a:cs typeface="Arial"/>
              </a:defRPr>
            </a:lvl3pPr>
            <a:lvl4pPr algn="l">
              <a:defRPr sz="1200" b="1">
                <a:solidFill>
                  <a:srgbClr val="192541"/>
                </a:solidFill>
                <a:latin typeface="Arial"/>
                <a:ea typeface="Arial"/>
                <a:cs typeface="Arial"/>
              </a:defRPr>
            </a:lvl4pPr>
            <a:lvl5pPr algn="l">
              <a:defRPr sz="1200" b="1">
                <a:solidFill>
                  <a:srgbClr val="192541"/>
                </a:solidFill>
                <a:latin typeface="Arial"/>
                <a:ea typeface="Arial"/>
                <a:cs typeface="Arial"/>
              </a:defRPr>
            </a:lvl5pPr>
            <a:lvl6pPr algn="l">
              <a:defRPr sz="1200" b="1">
                <a:solidFill>
                  <a:srgbClr val="192541"/>
                </a:solidFill>
                <a:latin typeface="Arial"/>
                <a:ea typeface="Arial"/>
                <a:cs typeface="Arial"/>
              </a:defRPr>
            </a:lvl6pPr>
            <a:lvl7pPr algn="l">
              <a:defRPr sz="1200" b="1">
                <a:solidFill>
                  <a:srgbClr val="192541"/>
                </a:solidFill>
                <a:latin typeface="Arial"/>
                <a:ea typeface="Arial"/>
                <a:cs typeface="Arial"/>
              </a:defRPr>
            </a:lvl7pPr>
            <a:lvl8pPr algn="l">
              <a:defRPr sz="1200" b="1">
                <a:solidFill>
                  <a:srgbClr val="192541"/>
                </a:solidFill>
                <a:latin typeface="Arial"/>
                <a:ea typeface="Arial"/>
                <a:cs typeface="Arial"/>
              </a:defRPr>
            </a:lvl8pPr>
            <a:lvl9pPr algn="l">
              <a:defRPr sz="1200" b="1">
                <a:solidFill>
                  <a:srgbClr val="192541"/>
                </a:solidFill>
                <a:latin typeface="Arial"/>
                <a:ea typeface="Arial"/>
                <a:cs typeface="Arial"/>
              </a:defRPr>
            </a:lvl9pPr>
          </a:lstStyle>
          <a:p xmlns:a="http://schemas.openxmlformats.org/drawingml/2006/main">
            <a:pPr algn="l">
              <a:lnSpc>
                <a:spcPct val="100000"/>
              </a:lnSpc>
              <a:buNone/>
              <a:defRPr sz="1200" b="1">
                <a:solidFill>
                  <a:srgbClr val="192541"/>
                </a:solidFill>
                <a:latin typeface="Arial"/>
                <a:ea typeface="Arial"/>
                <a:cs typeface="Arial"/>
              </a:defRPr>
            </a:pPr>
            <a:r>
              <a:rPr sz="1200" b="1">
                <a:solidFill>
                  <a:srgbClr val="192541"/>
                </a:solidFill>
                <a:latin typeface="Arial"/>
                <a:ea typeface="Arial"/>
                <a:cs typeface="Arial"/>
              </a:rPr>
              <a:t>RECOMMENDED DEMO PATH</a:t>
            </a:r>
          </a:p>
        </p:txBody>
      </p:sp>
      <p:sp>
        <p:nvSpPr>
          <p:cNvPr id="25" name="panel-flow">
            <a:extLst xmlns:a="http://schemas.openxmlformats.org/drawingml/2006/main">
              <a:ext uri="{FF2B5EF4-FFF2-40B4-BE49-F238E27FC236}">
                <a16:creationId xmlns:a16="http://schemas.microsoft.com/office/drawing/2014/main" id="{2E56342A-3EF6-4A81-9FB9-DD1D463617B3}"/>
              </a:ext>
            </a:extLst>
          </p:cNvPr>
          <p:cNvSpPr>
            <a:spLocks xmlns:a="http://schemas.openxmlformats.org/drawingml/2006/main" noGrp="1"/>
          </p:cNvSpPr>
          <p:nvPr/>
        </p:nvSpPr>
        <p:spPr>
          <a:xfrm xmlns:a="http://schemas.openxmlformats.org/drawingml/2006/main">
            <a:off x="933450" y="4943475"/>
            <a:ext cx="10287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182239"/>
                </a:solidFill>
                <a:latin typeface="Arial"/>
                <a:ea typeface="Arial"/>
                <a:cs typeface="Arial"/>
              </a:defRPr>
            </a:defPPr>
            <a:lvl1pPr algn="ctr">
              <a:defRPr sz="1650" b="1">
                <a:solidFill>
                  <a:srgbClr val="182239"/>
                </a:solidFill>
                <a:latin typeface="Arial"/>
                <a:ea typeface="Arial"/>
                <a:cs typeface="Arial"/>
              </a:defRPr>
            </a:lvl1pPr>
            <a:lvl2pPr algn="ctr">
              <a:defRPr sz="1650" b="1">
                <a:solidFill>
                  <a:srgbClr val="182239"/>
                </a:solidFill>
                <a:latin typeface="Arial"/>
                <a:ea typeface="Arial"/>
                <a:cs typeface="Arial"/>
              </a:defRPr>
            </a:lvl2pPr>
            <a:lvl3pPr algn="ctr">
              <a:defRPr sz="1650" b="1">
                <a:solidFill>
                  <a:srgbClr val="182239"/>
                </a:solidFill>
                <a:latin typeface="Arial"/>
                <a:ea typeface="Arial"/>
                <a:cs typeface="Arial"/>
              </a:defRPr>
            </a:lvl3pPr>
            <a:lvl4pPr algn="ctr">
              <a:defRPr sz="1650" b="1">
                <a:solidFill>
                  <a:srgbClr val="182239"/>
                </a:solidFill>
                <a:latin typeface="Arial"/>
                <a:ea typeface="Arial"/>
                <a:cs typeface="Arial"/>
              </a:defRPr>
            </a:lvl4pPr>
            <a:lvl5pPr algn="ctr">
              <a:defRPr sz="1650" b="1">
                <a:solidFill>
                  <a:srgbClr val="182239"/>
                </a:solidFill>
                <a:latin typeface="Arial"/>
                <a:ea typeface="Arial"/>
                <a:cs typeface="Arial"/>
              </a:defRPr>
            </a:lvl5pPr>
            <a:lvl6pPr algn="ctr">
              <a:defRPr sz="1650" b="1">
                <a:solidFill>
                  <a:srgbClr val="182239"/>
                </a:solidFill>
                <a:latin typeface="Arial"/>
                <a:ea typeface="Arial"/>
                <a:cs typeface="Arial"/>
              </a:defRPr>
            </a:lvl6pPr>
            <a:lvl7pPr algn="ctr">
              <a:defRPr sz="1650" b="1">
                <a:solidFill>
                  <a:srgbClr val="182239"/>
                </a:solidFill>
                <a:latin typeface="Arial"/>
                <a:ea typeface="Arial"/>
                <a:cs typeface="Arial"/>
              </a:defRPr>
            </a:lvl7pPr>
            <a:lvl8pPr algn="ctr">
              <a:defRPr sz="1650" b="1">
                <a:solidFill>
                  <a:srgbClr val="182239"/>
                </a:solidFill>
                <a:latin typeface="Arial"/>
                <a:ea typeface="Arial"/>
                <a:cs typeface="Arial"/>
              </a:defRPr>
            </a:lvl8pPr>
            <a:lvl9pPr algn="ctr">
              <a:defRPr sz="1650" b="1">
                <a:solidFill>
                  <a:srgbClr val="182239"/>
                </a:solidFill>
                <a:latin typeface="Arial"/>
                <a:ea typeface="Arial"/>
                <a:cs typeface="Arial"/>
              </a:defRPr>
            </a:lvl9pPr>
          </a:lstStyle>
          <a:p xmlns:a="http://schemas.openxmlformats.org/drawingml/2006/main">
            <a:pPr algn="ctr">
              <a:lnSpc>
                <a:spcPct val="100000"/>
              </a:lnSpc>
              <a:buNone/>
              <a:defRPr sz="1650" b="1">
                <a:solidFill>
                  <a:srgbClr val="182239"/>
                </a:solidFill>
                <a:latin typeface="Arial"/>
                <a:ea typeface="Arial"/>
                <a:cs typeface="Arial"/>
              </a:defRPr>
            </a:pPr>
            <a:r>
              <a:rPr sz="1650" b="1">
                <a:solidFill>
                  <a:srgbClr val="182239"/>
                </a:solidFill>
                <a:latin typeface="Arial"/>
                <a:ea typeface="Arial"/>
                <a:cs typeface="Arial"/>
              </a:rPr>
              <a:t>Routine website  →  vulnerable app  →  applicability review  →  incident case  →  saved report</a:t>
            </a:r>
          </a:p>
        </p:txBody>
      </p:sp>
      <p:sp>
        <p:nvSpPr>
          <p:cNvPr id="26" name="panel-flow-disclosure">
            <a:extLst xmlns:a="http://schemas.openxmlformats.org/drawingml/2006/main">
              <a:ext uri="{FF2B5EF4-FFF2-40B4-BE49-F238E27FC236}">
                <a16:creationId xmlns:a16="http://schemas.microsoft.com/office/drawing/2014/main" id="{929ECB67-C350-400B-8650-B969A532F708}"/>
              </a:ext>
            </a:extLst>
          </p:cNvPr>
          <p:cNvSpPr>
            <a:spLocks xmlns:a="http://schemas.openxmlformats.org/drawingml/2006/main" noGrp="1"/>
          </p:cNvSpPr>
          <p:nvPr/>
        </p:nvSpPr>
        <p:spPr>
          <a:xfrm xmlns:a="http://schemas.openxmlformats.org/drawingml/2006/main">
            <a:off x="933450" y="554355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00" b="0">
                <a:solidFill>
                  <a:srgbClr val="5A667D"/>
                </a:solidFill>
                <a:latin typeface="Arial"/>
                <a:ea typeface="Arial"/>
                <a:cs typeface="Arial"/>
              </a:defRPr>
            </a:defPPr>
            <a:lvl1pPr algn="ctr">
              <a:defRPr sz="1200" b="0">
                <a:solidFill>
                  <a:srgbClr val="5A667D"/>
                </a:solidFill>
                <a:latin typeface="Arial"/>
                <a:ea typeface="Arial"/>
                <a:cs typeface="Arial"/>
              </a:defRPr>
            </a:lvl1pPr>
            <a:lvl2pPr algn="ctr">
              <a:defRPr sz="1200" b="0">
                <a:solidFill>
                  <a:srgbClr val="5A667D"/>
                </a:solidFill>
                <a:latin typeface="Arial"/>
                <a:ea typeface="Arial"/>
                <a:cs typeface="Arial"/>
              </a:defRPr>
            </a:lvl2pPr>
            <a:lvl3pPr algn="ctr">
              <a:defRPr sz="1200" b="0">
                <a:solidFill>
                  <a:srgbClr val="5A667D"/>
                </a:solidFill>
                <a:latin typeface="Arial"/>
                <a:ea typeface="Arial"/>
                <a:cs typeface="Arial"/>
              </a:defRPr>
            </a:lvl3pPr>
            <a:lvl4pPr algn="ctr">
              <a:defRPr sz="1200" b="0">
                <a:solidFill>
                  <a:srgbClr val="5A667D"/>
                </a:solidFill>
                <a:latin typeface="Arial"/>
                <a:ea typeface="Arial"/>
                <a:cs typeface="Arial"/>
              </a:defRPr>
            </a:lvl4pPr>
            <a:lvl5pPr algn="ctr">
              <a:defRPr sz="1200" b="0">
                <a:solidFill>
                  <a:srgbClr val="5A667D"/>
                </a:solidFill>
                <a:latin typeface="Arial"/>
                <a:ea typeface="Arial"/>
                <a:cs typeface="Arial"/>
              </a:defRPr>
            </a:lvl5pPr>
            <a:lvl6pPr algn="ctr">
              <a:defRPr sz="1200" b="0">
                <a:solidFill>
                  <a:srgbClr val="5A667D"/>
                </a:solidFill>
                <a:latin typeface="Arial"/>
                <a:ea typeface="Arial"/>
                <a:cs typeface="Arial"/>
              </a:defRPr>
            </a:lvl6pPr>
            <a:lvl7pPr algn="ctr">
              <a:defRPr sz="1200" b="0">
                <a:solidFill>
                  <a:srgbClr val="5A667D"/>
                </a:solidFill>
                <a:latin typeface="Arial"/>
                <a:ea typeface="Arial"/>
                <a:cs typeface="Arial"/>
              </a:defRPr>
            </a:lvl7pPr>
            <a:lvl8pPr algn="ctr">
              <a:defRPr sz="1200" b="0">
                <a:solidFill>
                  <a:srgbClr val="5A667D"/>
                </a:solidFill>
                <a:latin typeface="Arial"/>
                <a:ea typeface="Arial"/>
                <a:cs typeface="Arial"/>
              </a:defRPr>
            </a:lvl8pPr>
            <a:lvl9pPr algn="ctr">
              <a:defRPr sz="1200" b="0">
                <a:solidFill>
                  <a:srgbClr val="5A667D"/>
                </a:solidFill>
                <a:latin typeface="Arial"/>
                <a:ea typeface="Arial"/>
                <a:cs typeface="Arial"/>
              </a:defRPr>
            </a:lvl9pPr>
          </a:lstStyle>
          <a:p xmlns:a="http://schemas.openxmlformats.org/drawingml/2006/main">
            <a:pPr algn="ctr">
              <a:lnSpc>
                <a:spcPct val="100000"/>
              </a:lnSpc>
              <a:buNone/>
              <a:defRPr sz="1200" b="0">
                <a:solidFill>
                  <a:srgbClr val="5A667D"/>
                </a:solidFill>
                <a:latin typeface="Arial"/>
                <a:ea typeface="Arial"/>
                <a:cs typeface="Arial"/>
              </a:defRPr>
            </a:pPr>
            <a:r>
              <a:rPr sz="1200" b="0">
                <a:solidFill>
                  <a:srgbClr val="5A667D"/>
                </a:solidFill>
                <a:latin typeface="Arial"/>
                <a:ea typeface="Arial"/>
                <a:cs typeface="Arial"/>
              </a:rPr>
              <a:t>Identify all Demo findings as synthetic examples.</a:t>
            </a:r>
          </a:p>
        </p:txBody>
      </p:sp>
    </p:spTree>
    <p:extLst>
      <p:ext uri="{BB962C8B-B14F-4D97-AF65-F5344CB8AC3E}">
        <p14:creationId xmlns:p14="http://schemas.microsoft.com/office/powerpoint/2010/main" val="1654498588"/>
      </p:ext>
    </p:extLst>
  </p:cSld>
</p:sld>
</file>

<file path=ppt/slides/slide10.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19" name="slide-10-title">
            <a:extLst xmlns:a="http://schemas.openxmlformats.org/drawingml/2006/main">
              <a:ext uri="{FF2B5EF4-FFF2-40B4-BE49-F238E27FC236}">
                <a16:creationId xmlns:a16="http://schemas.microsoft.com/office/drawing/2014/main" id="{01051B94-4420-4EFA-BE5E-A9228CD15B50}"/>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Verification record &amp; known limits</a:t>
            </a:r>
          </a:p>
        </p:txBody>
      </p:sp>
      <p:sp>
        <p:nvSpPr>
          <p:cNvPr id="2" name="slide-10-accent-blue">
            <a:extLst xmlns:a="http://schemas.openxmlformats.org/drawingml/2006/main">
              <a:ext uri="{FF2B5EF4-FFF2-40B4-BE49-F238E27FC236}">
                <a16:creationId xmlns:a16="http://schemas.microsoft.com/office/drawing/2014/main" id="{B352D746-E412-45FF-A9EE-2C6086F19BBD}"/>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10-accent-iris">
            <a:extLst xmlns:a="http://schemas.openxmlformats.org/drawingml/2006/main">
              <a:ext uri="{FF2B5EF4-FFF2-40B4-BE49-F238E27FC236}">
                <a16:creationId xmlns:a16="http://schemas.microsoft.com/office/drawing/2014/main" id="{1C34C55E-CDC3-45E8-92D3-DF3AC916F341}"/>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10-subtitle">
            <a:extLst xmlns:a="http://schemas.openxmlformats.org/drawingml/2006/main">
              <a:ext uri="{FF2B5EF4-FFF2-40B4-BE49-F238E27FC236}">
                <a16:creationId xmlns:a16="http://schemas.microsoft.com/office/drawing/2014/main" id="{51E890AC-BCB5-4893-83CA-70BD8E91383A}"/>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Documented local checks support the showcase workflow; they do not establish production readiness.</a:t>
            </a:r>
          </a:p>
        </p:txBody>
      </p:sp>
      <p:sp>
        <p:nvSpPr>
          <p:cNvPr id="5" name="slide-10-footer-rule">
            <a:extLst xmlns:a="http://schemas.openxmlformats.org/drawingml/2006/main">
              <a:ext uri="{FF2B5EF4-FFF2-40B4-BE49-F238E27FC236}">
                <a16:creationId xmlns:a16="http://schemas.microsoft.com/office/drawing/2014/main" id="{90536EDC-3F65-4669-9B5E-05F74ED98436}"/>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10-footer">
            <a:extLst xmlns:a="http://schemas.openxmlformats.org/drawingml/2006/main">
              <a:ext uri="{FF2B5EF4-FFF2-40B4-BE49-F238E27FC236}">
                <a16:creationId xmlns:a16="http://schemas.microsoft.com/office/drawing/2014/main" id="{7B051585-3255-4413-8D8F-9EDA21BD65B4}"/>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10-page">
            <a:extLst xmlns:a="http://schemas.openxmlformats.org/drawingml/2006/main">
              <a:ext uri="{FF2B5EF4-FFF2-40B4-BE49-F238E27FC236}">
                <a16:creationId xmlns:a16="http://schemas.microsoft.com/office/drawing/2014/main" id="{19243714-40F5-4171-A87F-3F017066BF57}"/>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10</a:t>
            </a:r>
          </a:p>
        </p:txBody>
      </p:sp>
      <p:sp>
        <p:nvSpPr>
          <p:cNvPr id="8" name="verification-date">
            <a:extLst xmlns:a="http://schemas.openxmlformats.org/drawingml/2006/main">
              <a:ext uri="{FF2B5EF4-FFF2-40B4-BE49-F238E27FC236}">
                <a16:creationId xmlns:a16="http://schemas.microsoft.com/office/drawing/2014/main" id="{17B73FE1-E939-4D5F-864B-BF1E6732148E}"/>
              </a:ext>
            </a:extLst>
          </p:cNvPr>
          <p:cNvSpPr>
            <a:spLocks xmlns:a="http://schemas.openxmlformats.org/drawingml/2006/main" noGrp="1"/>
          </p:cNvSpPr>
          <p:nvPr/>
        </p:nvSpPr>
        <p:spPr>
          <a:xfrm xmlns:a="http://schemas.openxmlformats.org/drawingml/2006/main">
            <a:off x="723900" y="17335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Recorded 26 October 2026</a:t>
            </a:r>
          </a:p>
        </p:txBody>
      </p:sp>
      <p:sp>
        <p:nvSpPr>
          <p:cNvPr id="9" name="verification-78">
            <a:extLst xmlns:a="http://schemas.openxmlformats.org/drawingml/2006/main">
              <a:ext uri="{FF2B5EF4-FFF2-40B4-BE49-F238E27FC236}">
                <a16:creationId xmlns:a16="http://schemas.microsoft.com/office/drawing/2014/main" id="{06605DF5-1FDA-4166-AEA8-54B6090D2620}"/>
              </a:ext>
            </a:extLst>
          </p:cNvPr>
          <p:cNvSpPr>
            <a:spLocks xmlns:a="http://schemas.openxmlformats.org/drawingml/2006/main" noGrp="1"/>
          </p:cNvSpPr>
          <p:nvPr/>
        </p:nvSpPr>
        <p:spPr>
          <a:xfrm xmlns:a="http://schemas.openxmlformats.org/drawingml/2006/main">
            <a:off x="723900" y="2133600"/>
            <a:ext cx="19812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6150" b="1">
                <a:solidFill>
                  <a:srgbClr val="64A5FF"/>
                </a:solidFill>
                <a:latin typeface="Arial"/>
                <a:ea typeface="Arial"/>
                <a:cs typeface="Arial"/>
              </a:defRPr>
            </a:defPPr>
            <a:lvl1pPr algn="l">
              <a:defRPr sz="6150" b="1">
                <a:solidFill>
                  <a:srgbClr val="64A5FF"/>
                </a:solidFill>
                <a:latin typeface="Arial"/>
                <a:ea typeface="Arial"/>
                <a:cs typeface="Arial"/>
              </a:defRPr>
            </a:lvl1pPr>
            <a:lvl2pPr algn="l">
              <a:defRPr sz="6150" b="1">
                <a:solidFill>
                  <a:srgbClr val="64A5FF"/>
                </a:solidFill>
                <a:latin typeface="Arial"/>
                <a:ea typeface="Arial"/>
                <a:cs typeface="Arial"/>
              </a:defRPr>
            </a:lvl2pPr>
            <a:lvl3pPr algn="l">
              <a:defRPr sz="6150" b="1">
                <a:solidFill>
                  <a:srgbClr val="64A5FF"/>
                </a:solidFill>
                <a:latin typeface="Arial"/>
                <a:ea typeface="Arial"/>
                <a:cs typeface="Arial"/>
              </a:defRPr>
            </a:lvl3pPr>
            <a:lvl4pPr algn="l">
              <a:defRPr sz="6150" b="1">
                <a:solidFill>
                  <a:srgbClr val="64A5FF"/>
                </a:solidFill>
                <a:latin typeface="Arial"/>
                <a:ea typeface="Arial"/>
                <a:cs typeface="Arial"/>
              </a:defRPr>
            </a:lvl4pPr>
            <a:lvl5pPr algn="l">
              <a:defRPr sz="6150" b="1">
                <a:solidFill>
                  <a:srgbClr val="64A5FF"/>
                </a:solidFill>
                <a:latin typeface="Arial"/>
                <a:ea typeface="Arial"/>
                <a:cs typeface="Arial"/>
              </a:defRPr>
            </a:lvl5pPr>
            <a:lvl6pPr algn="l">
              <a:defRPr sz="6150" b="1">
                <a:solidFill>
                  <a:srgbClr val="64A5FF"/>
                </a:solidFill>
                <a:latin typeface="Arial"/>
                <a:ea typeface="Arial"/>
                <a:cs typeface="Arial"/>
              </a:defRPr>
            </a:lvl6pPr>
            <a:lvl7pPr algn="l">
              <a:defRPr sz="6150" b="1">
                <a:solidFill>
                  <a:srgbClr val="64A5FF"/>
                </a:solidFill>
                <a:latin typeface="Arial"/>
                <a:ea typeface="Arial"/>
                <a:cs typeface="Arial"/>
              </a:defRPr>
            </a:lvl7pPr>
            <a:lvl8pPr algn="l">
              <a:defRPr sz="6150" b="1">
                <a:solidFill>
                  <a:srgbClr val="64A5FF"/>
                </a:solidFill>
                <a:latin typeface="Arial"/>
                <a:ea typeface="Arial"/>
                <a:cs typeface="Arial"/>
              </a:defRPr>
            </a:lvl8pPr>
            <a:lvl9pPr algn="l">
              <a:defRPr sz="6150" b="1">
                <a:solidFill>
                  <a:srgbClr val="64A5FF"/>
                </a:solidFill>
                <a:latin typeface="Arial"/>
                <a:ea typeface="Arial"/>
                <a:cs typeface="Arial"/>
              </a:defRPr>
            </a:lvl9pPr>
          </a:lstStyle>
          <a:p xmlns:a="http://schemas.openxmlformats.org/drawingml/2006/main">
            <a:pPr algn="l">
              <a:lnSpc>
                <a:spcPct val="100000"/>
              </a:lnSpc>
              <a:buNone/>
              <a:defRPr sz="6150" b="1">
                <a:solidFill>
                  <a:srgbClr val="64A5FF"/>
                </a:solidFill>
                <a:latin typeface="Arial"/>
                <a:ea typeface="Arial"/>
                <a:cs typeface="Arial"/>
              </a:defRPr>
            </a:pPr>
            <a:r>
              <a:rPr sz="6150" b="1">
                <a:solidFill>
                  <a:srgbClr val="64A5FF"/>
                </a:solidFill>
                <a:latin typeface="Arial"/>
                <a:ea typeface="Arial"/>
                <a:cs typeface="Arial"/>
              </a:rPr>
              <a:t>78</a:t>
            </a:r>
          </a:p>
        </p:txBody>
      </p:sp>
      <p:sp>
        <p:nvSpPr>
          <p:cNvPr id="10" name="verification-78-label">
            <a:extLst xmlns:a="http://schemas.openxmlformats.org/drawingml/2006/main">
              <a:ext uri="{FF2B5EF4-FFF2-40B4-BE49-F238E27FC236}">
                <a16:creationId xmlns:a16="http://schemas.microsoft.com/office/drawing/2014/main" id="{DCBCD6ED-7784-4B01-9C95-1EC25690F803}"/>
              </a:ext>
            </a:extLst>
          </p:cNvPr>
          <p:cNvSpPr>
            <a:spLocks xmlns:a="http://schemas.openxmlformats.org/drawingml/2006/main" noGrp="1"/>
          </p:cNvSpPr>
          <p:nvPr/>
        </p:nvSpPr>
        <p:spPr>
          <a:xfrm xmlns:a="http://schemas.openxmlformats.org/drawingml/2006/main">
            <a:off x="723900" y="31813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82239"/>
                </a:solidFill>
                <a:latin typeface="Arial"/>
                <a:ea typeface="Arial"/>
                <a:cs typeface="Arial"/>
              </a:defRPr>
            </a:defPPr>
            <a:lvl1pPr algn="l">
              <a:defRPr sz="1650" b="1">
                <a:solidFill>
                  <a:srgbClr val="182239"/>
                </a:solidFill>
                <a:latin typeface="Arial"/>
                <a:ea typeface="Arial"/>
                <a:cs typeface="Arial"/>
              </a:defRPr>
            </a:lvl1pPr>
            <a:lvl2pPr algn="l">
              <a:defRPr sz="1650" b="1">
                <a:solidFill>
                  <a:srgbClr val="182239"/>
                </a:solidFill>
                <a:latin typeface="Arial"/>
                <a:ea typeface="Arial"/>
                <a:cs typeface="Arial"/>
              </a:defRPr>
            </a:lvl2pPr>
            <a:lvl3pPr algn="l">
              <a:defRPr sz="1650" b="1">
                <a:solidFill>
                  <a:srgbClr val="182239"/>
                </a:solidFill>
                <a:latin typeface="Arial"/>
                <a:ea typeface="Arial"/>
                <a:cs typeface="Arial"/>
              </a:defRPr>
            </a:lvl3pPr>
            <a:lvl4pPr algn="l">
              <a:defRPr sz="1650" b="1">
                <a:solidFill>
                  <a:srgbClr val="182239"/>
                </a:solidFill>
                <a:latin typeface="Arial"/>
                <a:ea typeface="Arial"/>
                <a:cs typeface="Arial"/>
              </a:defRPr>
            </a:lvl4pPr>
            <a:lvl5pPr algn="l">
              <a:defRPr sz="1650" b="1">
                <a:solidFill>
                  <a:srgbClr val="182239"/>
                </a:solidFill>
                <a:latin typeface="Arial"/>
                <a:ea typeface="Arial"/>
                <a:cs typeface="Arial"/>
              </a:defRPr>
            </a:lvl5pPr>
            <a:lvl6pPr algn="l">
              <a:defRPr sz="1650" b="1">
                <a:solidFill>
                  <a:srgbClr val="182239"/>
                </a:solidFill>
                <a:latin typeface="Arial"/>
                <a:ea typeface="Arial"/>
                <a:cs typeface="Arial"/>
              </a:defRPr>
            </a:lvl6pPr>
            <a:lvl7pPr algn="l">
              <a:defRPr sz="1650" b="1">
                <a:solidFill>
                  <a:srgbClr val="182239"/>
                </a:solidFill>
                <a:latin typeface="Arial"/>
                <a:ea typeface="Arial"/>
                <a:cs typeface="Arial"/>
              </a:defRPr>
            </a:lvl7pPr>
            <a:lvl8pPr algn="l">
              <a:defRPr sz="1650" b="1">
                <a:solidFill>
                  <a:srgbClr val="182239"/>
                </a:solidFill>
                <a:latin typeface="Arial"/>
                <a:ea typeface="Arial"/>
                <a:cs typeface="Arial"/>
              </a:defRPr>
            </a:lvl8pPr>
            <a:lvl9pPr algn="l">
              <a:defRPr sz="1650" b="1">
                <a:solidFill>
                  <a:srgbClr val="182239"/>
                </a:solidFill>
                <a:latin typeface="Arial"/>
                <a:ea typeface="Arial"/>
                <a:cs typeface="Arial"/>
              </a:defRPr>
            </a:lvl9pPr>
          </a:lstStyle>
          <a:p xmlns:a="http://schemas.openxmlformats.org/drawingml/2006/main">
            <a:pPr algn="l">
              <a:lnSpc>
                <a:spcPct val="100000"/>
              </a:lnSpc>
              <a:buNone/>
              <a:defRPr sz="1650" b="1">
                <a:solidFill>
                  <a:srgbClr val="182239"/>
                </a:solidFill>
                <a:latin typeface="Arial"/>
                <a:ea typeface="Arial"/>
                <a:cs typeface="Arial"/>
              </a:defRPr>
            </a:pPr>
            <a:r>
              <a:rPr sz="1650" b="1">
                <a:solidFill>
                  <a:srgbClr val="182239"/>
                </a:solidFill>
                <a:latin typeface="Arial"/>
                <a:ea typeface="Arial"/>
                <a:cs typeface="Arial"/>
              </a:rPr>
              <a:t>offline workflow + mocked UI/provider tests passed</a:t>
            </a:r>
          </a:p>
        </p:txBody>
      </p:sp>
      <p:sp>
        <p:nvSpPr>
          <p:cNvPr id="11" name="verification-78-detail">
            <a:extLst xmlns:a="http://schemas.openxmlformats.org/drawingml/2006/main">
              <a:ext uri="{FF2B5EF4-FFF2-40B4-BE49-F238E27FC236}">
                <a16:creationId xmlns:a16="http://schemas.microsoft.com/office/drawing/2014/main" id="{58C743D5-7016-457E-97A1-FE6E79A6D4B6}"/>
              </a:ext>
            </a:extLst>
          </p:cNvPr>
          <p:cNvSpPr>
            <a:spLocks xmlns:a="http://schemas.openxmlformats.org/drawingml/2006/main" noGrp="1"/>
          </p:cNvSpPr>
          <p:nvPr/>
        </p:nvSpPr>
        <p:spPr>
          <a:xfrm xmlns:a="http://schemas.openxmlformats.org/drawingml/2006/main">
            <a:off x="723900" y="3743325"/>
            <a:ext cx="4572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Isolated backend workflows and mocked presentation cases · 5.2 minutes</a:t>
            </a:r>
          </a:p>
        </p:txBody>
      </p:sp>
      <p:sp>
        <p:nvSpPr>
          <p:cNvPr id="12" name="verification-divider">
            <a:extLst xmlns:a="http://schemas.openxmlformats.org/drawingml/2006/main">
              <a:ext uri="{FF2B5EF4-FFF2-40B4-BE49-F238E27FC236}">
                <a16:creationId xmlns:a16="http://schemas.microsoft.com/office/drawing/2014/main" id="{ECB3590C-08F3-43CB-81AE-F72999A6D301}"/>
              </a:ext>
            </a:extLst>
          </p:cNvPr>
          <p:cNvSpPr>
            <a:spLocks xmlns:a="http://schemas.openxmlformats.org/drawingml/2006/main" noGrp="1"/>
          </p:cNvSpPr>
          <p:nvPr/>
        </p:nvSpPr>
        <p:spPr>
          <a:xfrm xmlns:a="http://schemas.openxmlformats.org/drawingml/2006/main">
            <a:off x="5905500" y="2000250"/>
            <a:ext cx="9525" cy="32861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13" name="verification-1">
            <a:extLst xmlns:a="http://schemas.openxmlformats.org/drawingml/2006/main">
              <a:ext uri="{FF2B5EF4-FFF2-40B4-BE49-F238E27FC236}">
                <a16:creationId xmlns:a16="http://schemas.microsoft.com/office/drawing/2014/main" id="{BFFBD1D4-FD92-477B-AC56-349B3FD79F03}"/>
              </a:ext>
            </a:extLst>
          </p:cNvPr>
          <p:cNvSpPr>
            <a:spLocks xmlns:a="http://schemas.openxmlformats.org/drawingml/2006/main" noGrp="1"/>
          </p:cNvSpPr>
          <p:nvPr/>
        </p:nvSpPr>
        <p:spPr>
          <a:xfrm xmlns:a="http://schemas.openxmlformats.org/drawingml/2006/main">
            <a:off x="6477000" y="2133600"/>
            <a:ext cx="1428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6150" b="1">
                <a:solidFill>
                  <a:srgbClr val="7968F1"/>
                </a:solidFill>
                <a:latin typeface="Arial"/>
                <a:ea typeface="Arial"/>
                <a:cs typeface="Arial"/>
              </a:defRPr>
            </a:defPPr>
            <a:lvl1pPr algn="l">
              <a:defRPr sz="6150" b="1">
                <a:solidFill>
                  <a:srgbClr val="7968F1"/>
                </a:solidFill>
                <a:latin typeface="Arial"/>
                <a:ea typeface="Arial"/>
                <a:cs typeface="Arial"/>
              </a:defRPr>
            </a:lvl1pPr>
            <a:lvl2pPr algn="l">
              <a:defRPr sz="6150" b="1">
                <a:solidFill>
                  <a:srgbClr val="7968F1"/>
                </a:solidFill>
                <a:latin typeface="Arial"/>
                <a:ea typeface="Arial"/>
                <a:cs typeface="Arial"/>
              </a:defRPr>
            </a:lvl2pPr>
            <a:lvl3pPr algn="l">
              <a:defRPr sz="6150" b="1">
                <a:solidFill>
                  <a:srgbClr val="7968F1"/>
                </a:solidFill>
                <a:latin typeface="Arial"/>
                <a:ea typeface="Arial"/>
                <a:cs typeface="Arial"/>
              </a:defRPr>
            </a:lvl3pPr>
            <a:lvl4pPr algn="l">
              <a:defRPr sz="6150" b="1">
                <a:solidFill>
                  <a:srgbClr val="7968F1"/>
                </a:solidFill>
                <a:latin typeface="Arial"/>
                <a:ea typeface="Arial"/>
                <a:cs typeface="Arial"/>
              </a:defRPr>
            </a:lvl4pPr>
            <a:lvl5pPr algn="l">
              <a:defRPr sz="6150" b="1">
                <a:solidFill>
                  <a:srgbClr val="7968F1"/>
                </a:solidFill>
                <a:latin typeface="Arial"/>
                <a:ea typeface="Arial"/>
                <a:cs typeface="Arial"/>
              </a:defRPr>
            </a:lvl5pPr>
            <a:lvl6pPr algn="l">
              <a:defRPr sz="6150" b="1">
                <a:solidFill>
                  <a:srgbClr val="7968F1"/>
                </a:solidFill>
                <a:latin typeface="Arial"/>
                <a:ea typeface="Arial"/>
                <a:cs typeface="Arial"/>
              </a:defRPr>
            </a:lvl6pPr>
            <a:lvl7pPr algn="l">
              <a:defRPr sz="6150" b="1">
                <a:solidFill>
                  <a:srgbClr val="7968F1"/>
                </a:solidFill>
                <a:latin typeface="Arial"/>
                <a:ea typeface="Arial"/>
                <a:cs typeface="Arial"/>
              </a:defRPr>
            </a:lvl7pPr>
            <a:lvl8pPr algn="l">
              <a:defRPr sz="6150" b="1">
                <a:solidFill>
                  <a:srgbClr val="7968F1"/>
                </a:solidFill>
                <a:latin typeface="Arial"/>
                <a:ea typeface="Arial"/>
                <a:cs typeface="Arial"/>
              </a:defRPr>
            </a:lvl8pPr>
            <a:lvl9pPr algn="l">
              <a:defRPr sz="6150" b="1">
                <a:solidFill>
                  <a:srgbClr val="7968F1"/>
                </a:solidFill>
                <a:latin typeface="Arial"/>
                <a:ea typeface="Arial"/>
                <a:cs typeface="Arial"/>
              </a:defRPr>
            </a:lvl9pPr>
          </a:lstStyle>
          <a:p xmlns:a="http://schemas.openxmlformats.org/drawingml/2006/main">
            <a:pPr algn="l">
              <a:lnSpc>
                <a:spcPct val="100000"/>
              </a:lnSpc>
              <a:buNone/>
              <a:defRPr sz="6150" b="1">
                <a:solidFill>
                  <a:srgbClr val="7968F1"/>
                </a:solidFill>
                <a:latin typeface="Arial"/>
                <a:ea typeface="Arial"/>
                <a:cs typeface="Arial"/>
              </a:defRPr>
            </a:pPr>
            <a:r>
              <a:rPr sz="6150" b="1">
                <a:solidFill>
                  <a:srgbClr val="7968F1"/>
                </a:solidFill>
                <a:latin typeface="Arial"/>
                <a:ea typeface="Arial"/>
                <a:cs typeface="Arial"/>
              </a:rPr>
              <a:t>1</a:t>
            </a:r>
          </a:p>
        </p:txBody>
      </p:sp>
      <p:sp>
        <p:nvSpPr>
          <p:cNvPr id="14" name="verification-1-label">
            <a:extLst xmlns:a="http://schemas.openxmlformats.org/drawingml/2006/main">
              <a:ext uri="{FF2B5EF4-FFF2-40B4-BE49-F238E27FC236}">
                <a16:creationId xmlns:a16="http://schemas.microsoft.com/office/drawing/2014/main" id="{9FC1B58E-9943-45A9-98B5-1CED11E886AF}"/>
              </a:ext>
            </a:extLst>
          </p:cNvPr>
          <p:cNvSpPr>
            <a:spLocks xmlns:a="http://schemas.openxmlformats.org/drawingml/2006/main" noGrp="1"/>
          </p:cNvSpPr>
          <p:nvPr/>
        </p:nvSpPr>
        <p:spPr>
          <a:xfrm xmlns:a="http://schemas.openxmlformats.org/drawingml/2006/main">
            <a:off x="6477000" y="3181350"/>
            <a:ext cx="438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82239"/>
                </a:solidFill>
                <a:latin typeface="Arial"/>
                <a:ea typeface="Arial"/>
                <a:cs typeface="Arial"/>
              </a:defRPr>
            </a:defPPr>
            <a:lvl1pPr algn="l">
              <a:defRPr sz="1650" b="1">
                <a:solidFill>
                  <a:srgbClr val="182239"/>
                </a:solidFill>
                <a:latin typeface="Arial"/>
                <a:ea typeface="Arial"/>
                <a:cs typeface="Arial"/>
              </a:defRPr>
            </a:lvl1pPr>
            <a:lvl2pPr algn="l">
              <a:defRPr sz="1650" b="1">
                <a:solidFill>
                  <a:srgbClr val="182239"/>
                </a:solidFill>
                <a:latin typeface="Arial"/>
                <a:ea typeface="Arial"/>
                <a:cs typeface="Arial"/>
              </a:defRPr>
            </a:lvl2pPr>
            <a:lvl3pPr algn="l">
              <a:defRPr sz="1650" b="1">
                <a:solidFill>
                  <a:srgbClr val="182239"/>
                </a:solidFill>
                <a:latin typeface="Arial"/>
                <a:ea typeface="Arial"/>
                <a:cs typeface="Arial"/>
              </a:defRPr>
            </a:lvl3pPr>
            <a:lvl4pPr algn="l">
              <a:defRPr sz="1650" b="1">
                <a:solidFill>
                  <a:srgbClr val="182239"/>
                </a:solidFill>
                <a:latin typeface="Arial"/>
                <a:ea typeface="Arial"/>
                <a:cs typeface="Arial"/>
              </a:defRPr>
            </a:lvl4pPr>
            <a:lvl5pPr algn="l">
              <a:defRPr sz="1650" b="1">
                <a:solidFill>
                  <a:srgbClr val="182239"/>
                </a:solidFill>
                <a:latin typeface="Arial"/>
                <a:ea typeface="Arial"/>
                <a:cs typeface="Arial"/>
              </a:defRPr>
            </a:lvl5pPr>
            <a:lvl6pPr algn="l">
              <a:defRPr sz="1650" b="1">
                <a:solidFill>
                  <a:srgbClr val="182239"/>
                </a:solidFill>
                <a:latin typeface="Arial"/>
                <a:ea typeface="Arial"/>
                <a:cs typeface="Arial"/>
              </a:defRPr>
            </a:lvl6pPr>
            <a:lvl7pPr algn="l">
              <a:defRPr sz="1650" b="1">
                <a:solidFill>
                  <a:srgbClr val="182239"/>
                </a:solidFill>
                <a:latin typeface="Arial"/>
                <a:ea typeface="Arial"/>
                <a:cs typeface="Arial"/>
              </a:defRPr>
            </a:lvl7pPr>
            <a:lvl8pPr algn="l">
              <a:defRPr sz="1650" b="1">
                <a:solidFill>
                  <a:srgbClr val="182239"/>
                </a:solidFill>
                <a:latin typeface="Arial"/>
                <a:ea typeface="Arial"/>
                <a:cs typeface="Arial"/>
              </a:defRPr>
            </a:lvl8pPr>
            <a:lvl9pPr algn="l">
              <a:defRPr sz="1650" b="1">
                <a:solidFill>
                  <a:srgbClr val="182239"/>
                </a:solidFill>
                <a:latin typeface="Arial"/>
                <a:ea typeface="Arial"/>
                <a:cs typeface="Arial"/>
              </a:defRPr>
            </a:lvl9pPr>
          </a:lstStyle>
          <a:p xmlns:a="http://schemas.openxmlformats.org/drawingml/2006/main">
            <a:pPr algn="l">
              <a:lnSpc>
                <a:spcPct val="100000"/>
              </a:lnSpc>
              <a:buNone/>
              <a:defRPr sz="1650" b="1">
                <a:solidFill>
                  <a:srgbClr val="182239"/>
                </a:solidFill>
                <a:latin typeface="Arial"/>
                <a:ea typeface="Arial"/>
                <a:cs typeface="Arial"/>
              </a:defRPr>
            </a:pPr>
            <a:r>
              <a:rPr sz="1650" b="1">
                <a:solidFill>
                  <a:srgbClr val="182239"/>
                </a:solidFill>
                <a:latin typeface="Arial"/>
                <a:ea typeface="Arial"/>
                <a:cs typeface="Arial"/>
              </a:rPr>
              <a:t>real-backend smoke test passed</a:t>
            </a:r>
          </a:p>
        </p:txBody>
      </p:sp>
      <p:sp>
        <p:nvSpPr>
          <p:cNvPr id="15" name="verification-1-detail">
            <a:extLst xmlns:a="http://schemas.openxmlformats.org/drawingml/2006/main">
              <a:ext uri="{FF2B5EF4-FFF2-40B4-BE49-F238E27FC236}">
                <a16:creationId xmlns:a16="http://schemas.microsoft.com/office/drawing/2014/main" id="{5B1B0DEA-5A78-4FCC-8A6C-B69FD730FF04}"/>
              </a:ext>
            </a:extLst>
          </p:cNvPr>
          <p:cNvSpPr>
            <a:spLocks xmlns:a="http://schemas.openxmlformats.org/drawingml/2006/main" noGrp="1"/>
          </p:cNvSpPr>
          <p:nvPr/>
        </p:nvSpPr>
        <p:spPr>
          <a:xfrm xmlns:a="http://schemas.openxmlformats.org/drawingml/2006/main">
            <a:off x="6477000" y="3743325"/>
            <a:ext cx="438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A667D"/>
                </a:solidFill>
                <a:latin typeface="Arial"/>
                <a:ea typeface="Arial"/>
                <a:cs typeface="Arial"/>
              </a:defRPr>
            </a:defPPr>
            <a:lvl1pPr algn="l">
              <a:defRPr sz="1350" b="0">
                <a:solidFill>
                  <a:srgbClr val="5A667D"/>
                </a:solidFill>
                <a:latin typeface="Arial"/>
                <a:ea typeface="Arial"/>
                <a:cs typeface="Arial"/>
              </a:defRPr>
            </a:lvl1pPr>
            <a:lvl2pPr algn="l">
              <a:defRPr sz="1350" b="0">
                <a:solidFill>
                  <a:srgbClr val="5A667D"/>
                </a:solidFill>
                <a:latin typeface="Arial"/>
                <a:ea typeface="Arial"/>
                <a:cs typeface="Arial"/>
              </a:defRPr>
            </a:lvl2pPr>
            <a:lvl3pPr algn="l">
              <a:defRPr sz="1350" b="0">
                <a:solidFill>
                  <a:srgbClr val="5A667D"/>
                </a:solidFill>
                <a:latin typeface="Arial"/>
                <a:ea typeface="Arial"/>
                <a:cs typeface="Arial"/>
              </a:defRPr>
            </a:lvl3pPr>
            <a:lvl4pPr algn="l">
              <a:defRPr sz="1350" b="0">
                <a:solidFill>
                  <a:srgbClr val="5A667D"/>
                </a:solidFill>
                <a:latin typeface="Arial"/>
                <a:ea typeface="Arial"/>
                <a:cs typeface="Arial"/>
              </a:defRPr>
            </a:lvl4pPr>
            <a:lvl5pPr algn="l">
              <a:defRPr sz="1350" b="0">
                <a:solidFill>
                  <a:srgbClr val="5A667D"/>
                </a:solidFill>
                <a:latin typeface="Arial"/>
                <a:ea typeface="Arial"/>
                <a:cs typeface="Arial"/>
              </a:defRPr>
            </a:lvl5pPr>
            <a:lvl6pPr algn="l">
              <a:defRPr sz="1350" b="0">
                <a:solidFill>
                  <a:srgbClr val="5A667D"/>
                </a:solidFill>
                <a:latin typeface="Arial"/>
                <a:ea typeface="Arial"/>
                <a:cs typeface="Arial"/>
              </a:defRPr>
            </a:lvl6pPr>
            <a:lvl7pPr algn="l">
              <a:defRPr sz="1350" b="0">
                <a:solidFill>
                  <a:srgbClr val="5A667D"/>
                </a:solidFill>
                <a:latin typeface="Arial"/>
                <a:ea typeface="Arial"/>
                <a:cs typeface="Arial"/>
              </a:defRPr>
            </a:lvl7pPr>
            <a:lvl8pPr algn="l">
              <a:defRPr sz="1350" b="0">
                <a:solidFill>
                  <a:srgbClr val="5A667D"/>
                </a:solidFill>
                <a:latin typeface="Arial"/>
                <a:ea typeface="Arial"/>
                <a:cs typeface="Arial"/>
              </a:defRPr>
            </a:lvl8pPr>
            <a:lvl9pPr algn="l">
              <a:defRPr sz="1350" b="0">
                <a:solidFill>
                  <a:srgbClr val="5A667D"/>
                </a:solidFill>
                <a:latin typeface="Arial"/>
                <a:ea typeface="Arial"/>
                <a:cs typeface="Arial"/>
              </a:defRPr>
            </a:lvl9pPr>
          </a:lstStyle>
          <a:p xmlns:a="http://schemas.openxmlformats.org/drawingml/2006/main">
            <a:pPr algn="l">
              <a:lnSpc>
                <a:spcPct val="100000"/>
              </a:lnSpc>
              <a:buNone/>
              <a:defRPr sz="1350" b="0">
                <a:solidFill>
                  <a:srgbClr val="5A667D"/>
                </a:solidFill>
                <a:latin typeface="Arial"/>
                <a:ea typeface="Arial"/>
                <a:cs typeface="Arial"/>
              </a:defRPr>
            </a:pPr>
            <a:r>
              <a:rPr sz="1350" b="0">
                <a:solidFill>
                  <a:srgbClr val="5A667D"/>
                </a:solidFill>
                <a:latin typeface="Arial"/>
                <a:ea typeface="Arial"/>
                <a:cs typeface="Arial"/>
              </a:rPr>
              <a:t>Isolated local login and dashboard · 7.6 seconds</a:t>
            </a:r>
          </a:p>
        </p:txBody>
      </p:sp>
      <p:sp>
        <p:nvSpPr>
          <p:cNvPr id="16" name="verification-build">
            <a:extLst xmlns:a="http://schemas.openxmlformats.org/drawingml/2006/main">
              <a:ext uri="{FF2B5EF4-FFF2-40B4-BE49-F238E27FC236}">
                <a16:creationId xmlns:a16="http://schemas.microsoft.com/office/drawing/2014/main" id="{5A3424F4-C21D-4101-B7DC-0AF20E428FD8}"/>
              </a:ext>
            </a:extLst>
          </p:cNvPr>
          <p:cNvSpPr>
            <a:spLocks xmlns:a="http://schemas.openxmlformats.org/drawingml/2006/main" noGrp="1"/>
          </p:cNvSpPr>
          <p:nvPr/>
        </p:nvSpPr>
        <p:spPr>
          <a:xfrm xmlns:a="http://schemas.openxmlformats.org/drawingml/2006/main">
            <a:off x="6477000" y="44005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182239"/>
                </a:solidFill>
                <a:latin typeface="Arial"/>
                <a:ea typeface="Arial"/>
                <a:cs typeface="Arial"/>
              </a:defRPr>
            </a:defPPr>
            <a:lvl1pPr algn="l">
              <a:defRPr sz="1425" b="0">
                <a:solidFill>
                  <a:srgbClr val="182239"/>
                </a:solidFill>
                <a:latin typeface="Arial"/>
                <a:ea typeface="Arial"/>
                <a:cs typeface="Arial"/>
              </a:defRPr>
            </a:lvl1pPr>
            <a:lvl2pPr algn="l">
              <a:defRPr sz="1425" b="0">
                <a:solidFill>
                  <a:srgbClr val="182239"/>
                </a:solidFill>
                <a:latin typeface="Arial"/>
                <a:ea typeface="Arial"/>
                <a:cs typeface="Arial"/>
              </a:defRPr>
            </a:lvl2pPr>
            <a:lvl3pPr algn="l">
              <a:defRPr sz="1425" b="0">
                <a:solidFill>
                  <a:srgbClr val="182239"/>
                </a:solidFill>
                <a:latin typeface="Arial"/>
                <a:ea typeface="Arial"/>
                <a:cs typeface="Arial"/>
              </a:defRPr>
            </a:lvl3pPr>
            <a:lvl4pPr algn="l">
              <a:defRPr sz="1425" b="0">
                <a:solidFill>
                  <a:srgbClr val="182239"/>
                </a:solidFill>
                <a:latin typeface="Arial"/>
                <a:ea typeface="Arial"/>
                <a:cs typeface="Arial"/>
              </a:defRPr>
            </a:lvl4pPr>
            <a:lvl5pPr algn="l">
              <a:defRPr sz="1425" b="0">
                <a:solidFill>
                  <a:srgbClr val="182239"/>
                </a:solidFill>
                <a:latin typeface="Arial"/>
                <a:ea typeface="Arial"/>
                <a:cs typeface="Arial"/>
              </a:defRPr>
            </a:lvl5pPr>
            <a:lvl6pPr algn="l">
              <a:defRPr sz="1425" b="0">
                <a:solidFill>
                  <a:srgbClr val="182239"/>
                </a:solidFill>
                <a:latin typeface="Arial"/>
                <a:ea typeface="Arial"/>
                <a:cs typeface="Arial"/>
              </a:defRPr>
            </a:lvl6pPr>
            <a:lvl7pPr algn="l">
              <a:defRPr sz="1425" b="0">
                <a:solidFill>
                  <a:srgbClr val="182239"/>
                </a:solidFill>
                <a:latin typeface="Arial"/>
                <a:ea typeface="Arial"/>
                <a:cs typeface="Arial"/>
              </a:defRPr>
            </a:lvl7pPr>
            <a:lvl8pPr algn="l">
              <a:defRPr sz="1425" b="0">
                <a:solidFill>
                  <a:srgbClr val="182239"/>
                </a:solidFill>
                <a:latin typeface="Arial"/>
                <a:ea typeface="Arial"/>
                <a:cs typeface="Arial"/>
              </a:defRPr>
            </a:lvl8pPr>
            <a:lvl9pPr algn="l">
              <a:defRPr sz="1425" b="0">
                <a:solidFill>
                  <a:srgbClr val="182239"/>
                </a:solidFill>
                <a:latin typeface="Arial"/>
                <a:ea typeface="Arial"/>
                <a:cs typeface="Arial"/>
              </a:defRPr>
            </a:lvl9pPr>
          </a:lstStyle>
          <a:p xmlns:a="http://schemas.openxmlformats.org/drawingml/2006/main">
            <a:pPr algn="l">
              <a:lnSpc>
                <a:spcPct val="100000"/>
              </a:lnSpc>
              <a:buNone/>
              <a:defRPr sz="1425" b="0">
                <a:solidFill>
                  <a:srgbClr val="182239"/>
                </a:solidFill>
                <a:latin typeface="Arial"/>
                <a:ea typeface="Arial"/>
                <a:cs typeface="Arial"/>
              </a:defRPr>
            </a:pPr>
            <a:r>
              <a:rPr sz="1425" b="0">
                <a:solidFill>
                  <a:srgbClr val="182239"/>
                </a:solidFill>
                <a:latin typeface="Arial"/>
                <a:ea typeface="Arial"/>
                <a:cs typeface="Arial"/>
              </a:rPr>
              <a:t>Frontend TypeScript checks and production build passed.</a:t>
            </a:r>
          </a:p>
        </p:txBody>
      </p:sp>
      <p:sp>
        <p:nvSpPr>
          <p:cNvPr id="17" name="verification-limit-bg">
            <a:extLst xmlns:a="http://schemas.openxmlformats.org/drawingml/2006/main">
              <a:ext uri="{FF2B5EF4-FFF2-40B4-BE49-F238E27FC236}">
                <a16:creationId xmlns:a16="http://schemas.microsoft.com/office/drawing/2014/main" id="{7298D54A-E37F-4CA4-A21C-AC8E6CB70525}"/>
              </a:ext>
            </a:extLst>
          </p:cNvPr>
          <p:cNvSpPr>
            <a:spLocks xmlns:a="http://schemas.openxmlformats.org/drawingml/2006/main" noGrp="1"/>
          </p:cNvSpPr>
          <p:nvPr/>
        </p:nvSpPr>
        <p:spPr>
          <a:xfrm xmlns:a="http://schemas.openxmlformats.org/drawingml/2006/main">
            <a:off x="723900" y="5257800"/>
            <a:ext cx="10744200" cy="628650"/>
          </a:xfrm>
          <a:prstGeom xmlns:a="http://schemas.openxmlformats.org/drawingml/2006/main" prst="roundRect">
            <a:avLst>
              <a:gd name="adj" fmla="val 15152"/>
            </a:avLst>
          </a:prstGeom>
          <a:solidFill xmlns:a="http://schemas.openxmlformats.org/drawingml/2006/main">
            <a:srgbClr val="F0EEFF"/>
          </a:solidFill>
          <a:ln xmlns:a="http://schemas.openxmlformats.org/drawingml/2006/main" w="0">
            <a:noFill/>
            <a:prstDash val="solid"/>
          </a:ln>
        </p:spPr>
      </p:sp>
      <p:sp>
        <p:nvSpPr>
          <p:cNvPr id="18" name="verification-limit">
            <a:extLst xmlns:a="http://schemas.openxmlformats.org/drawingml/2006/main">
              <a:ext uri="{FF2B5EF4-FFF2-40B4-BE49-F238E27FC236}">
                <a16:creationId xmlns:a16="http://schemas.microsoft.com/office/drawing/2014/main" id="{1BAC7340-4462-4899-8997-D56FE98CEA06}"/>
              </a:ext>
            </a:extLst>
          </p:cNvPr>
          <p:cNvSpPr>
            <a:spLocks xmlns:a="http://schemas.openxmlformats.org/drawingml/2006/main" noGrp="1"/>
          </p:cNvSpPr>
          <p:nvPr/>
        </p:nvSpPr>
        <p:spPr>
          <a:xfrm xmlns:a="http://schemas.openxmlformats.org/drawingml/2006/main">
            <a:off x="914400" y="5353050"/>
            <a:ext cx="1036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192541"/>
                </a:solidFill>
                <a:latin typeface="Arial"/>
                <a:ea typeface="Arial"/>
                <a:cs typeface="Arial"/>
              </a:defRPr>
            </a:defPPr>
            <a:lvl1pPr algn="ctr">
              <a:defRPr sz="1350" b="1">
                <a:solidFill>
                  <a:srgbClr val="192541"/>
                </a:solidFill>
                <a:latin typeface="Arial"/>
                <a:ea typeface="Arial"/>
                <a:cs typeface="Arial"/>
              </a:defRPr>
            </a:lvl1pPr>
            <a:lvl2pPr algn="ctr">
              <a:defRPr sz="1350" b="1">
                <a:solidFill>
                  <a:srgbClr val="192541"/>
                </a:solidFill>
                <a:latin typeface="Arial"/>
                <a:ea typeface="Arial"/>
                <a:cs typeface="Arial"/>
              </a:defRPr>
            </a:lvl2pPr>
            <a:lvl3pPr algn="ctr">
              <a:defRPr sz="1350" b="1">
                <a:solidFill>
                  <a:srgbClr val="192541"/>
                </a:solidFill>
                <a:latin typeface="Arial"/>
                <a:ea typeface="Arial"/>
                <a:cs typeface="Arial"/>
              </a:defRPr>
            </a:lvl3pPr>
            <a:lvl4pPr algn="ctr">
              <a:defRPr sz="1350" b="1">
                <a:solidFill>
                  <a:srgbClr val="192541"/>
                </a:solidFill>
                <a:latin typeface="Arial"/>
                <a:ea typeface="Arial"/>
                <a:cs typeface="Arial"/>
              </a:defRPr>
            </a:lvl4pPr>
            <a:lvl5pPr algn="ctr">
              <a:defRPr sz="1350" b="1">
                <a:solidFill>
                  <a:srgbClr val="192541"/>
                </a:solidFill>
                <a:latin typeface="Arial"/>
                <a:ea typeface="Arial"/>
                <a:cs typeface="Arial"/>
              </a:defRPr>
            </a:lvl5pPr>
            <a:lvl6pPr algn="ctr">
              <a:defRPr sz="1350" b="1">
                <a:solidFill>
                  <a:srgbClr val="192541"/>
                </a:solidFill>
                <a:latin typeface="Arial"/>
                <a:ea typeface="Arial"/>
                <a:cs typeface="Arial"/>
              </a:defRPr>
            </a:lvl6pPr>
            <a:lvl7pPr algn="ctr">
              <a:defRPr sz="1350" b="1">
                <a:solidFill>
                  <a:srgbClr val="192541"/>
                </a:solidFill>
                <a:latin typeface="Arial"/>
                <a:ea typeface="Arial"/>
                <a:cs typeface="Arial"/>
              </a:defRPr>
            </a:lvl7pPr>
            <a:lvl8pPr algn="ctr">
              <a:defRPr sz="1350" b="1">
                <a:solidFill>
                  <a:srgbClr val="192541"/>
                </a:solidFill>
                <a:latin typeface="Arial"/>
                <a:ea typeface="Arial"/>
                <a:cs typeface="Arial"/>
              </a:defRPr>
            </a:lvl8pPr>
            <a:lvl9pPr algn="ctr">
              <a:defRPr sz="1350" b="1">
                <a:solidFill>
                  <a:srgbClr val="192541"/>
                </a:solidFill>
                <a:latin typeface="Arial"/>
                <a:ea typeface="Arial"/>
                <a:cs typeface="Arial"/>
              </a:defRPr>
            </a:lvl9pPr>
          </a:lstStyle>
          <a:p xmlns:a="http://schemas.openxmlformats.org/drawingml/2006/main">
            <a:pPr algn="ctr">
              <a:lnSpc>
                <a:spcPct val="100000"/>
              </a:lnSpc>
              <a:buNone/>
              <a:defRPr sz="1350" b="1">
                <a:solidFill>
                  <a:srgbClr val="192541"/>
                </a:solidFill>
                <a:latin typeface="Arial"/>
                <a:ea typeface="Arial"/>
                <a:cs typeface="Arial"/>
              </a:defRPr>
            </a:pPr>
            <a:r>
              <a:rPr sz="1350" b="1">
                <a:solidFill>
                  <a:srgbClr val="192541"/>
                </a:solidFill>
                <a:latin typeface="Arial"/>
                <a:ea typeface="Arial"/>
                <a:cs typeface="Arial"/>
              </a:rPr>
              <a:t>No live-provider test was run. The risk score is not calibrated; deployment is local and single-workspace.</a:t>
            </a:r>
          </a:p>
        </p:txBody>
      </p:sp>
    </p:spTree>
    <p:extLst>
      <p:ext uri="{BB962C8B-B14F-4D97-AF65-F5344CB8AC3E}">
        <p14:creationId xmlns:p14="http://schemas.microsoft.com/office/powerpoint/2010/main" val="285161020"/>
      </p:ext>
    </p:extLst>
  </p:cSld>
</p:sld>
</file>

<file path=ppt/slides/slide11.xml><?xml version="1.0" encoding="utf-8"?>
<p:sld xmlns:p="http://schemas.openxmlformats.org/presentationml/2006/main">
  <p:cSld>
    <p:bg>
      <p:bgPr>
        <a:solidFill xmlns:a="http://schemas.openxmlformats.org/drawingml/2006/main">
          <a:srgbClr val="F6F8FC"/>
        </a:solidFill>
      </p:bgPr>
    </p:bg>
    <p:spTree>
      <p:nvGrpSpPr>
        <p:cNvPr id="1" name=""/>
        <p:cNvGrpSpPr/>
        <p:nvPr/>
      </p:nvGrpSpPr>
      <p:grpSpPr>
        <a:xfrm xmlns:a="http://schemas.openxmlformats.org/drawingml/2006/main"/>
      </p:grpSpPr>
      <p:sp>
        <p:nvSpPr>
          <p:cNvPr id="23" name="slide-11-title">
            <a:extLst xmlns:a="http://schemas.openxmlformats.org/drawingml/2006/main">
              <a:ext uri="{FF2B5EF4-FFF2-40B4-BE49-F238E27FC236}">
                <a16:creationId xmlns:a16="http://schemas.microsoft.com/office/drawing/2014/main" id="{BA24C7FA-C33C-4DBA-8387-3420D5E0CF64}"/>
              </a:ext>
            </a:extLst>
          </p:cNvPr>
          <p:cNvSpPr>
            <a:spLocks xmlns:a="http://schemas.openxmlformats.org/drawingml/2006/main" noGrp="1"/>
          </p:cNvSpPr>
          <p:nvPr/>
        </p:nvSpPr>
        <p:spPr>
          <a:xfrm xmlns:a="http://schemas.openxmlformats.org/drawingml/2006/main">
            <a:off x="647700" y="400050"/>
            <a:ext cx="1076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000" b="1">
                <a:solidFill>
                  <a:srgbClr val="182239"/>
                </a:solidFill>
                <a:latin typeface="Arial"/>
                <a:ea typeface="Arial"/>
                <a:cs typeface="Arial"/>
              </a:defRPr>
            </a:defPPr>
            <a:lvl1pPr algn="l">
              <a:defRPr sz="3000" b="1">
                <a:solidFill>
                  <a:srgbClr val="182239"/>
                </a:solidFill>
                <a:latin typeface="Arial"/>
                <a:ea typeface="Arial"/>
                <a:cs typeface="Arial"/>
              </a:defRPr>
            </a:lvl1pPr>
            <a:lvl2pPr algn="l">
              <a:defRPr sz="3000" b="1">
                <a:solidFill>
                  <a:srgbClr val="182239"/>
                </a:solidFill>
                <a:latin typeface="Arial"/>
                <a:ea typeface="Arial"/>
                <a:cs typeface="Arial"/>
              </a:defRPr>
            </a:lvl2pPr>
            <a:lvl3pPr algn="l">
              <a:defRPr sz="3000" b="1">
                <a:solidFill>
                  <a:srgbClr val="182239"/>
                </a:solidFill>
                <a:latin typeface="Arial"/>
                <a:ea typeface="Arial"/>
                <a:cs typeface="Arial"/>
              </a:defRPr>
            </a:lvl3pPr>
            <a:lvl4pPr algn="l">
              <a:defRPr sz="3000" b="1">
                <a:solidFill>
                  <a:srgbClr val="182239"/>
                </a:solidFill>
                <a:latin typeface="Arial"/>
                <a:ea typeface="Arial"/>
                <a:cs typeface="Arial"/>
              </a:defRPr>
            </a:lvl4pPr>
            <a:lvl5pPr algn="l">
              <a:defRPr sz="3000" b="1">
                <a:solidFill>
                  <a:srgbClr val="182239"/>
                </a:solidFill>
                <a:latin typeface="Arial"/>
                <a:ea typeface="Arial"/>
                <a:cs typeface="Arial"/>
              </a:defRPr>
            </a:lvl5pPr>
            <a:lvl6pPr algn="l">
              <a:defRPr sz="3000" b="1">
                <a:solidFill>
                  <a:srgbClr val="182239"/>
                </a:solidFill>
                <a:latin typeface="Arial"/>
                <a:ea typeface="Arial"/>
                <a:cs typeface="Arial"/>
              </a:defRPr>
            </a:lvl6pPr>
            <a:lvl7pPr algn="l">
              <a:defRPr sz="3000" b="1">
                <a:solidFill>
                  <a:srgbClr val="182239"/>
                </a:solidFill>
                <a:latin typeface="Arial"/>
                <a:ea typeface="Arial"/>
                <a:cs typeface="Arial"/>
              </a:defRPr>
            </a:lvl7pPr>
            <a:lvl8pPr algn="l">
              <a:defRPr sz="3000" b="1">
                <a:solidFill>
                  <a:srgbClr val="182239"/>
                </a:solidFill>
                <a:latin typeface="Arial"/>
                <a:ea typeface="Arial"/>
                <a:cs typeface="Arial"/>
              </a:defRPr>
            </a:lvl8pPr>
            <a:lvl9pPr algn="l">
              <a:defRPr sz="3000" b="1">
                <a:solidFill>
                  <a:srgbClr val="182239"/>
                </a:solidFill>
                <a:latin typeface="Arial"/>
                <a:ea typeface="Arial"/>
                <a:cs typeface="Arial"/>
              </a:defRPr>
            </a:lvl9pPr>
          </a:lstStyle>
          <a:p xmlns:a="http://schemas.openxmlformats.org/drawingml/2006/main">
            <a:pPr algn="l">
              <a:lnSpc>
                <a:spcPct val="100000"/>
              </a:lnSpc>
              <a:buNone/>
              <a:defRPr sz="3000" b="1">
                <a:solidFill>
                  <a:srgbClr val="182239"/>
                </a:solidFill>
                <a:latin typeface="Arial"/>
                <a:ea typeface="Arial"/>
                <a:cs typeface="Arial"/>
              </a:defRPr>
            </a:pPr>
            <a:r>
              <a:rPr sz="3000" b="1">
                <a:solidFill>
                  <a:srgbClr val="182239"/>
                </a:solidFill>
                <a:latin typeface="Arial"/>
                <a:ea typeface="Arial"/>
                <a:cs typeface="Arial"/>
              </a:rPr>
              <a:t>Next steps</a:t>
            </a:r>
          </a:p>
        </p:txBody>
      </p:sp>
      <p:sp>
        <p:nvSpPr>
          <p:cNvPr id="2" name="slide-11-accent-blue">
            <a:extLst xmlns:a="http://schemas.openxmlformats.org/drawingml/2006/main">
              <a:ext uri="{FF2B5EF4-FFF2-40B4-BE49-F238E27FC236}">
                <a16:creationId xmlns:a16="http://schemas.microsoft.com/office/drawing/2014/main" id="{CAC40BC0-EACA-4C7E-917E-7A517F8E6660}"/>
              </a:ext>
            </a:extLst>
          </p:cNvPr>
          <p:cNvSpPr>
            <a:spLocks xmlns:a="http://schemas.openxmlformats.org/drawingml/2006/main" noGrp="1"/>
          </p:cNvSpPr>
          <p:nvPr/>
        </p:nvSpPr>
        <p:spPr>
          <a:xfrm xmlns:a="http://schemas.openxmlformats.org/drawingml/2006/main">
            <a:off x="647700" y="1123950"/>
            <a:ext cx="533400" cy="3810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3" name="slide-11-accent-iris">
            <a:extLst xmlns:a="http://schemas.openxmlformats.org/drawingml/2006/main">
              <a:ext uri="{FF2B5EF4-FFF2-40B4-BE49-F238E27FC236}">
                <a16:creationId xmlns:a16="http://schemas.microsoft.com/office/drawing/2014/main" id="{C5A0DC3A-D3E5-4C5E-968F-F819262FA6F6}"/>
              </a:ext>
            </a:extLst>
          </p:cNvPr>
          <p:cNvSpPr>
            <a:spLocks xmlns:a="http://schemas.openxmlformats.org/drawingml/2006/main" noGrp="1"/>
          </p:cNvSpPr>
          <p:nvPr/>
        </p:nvSpPr>
        <p:spPr>
          <a:xfrm xmlns:a="http://schemas.openxmlformats.org/drawingml/2006/main">
            <a:off x="1181100" y="1123950"/>
            <a:ext cx="209550" cy="3810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4" name="slide-11-subtitle">
            <a:extLst xmlns:a="http://schemas.openxmlformats.org/drawingml/2006/main">
              <a:ext uri="{FF2B5EF4-FFF2-40B4-BE49-F238E27FC236}">
                <a16:creationId xmlns:a16="http://schemas.microsoft.com/office/drawing/2014/main" id="{5971A6B7-3020-4214-B68D-B20A8AE6AFF6}"/>
              </a:ext>
            </a:extLst>
          </p:cNvPr>
          <p:cNvSpPr>
            <a:spLocks xmlns:a="http://schemas.openxmlformats.org/drawingml/2006/main" noGrp="1"/>
          </p:cNvSpPr>
          <p:nvPr/>
        </p:nvSpPr>
        <p:spPr>
          <a:xfrm xmlns:a="http://schemas.openxmlformats.org/drawingml/2006/main">
            <a:off x="647700" y="12573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A667D"/>
                </a:solidFill>
                <a:latin typeface="Arial"/>
                <a:ea typeface="Arial"/>
                <a:cs typeface="Arial"/>
              </a:defRPr>
            </a:defPPr>
            <a:lvl1pPr algn="l">
              <a:defRPr sz="1575" b="0">
                <a:solidFill>
                  <a:srgbClr val="5A667D"/>
                </a:solidFill>
                <a:latin typeface="Arial"/>
                <a:ea typeface="Arial"/>
                <a:cs typeface="Arial"/>
              </a:defRPr>
            </a:lvl1pPr>
            <a:lvl2pPr algn="l">
              <a:defRPr sz="1575" b="0">
                <a:solidFill>
                  <a:srgbClr val="5A667D"/>
                </a:solidFill>
                <a:latin typeface="Arial"/>
                <a:ea typeface="Arial"/>
                <a:cs typeface="Arial"/>
              </a:defRPr>
            </a:lvl2pPr>
            <a:lvl3pPr algn="l">
              <a:defRPr sz="1575" b="0">
                <a:solidFill>
                  <a:srgbClr val="5A667D"/>
                </a:solidFill>
                <a:latin typeface="Arial"/>
                <a:ea typeface="Arial"/>
                <a:cs typeface="Arial"/>
              </a:defRPr>
            </a:lvl3pPr>
            <a:lvl4pPr algn="l">
              <a:defRPr sz="1575" b="0">
                <a:solidFill>
                  <a:srgbClr val="5A667D"/>
                </a:solidFill>
                <a:latin typeface="Arial"/>
                <a:ea typeface="Arial"/>
                <a:cs typeface="Arial"/>
              </a:defRPr>
            </a:lvl4pPr>
            <a:lvl5pPr algn="l">
              <a:defRPr sz="1575" b="0">
                <a:solidFill>
                  <a:srgbClr val="5A667D"/>
                </a:solidFill>
                <a:latin typeface="Arial"/>
                <a:ea typeface="Arial"/>
                <a:cs typeface="Arial"/>
              </a:defRPr>
            </a:lvl5pPr>
            <a:lvl6pPr algn="l">
              <a:defRPr sz="1575" b="0">
                <a:solidFill>
                  <a:srgbClr val="5A667D"/>
                </a:solidFill>
                <a:latin typeface="Arial"/>
                <a:ea typeface="Arial"/>
                <a:cs typeface="Arial"/>
              </a:defRPr>
            </a:lvl6pPr>
            <a:lvl7pPr algn="l">
              <a:defRPr sz="1575" b="0">
                <a:solidFill>
                  <a:srgbClr val="5A667D"/>
                </a:solidFill>
                <a:latin typeface="Arial"/>
                <a:ea typeface="Arial"/>
                <a:cs typeface="Arial"/>
              </a:defRPr>
            </a:lvl7pPr>
            <a:lvl8pPr algn="l">
              <a:defRPr sz="1575" b="0">
                <a:solidFill>
                  <a:srgbClr val="5A667D"/>
                </a:solidFill>
                <a:latin typeface="Arial"/>
                <a:ea typeface="Arial"/>
                <a:cs typeface="Arial"/>
              </a:defRPr>
            </a:lvl8pPr>
            <a:lvl9pPr algn="l">
              <a:defRPr sz="1575" b="0">
                <a:solidFill>
                  <a:srgbClr val="5A667D"/>
                </a:solidFill>
                <a:latin typeface="Arial"/>
                <a:ea typeface="Arial"/>
                <a:cs typeface="Arial"/>
              </a:defRPr>
            </a:lvl9pPr>
          </a:lstStyle>
          <a:p xmlns:a="http://schemas.openxmlformats.org/drawingml/2006/main">
            <a:pPr algn="l">
              <a:lnSpc>
                <a:spcPct val="100000"/>
              </a:lnSpc>
              <a:buNone/>
              <a:defRPr sz="1575" b="0">
                <a:solidFill>
                  <a:srgbClr val="5A667D"/>
                </a:solidFill>
                <a:latin typeface="Arial"/>
                <a:ea typeface="Arial"/>
                <a:cs typeface="Arial"/>
              </a:defRPr>
            </a:pPr>
            <a:r>
              <a:rPr sz="1575" b="0">
                <a:solidFill>
                  <a:srgbClr val="5A667D"/>
                </a:solidFill>
                <a:latin typeface="Arial"/>
                <a:ea typeface="Arial"/>
                <a:cs typeface="Arial"/>
              </a:rPr>
              <a:t>A clear base for further evaluation and controlled expansion.</a:t>
            </a:r>
          </a:p>
        </p:txBody>
      </p:sp>
      <p:sp>
        <p:nvSpPr>
          <p:cNvPr id="5" name="slide-11-footer-rule">
            <a:extLst xmlns:a="http://schemas.openxmlformats.org/drawingml/2006/main">
              <a:ext uri="{FF2B5EF4-FFF2-40B4-BE49-F238E27FC236}">
                <a16:creationId xmlns:a16="http://schemas.microsoft.com/office/drawing/2014/main" id="{5AA88A35-383E-446A-B28C-BA3529FCE0F0}"/>
              </a:ext>
            </a:extLst>
          </p:cNvPr>
          <p:cNvSpPr>
            <a:spLocks xmlns:a="http://schemas.openxmlformats.org/drawingml/2006/main" noGrp="1"/>
          </p:cNvSpPr>
          <p:nvPr/>
        </p:nvSpPr>
        <p:spPr>
          <a:xfrm xmlns:a="http://schemas.openxmlformats.org/drawingml/2006/main">
            <a:off x="647700" y="6315075"/>
            <a:ext cx="10896600" cy="9525"/>
          </a:xfrm>
          <a:prstGeom xmlns:a="http://schemas.openxmlformats.org/drawingml/2006/main" prst="rect">
            <a:avLst/>
          </a:prstGeom>
          <a:solidFill xmlns:a="http://schemas.openxmlformats.org/drawingml/2006/main">
            <a:srgbClr val="D7DFEC"/>
          </a:solidFill>
          <a:ln xmlns:a="http://schemas.openxmlformats.org/drawingml/2006/main" w="0">
            <a:noFill/>
            <a:prstDash val="solid"/>
          </a:ln>
        </p:spPr>
      </p:sp>
      <p:sp>
        <p:nvSpPr>
          <p:cNvPr id="6" name="slide-11-footer">
            <a:extLst xmlns:a="http://schemas.openxmlformats.org/drawingml/2006/main">
              <a:ext uri="{FF2B5EF4-FFF2-40B4-BE49-F238E27FC236}">
                <a16:creationId xmlns:a16="http://schemas.microsoft.com/office/drawing/2014/main" id="{6968F134-D55B-4A33-95A3-A72CE3A5E1EE}"/>
              </a:ext>
            </a:extLst>
          </p:cNvPr>
          <p:cNvSpPr>
            <a:spLocks xmlns:a="http://schemas.openxmlformats.org/drawingml/2006/main" noGrp="1"/>
          </p:cNvSpPr>
          <p:nvPr/>
        </p:nvSpPr>
        <p:spPr>
          <a:xfrm xmlns:a="http://schemas.openxmlformats.org/drawingml/2006/main">
            <a:off x="647700" y="63817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5A667D"/>
                </a:solidFill>
                <a:latin typeface="Arial"/>
                <a:ea typeface="Arial"/>
                <a:cs typeface="Arial"/>
              </a:defRPr>
            </a:defPPr>
            <a:lvl1pPr algn="l">
              <a:defRPr sz="975" b="0">
                <a:solidFill>
                  <a:srgbClr val="5A667D"/>
                </a:solidFill>
                <a:latin typeface="Arial"/>
                <a:ea typeface="Arial"/>
                <a:cs typeface="Arial"/>
              </a:defRPr>
            </a:lvl1pPr>
            <a:lvl2pPr algn="l">
              <a:defRPr sz="975" b="0">
                <a:solidFill>
                  <a:srgbClr val="5A667D"/>
                </a:solidFill>
                <a:latin typeface="Arial"/>
                <a:ea typeface="Arial"/>
                <a:cs typeface="Arial"/>
              </a:defRPr>
            </a:lvl2pPr>
            <a:lvl3pPr algn="l">
              <a:defRPr sz="975" b="0">
                <a:solidFill>
                  <a:srgbClr val="5A667D"/>
                </a:solidFill>
                <a:latin typeface="Arial"/>
                <a:ea typeface="Arial"/>
                <a:cs typeface="Arial"/>
              </a:defRPr>
            </a:lvl3pPr>
            <a:lvl4pPr algn="l">
              <a:defRPr sz="975" b="0">
                <a:solidFill>
                  <a:srgbClr val="5A667D"/>
                </a:solidFill>
                <a:latin typeface="Arial"/>
                <a:ea typeface="Arial"/>
                <a:cs typeface="Arial"/>
              </a:defRPr>
            </a:lvl4pPr>
            <a:lvl5pPr algn="l">
              <a:defRPr sz="975" b="0">
                <a:solidFill>
                  <a:srgbClr val="5A667D"/>
                </a:solidFill>
                <a:latin typeface="Arial"/>
                <a:ea typeface="Arial"/>
                <a:cs typeface="Arial"/>
              </a:defRPr>
            </a:lvl5pPr>
            <a:lvl6pPr algn="l">
              <a:defRPr sz="975" b="0">
                <a:solidFill>
                  <a:srgbClr val="5A667D"/>
                </a:solidFill>
                <a:latin typeface="Arial"/>
                <a:ea typeface="Arial"/>
                <a:cs typeface="Arial"/>
              </a:defRPr>
            </a:lvl6pPr>
            <a:lvl7pPr algn="l">
              <a:defRPr sz="975" b="0">
                <a:solidFill>
                  <a:srgbClr val="5A667D"/>
                </a:solidFill>
                <a:latin typeface="Arial"/>
                <a:ea typeface="Arial"/>
                <a:cs typeface="Arial"/>
              </a:defRPr>
            </a:lvl7pPr>
            <a:lvl8pPr algn="l">
              <a:defRPr sz="975" b="0">
                <a:solidFill>
                  <a:srgbClr val="5A667D"/>
                </a:solidFill>
                <a:latin typeface="Arial"/>
                <a:ea typeface="Arial"/>
                <a:cs typeface="Arial"/>
              </a:defRPr>
            </a:lvl8pPr>
            <a:lvl9pPr algn="l">
              <a:defRPr sz="975" b="0">
                <a:solidFill>
                  <a:srgbClr val="5A667D"/>
                </a:solidFill>
                <a:latin typeface="Arial"/>
                <a:ea typeface="Arial"/>
                <a:cs typeface="Arial"/>
              </a:defRPr>
            </a:lvl9pPr>
          </a:lstStyle>
          <a:p xmlns:a="http://schemas.openxmlformats.org/drawingml/2006/main">
            <a:pPr algn="l">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CYBERLENS  /  PROJECT SHOWCASE</a:t>
            </a:r>
          </a:p>
        </p:txBody>
      </p:sp>
      <p:sp>
        <p:nvSpPr>
          <p:cNvPr id="7" name="slide-11-page">
            <a:extLst xmlns:a="http://schemas.openxmlformats.org/drawingml/2006/main">
              <a:ext uri="{FF2B5EF4-FFF2-40B4-BE49-F238E27FC236}">
                <a16:creationId xmlns:a16="http://schemas.microsoft.com/office/drawing/2014/main" id="{7D33AB13-F7BA-47CE-8E77-D10F26D596FB}"/>
              </a:ext>
            </a:extLst>
          </p:cNvPr>
          <p:cNvSpPr>
            <a:spLocks xmlns:a="http://schemas.openxmlformats.org/drawingml/2006/main" noGrp="1"/>
          </p:cNvSpPr>
          <p:nvPr/>
        </p:nvSpPr>
        <p:spPr>
          <a:xfrm xmlns:a="http://schemas.openxmlformats.org/drawingml/2006/main">
            <a:off x="11049000" y="63817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A667D"/>
                </a:solidFill>
                <a:latin typeface="Arial"/>
                <a:ea typeface="Arial"/>
                <a:cs typeface="Arial"/>
              </a:defRPr>
            </a:defPPr>
            <a:lvl1pPr algn="r">
              <a:defRPr sz="975" b="0">
                <a:solidFill>
                  <a:srgbClr val="5A667D"/>
                </a:solidFill>
                <a:latin typeface="Arial"/>
                <a:ea typeface="Arial"/>
                <a:cs typeface="Arial"/>
              </a:defRPr>
            </a:lvl1pPr>
            <a:lvl2pPr algn="r">
              <a:defRPr sz="975" b="0">
                <a:solidFill>
                  <a:srgbClr val="5A667D"/>
                </a:solidFill>
                <a:latin typeface="Arial"/>
                <a:ea typeface="Arial"/>
                <a:cs typeface="Arial"/>
              </a:defRPr>
            </a:lvl2pPr>
            <a:lvl3pPr algn="r">
              <a:defRPr sz="975" b="0">
                <a:solidFill>
                  <a:srgbClr val="5A667D"/>
                </a:solidFill>
                <a:latin typeface="Arial"/>
                <a:ea typeface="Arial"/>
                <a:cs typeface="Arial"/>
              </a:defRPr>
            </a:lvl3pPr>
            <a:lvl4pPr algn="r">
              <a:defRPr sz="975" b="0">
                <a:solidFill>
                  <a:srgbClr val="5A667D"/>
                </a:solidFill>
                <a:latin typeface="Arial"/>
                <a:ea typeface="Arial"/>
                <a:cs typeface="Arial"/>
              </a:defRPr>
            </a:lvl4pPr>
            <a:lvl5pPr algn="r">
              <a:defRPr sz="975" b="0">
                <a:solidFill>
                  <a:srgbClr val="5A667D"/>
                </a:solidFill>
                <a:latin typeface="Arial"/>
                <a:ea typeface="Arial"/>
                <a:cs typeface="Arial"/>
              </a:defRPr>
            </a:lvl5pPr>
            <a:lvl6pPr algn="r">
              <a:defRPr sz="975" b="0">
                <a:solidFill>
                  <a:srgbClr val="5A667D"/>
                </a:solidFill>
                <a:latin typeface="Arial"/>
                <a:ea typeface="Arial"/>
                <a:cs typeface="Arial"/>
              </a:defRPr>
            </a:lvl6pPr>
            <a:lvl7pPr algn="r">
              <a:defRPr sz="975" b="0">
                <a:solidFill>
                  <a:srgbClr val="5A667D"/>
                </a:solidFill>
                <a:latin typeface="Arial"/>
                <a:ea typeface="Arial"/>
                <a:cs typeface="Arial"/>
              </a:defRPr>
            </a:lvl7pPr>
            <a:lvl8pPr algn="r">
              <a:defRPr sz="975" b="0">
                <a:solidFill>
                  <a:srgbClr val="5A667D"/>
                </a:solidFill>
                <a:latin typeface="Arial"/>
                <a:ea typeface="Arial"/>
                <a:cs typeface="Arial"/>
              </a:defRPr>
            </a:lvl8pPr>
            <a:lvl9pPr algn="r">
              <a:defRPr sz="975" b="0">
                <a:solidFill>
                  <a:srgbClr val="5A667D"/>
                </a:solidFill>
                <a:latin typeface="Arial"/>
                <a:ea typeface="Arial"/>
                <a:cs typeface="Arial"/>
              </a:defRPr>
            </a:lvl9pPr>
          </a:lstStyle>
          <a:p xmlns:a="http://schemas.openxmlformats.org/drawingml/2006/main">
            <a:pPr algn="r">
              <a:lnSpc>
                <a:spcPct val="100000"/>
              </a:lnSpc>
              <a:buNone/>
              <a:defRPr sz="975" b="0">
                <a:solidFill>
                  <a:srgbClr val="5A667D"/>
                </a:solidFill>
                <a:latin typeface="Arial"/>
                <a:ea typeface="Arial"/>
                <a:cs typeface="Arial"/>
              </a:defRPr>
            </a:pPr>
            <a:r>
              <a:rPr sz="975" b="0">
                <a:solidFill>
                  <a:srgbClr val="5A667D"/>
                </a:solidFill>
                <a:latin typeface="Arial"/>
                <a:ea typeface="Arial"/>
                <a:cs typeface="Arial"/>
              </a:rPr>
              <a:t>11</a:t>
            </a:r>
          </a:p>
        </p:txBody>
      </p:sp>
      <p:sp>
        <p:nvSpPr>
          <p:cNvPr id="8" name="next-01-number">
            <a:extLst xmlns:a="http://schemas.openxmlformats.org/drawingml/2006/main">
              <a:ext uri="{FF2B5EF4-FFF2-40B4-BE49-F238E27FC236}">
                <a16:creationId xmlns:a16="http://schemas.microsoft.com/office/drawing/2014/main" id="{DF5C83DE-73B3-4178-84E0-26C3BB1C2477}"/>
              </a:ext>
            </a:extLst>
          </p:cNvPr>
          <p:cNvSpPr>
            <a:spLocks xmlns:a="http://schemas.openxmlformats.org/drawingml/2006/main" noGrp="1"/>
          </p:cNvSpPr>
          <p:nvPr/>
        </p:nvSpPr>
        <p:spPr>
          <a:xfrm xmlns:a="http://schemas.openxmlformats.org/drawingml/2006/main">
            <a:off x="742950" y="2000250"/>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64A5FF"/>
                </a:solidFill>
                <a:latin typeface="Arial"/>
                <a:ea typeface="Arial"/>
                <a:cs typeface="Arial"/>
              </a:defRPr>
            </a:defPPr>
            <a:lvl1pPr algn="l">
              <a:defRPr sz="3150" b="1">
                <a:solidFill>
                  <a:srgbClr val="64A5FF"/>
                </a:solidFill>
                <a:latin typeface="Arial"/>
                <a:ea typeface="Arial"/>
                <a:cs typeface="Arial"/>
              </a:defRPr>
            </a:lvl1pPr>
            <a:lvl2pPr algn="l">
              <a:defRPr sz="3150" b="1">
                <a:solidFill>
                  <a:srgbClr val="64A5FF"/>
                </a:solidFill>
                <a:latin typeface="Arial"/>
                <a:ea typeface="Arial"/>
                <a:cs typeface="Arial"/>
              </a:defRPr>
            </a:lvl2pPr>
            <a:lvl3pPr algn="l">
              <a:defRPr sz="3150" b="1">
                <a:solidFill>
                  <a:srgbClr val="64A5FF"/>
                </a:solidFill>
                <a:latin typeface="Arial"/>
                <a:ea typeface="Arial"/>
                <a:cs typeface="Arial"/>
              </a:defRPr>
            </a:lvl3pPr>
            <a:lvl4pPr algn="l">
              <a:defRPr sz="3150" b="1">
                <a:solidFill>
                  <a:srgbClr val="64A5FF"/>
                </a:solidFill>
                <a:latin typeface="Arial"/>
                <a:ea typeface="Arial"/>
                <a:cs typeface="Arial"/>
              </a:defRPr>
            </a:lvl4pPr>
            <a:lvl5pPr algn="l">
              <a:defRPr sz="3150" b="1">
                <a:solidFill>
                  <a:srgbClr val="64A5FF"/>
                </a:solidFill>
                <a:latin typeface="Arial"/>
                <a:ea typeface="Arial"/>
                <a:cs typeface="Arial"/>
              </a:defRPr>
            </a:lvl5pPr>
            <a:lvl6pPr algn="l">
              <a:defRPr sz="3150" b="1">
                <a:solidFill>
                  <a:srgbClr val="64A5FF"/>
                </a:solidFill>
                <a:latin typeface="Arial"/>
                <a:ea typeface="Arial"/>
                <a:cs typeface="Arial"/>
              </a:defRPr>
            </a:lvl6pPr>
            <a:lvl7pPr algn="l">
              <a:defRPr sz="3150" b="1">
                <a:solidFill>
                  <a:srgbClr val="64A5FF"/>
                </a:solidFill>
                <a:latin typeface="Arial"/>
                <a:ea typeface="Arial"/>
                <a:cs typeface="Arial"/>
              </a:defRPr>
            </a:lvl7pPr>
            <a:lvl8pPr algn="l">
              <a:defRPr sz="3150" b="1">
                <a:solidFill>
                  <a:srgbClr val="64A5FF"/>
                </a:solidFill>
                <a:latin typeface="Arial"/>
                <a:ea typeface="Arial"/>
                <a:cs typeface="Arial"/>
              </a:defRPr>
            </a:lvl8pPr>
            <a:lvl9pPr algn="l">
              <a:defRPr sz="3150" b="1">
                <a:solidFill>
                  <a:srgbClr val="64A5FF"/>
                </a:solidFill>
                <a:latin typeface="Arial"/>
                <a:ea typeface="Arial"/>
                <a:cs typeface="Arial"/>
              </a:defRPr>
            </a:lvl9pPr>
          </a:lstStyle>
          <a:p xmlns:a="http://schemas.openxmlformats.org/drawingml/2006/main">
            <a:pPr algn="l">
              <a:lnSpc>
                <a:spcPct val="100000"/>
              </a:lnSpc>
              <a:buNone/>
              <a:defRPr sz="3150" b="1">
                <a:solidFill>
                  <a:srgbClr val="64A5FF"/>
                </a:solidFill>
                <a:latin typeface="Arial"/>
                <a:ea typeface="Arial"/>
                <a:cs typeface="Arial"/>
              </a:defRPr>
            </a:pPr>
            <a:r>
              <a:rPr sz="3150" b="1">
                <a:solidFill>
                  <a:srgbClr val="64A5FF"/>
                </a:solidFill>
                <a:latin typeface="Arial"/>
                <a:ea typeface="Arial"/>
                <a:cs typeface="Arial"/>
              </a:rPr>
              <a:t>01</a:t>
            </a:r>
          </a:p>
        </p:txBody>
      </p:sp>
      <p:sp>
        <p:nvSpPr>
          <p:cNvPr id="9" name="next-01-heading">
            <a:extLst xmlns:a="http://schemas.openxmlformats.org/drawingml/2006/main">
              <a:ext uri="{FF2B5EF4-FFF2-40B4-BE49-F238E27FC236}">
                <a16:creationId xmlns:a16="http://schemas.microsoft.com/office/drawing/2014/main" id="{487A8A3B-2809-42A3-B09C-3A84815C9EAC}"/>
              </a:ext>
            </a:extLst>
          </p:cNvPr>
          <p:cNvSpPr>
            <a:spLocks xmlns:a="http://schemas.openxmlformats.org/drawingml/2006/main" noGrp="1"/>
          </p:cNvSpPr>
          <p:nvPr/>
        </p:nvSpPr>
        <p:spPr>
          <a:xfrm xmlns:a="http://schemas.openxmlformats.org/drawingml/2006/main">
            <a:off x="742950" y="262890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Validate prioritization</a:t>
            </a:r>
          </a:p>
        </p:txBody>
      </p:sp>
      <p:sp>
        <p:nvSpPr>
          <p:cNvPr id="10" name="next-01-body">
            <a:extLst xmlns:a="http://schemas.openxmlformats.org/drawingml/2006/main">
              <a:ext uri="{FF2B5EF4-FFF2-40B4-BE49-F238E27FC236}">
                <a16:creationId xmlns:a16="http://schemas.microsoft.com/office/drawing/2014/main" id="{4CD877C0-5066-4F76-B6AB-1D0846260667}"/>
              </a:ext>
            </a:extLst>
          </p:cNvPr>
          <p:cNvSpPr>
            <a:spLocks xmlns:a="http://schemas.openxmlformats.org/drawingml/2006/main" noGrp="1"/>
          </p:cNvSpPr>
          <p:nvPr/>
        </p:nvSpPr>
        <p:spPr>
          <a:xfrm xmlns:a="http://schemas.openxmlformats.org/drawingml/2006/main">
            <a:off x="742950" y="3276600"/>
            <a:ext cx="323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10000"/>
              </a:lnSpc>
              <a:buNone/>
              <a:defRPr sz="1425" b="0">
                <a:solidFill>
                  <a:srgbClr val="5A667D"/>
                </a:solidFill>
                <a:latin typeface="Arial"/>
                <a:ea typeface="Arial"/>
                <a:cs typeface="Arial"/>
              </a:defRPr>
            </a:pPr>
            <a:r>
              <a:rPr sz="1425" b="0">
                <a:solidFill>
                  <a:srgbClr val="5A667D"/>
                </a:solidFill>
                <a:latin typeface="Arial"/>
                <a:ea typeface="Arial"/>
                <a:cs typeface="Arial"/>
              </a:rPr>
              <a:t>Evaluate the academic score against a labeled, documented outcome dataset.</a:t>
            </a:r>
          </a:p>
        </p:txBody>
      </p:sp>
      <p:sp>
        <p:nvSpPr>
          <p:cNvPr id="11" name="next-01-rule">
            <a:extLst xmlns:a="http://schemas.openxmlformats.org/drawingml/2006/main">
              <a:ext uri="{FF2B5EF4-FFF2-40B4-BE49-F238E27FC236}">
                <a16:creationId xmlns:a16="http://schemas.microsoft.com/office/drawing/2014/main" id="{F51D06B0-993A-4FAF-AA1E-32B9CB3C5AF4}"/>
              </a:ext>
            </a:extLst>
          </p:cNvPr>
          <p:cNvSpPr>
            <a:spLocks xmlns:a="http://schemas.openxmlformats.org/drawingml/2006/main" noGrp="1"/>
          </p:cNvSpPr>
          <p:nvPr/>
        </p:nvSpPr>
        <p:spPr>
          <a:xfrm xmlns:a="http://schemas.openxmlformats.org/drawingml/2006/main">
            <a:off x="742950" y="4324350"/>
            <a:ext cx="3143250" cy="1905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12" name="next-02-number">
            <a:extLst xmlns:a="http://schemas.openxmlformats.org/drawingml/2006/main">
              <a:ext uri="{FF2B5EF4-FFF2-40B4-BE49-F238E27FC236}">
                <a16:creationId xmlns:a16="http://schemas.microsoft.com/office/drawing/2014/main" id="{01CA17A1-C354-469C-89FA-A4115EBE1AA0}"/>
              </a:ext>
            </a:extLst>
          </p:cNvPr>
          <p:cNvSpPr>
            <a:spLocks xmlns:a="http://schemas.openxmlformats.org/drawingml/2006/main" noGrp="1"/>
          </p:cNvSpPr>
          <p:nvPr/>
        </p:nvSpPr>
        <p:spPr>
          <a:xfrm xmlns:a="http://schemas.openxmlformats.org/drawingml/2006/main">
            <a:off x="4400550" y="2000250"/>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7968F1"/>
                </a:solidFill>
                <a:latin typeface="Arial"/>
                <a:ea typeface="Arial"/>
                <a:cs typeface="Arial"/>
              </a:defRPr>
            </a:defPPr>
            <a:lvl1pPr algn="l">
              <a:defRPr sz="3150" b="1">
                <a:solidFill>
                  <a:srgbClr val="7968F1"/>
                </a:solidFill>
                <a:latin typeface="Arial"/>
                <a:ea typeface="Arial"/>
                <a:cs typeface="Arial"/>
              </a:defRPr>
            </a:lvl1pPr>
            <a:lvl2pPr algn="l">
              <a:defRPr sz="3150" b="1">
                <a:solidFill>
                  <a:srgbClr val="7968F1"/>
                </a:solidFill>
                <a:latin typeface="Arial"/>
                <a:ea typeface="Arial"/>
                <a:cs typeface="Arial"/>
              </a:defRPr>
            </a:lvl2pPr>
            <a:lvl3pPr algn="l">
              <a:defRPr sz="3150" b="1">
                <a:solidFill>
                  <a:srgbClr val="7968F1"/>
                </a:solidFill>
                <a:latin typeface="Arial"/>
                <a:ea typeface="Arial"/>
                <a:cs typeface="Arial"/>
              </a:defRPr>
            </a:lvl3pPr>
            <a:lvl4pPr algn="l">
              <a:defRPr sz="3150" b="1">
                <a:solidFill>
                  <a:srgbClr val="7968F1"/>
                </a:solidFill>
                <a:latin typeface="Arial"/>
                <a:ea typeface="Arial"/>
                <a:cs typeface="Arial"/>
              </a:defRPr>
            </a:lvl4pPr>
            <a:lvl5pPr algn="l">
              <a:defRPr sz="3150" b="1">
                <a:solidFill>
                  <a:srgbClr val="7968F1"/>
                </a:solidFill>
                <a:latin typeface="Arial"/>
                <a:ea typeface="Arial"/>
                <a:cs typeface="Arial"/>
              </a:defRPr>
            </a:lvl5pPr>
            <a:lvl6pPr algn="l">
              <a:defRPr sz="3150" b="1">
                <a:solidFill>
                  <a:srgbClr val="7968F1"/>
                </a:solidFill>
                <a:latin typeface="Arial"/>
                <a:ea typeface="Arial"/>
                <a:cs typeface="Arial"/>
              </a:defRPr>
            </a:lvl6pPr>
            <a:lvl7pPr algn="l">
              <a:defRPr sz="3150" b="1">
                <a:solidFill>
                  <a:srgbClr val="7968F1"/>
                </a:solidFill>
                <a:latin typeface="Arial"/>
                <a:ea typeface="Arial"/>
                <a:cs typeface="Arial"/>
              </a:defRPr>
            </a:lvl7pPr>
            <a:lvl8pPr algn="l">
              <a:defRPr sz="3150" b="1">
                <a:solidFill>
                  <a:srgbClr val="7968F1"/>
                </a:solidFill>
                <a:latin typeface="Arial"/>
                <a:ea typeface="Arial"/>
                <a:cs typeface="Arial"/>
              </a:defRPr>
            </a:lvl8pPr>
            <a:lvl9pPr algn="l">
              <a:defRPr sz="3150" b="1">
                <a:solidFill>
                  <a:srgbClr val="7968F1"/>
                </a:solidFill>
                <a:latin typeface="Arial"/>
                <a:ea typeface="Arial"/>
                <a:cs typeface="Arial"/>
              </a:defRPr>
            </a:lvl9pPr>
          </a:lstStyle>
          <a:p xmlns:a="http://schemas.openxmlformats.org/drawingml/2006/main">
            <a:pPr algn="l">
              <a:lnSpc>
                <a:spcPct val="100000"/>
              </a:lnSpc>
              <a:buNone/>
              <a:defRPr sz="3150" b="1">
                <a:solidFill>
                  <a:srgbClr val="7968F1"/>
                </a:solidFill>
                <a:latin typeface="Arial"/>
                <a:ea typeface="Arial"/>
                <a:cs typeface="Arial"/>
              </a:defRPr>
            </a:pPr>
            <a:r>
              <a:rPr sz="3150" b="1">
                <a:solidFill>
                  <a:srgbClr val="7968F1"/>
                </a:solidFill>
                <a:latin typeface="Arial"/>
                <a:ea typeface="Arial"/>
                <a:cs typeface="Arial"/>
              </a:rPr>
              <a:t>02</a:t>
            </a:r>
          </a:p>
        </p:txBody>
      </p:sp>
      <p:sp>
        <p:nvSpPr>
          <p:cNvPr id="13" name="next-02-heading">
            <a:extLst xmlns:a="http://schemas.openxmlformats.org/drawingml/2006/main">
              <a:ext uri="{FF2B5EF4-FFF2-40B4-BE49-F238E27FC236}">
                <a16:creationId xmlns:a16="http://schemas.microsoft.com/office/drawing/2014/main" id="{C99B0801-6527-4D20-8D45-E2B5159AA22B}"/>
              </a:ext>
            </a:extLst>
          </p:cNvPr>
          <p:cNvSpPr>
            <a:spLocks xmlns:a="http://schemas.openxmlformats.org/drawingml/2006/main" noGrp="1"/>
          </p:cNvSpPr>
          <p:nvPr/>
        </p:nvSpPr>
        <p:spPr>
          <a:xfrm xmlns:a="http://schemas.openxmlformats.org/drawingml/2006/main">
            <a:off x="4400550" y="262890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Test providers deliberately</a:t>
            </a:r>
          </a:p>
        </p:txBody>
      </p:sp>
      <p:sp>
        <p:nvSpPr>
          <p:cNvPr id="14" name="next-02-body">
            <a:extLst xmlns:a="http://schemas.openxmlformats.org/drawingml/2006/main">
              <a:ext uri="{FF2B5EF4-FFF2-40B4-BE49-F238E27FC236}">
                <a16:creationId xmlns:a16="http://schemas.microsoft.com/office/drawing/2014/main" id="{3F6B3440-F214-4674-81D3-31A3B18AA6E1}"/>
              </a:ext>
            </a:extLst>
          </p:cNvPr>
          <p:cNvSpPr>
            <a:spLocks xmlns:a="http://schemas.openxmlformats.org/drawingml/2006/main" noGrp="1"/>
          </p:cNvSpPr>
          <p:nvPr/>
        </p:nvSpPr>
        <p:spPr>
          <a:xfrm xmlns:a="http://schemas.openxmlformats.org/drawingml/2006/main">
            <a:off x="4400550" y="3276600"/>
            <a:ext cx="323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10000"/>
              </a:lnSpc>
              <a:buNone/>
              <a:defRPr sz="1425" b="0">
                <a:solidFill>
                  <a:srgbClr val="5A667D"/>
                </a:solidFill>
                <a:latin typeface="Arial"/>
                <a:ea typeface="Arial"/>
                <a:cs typeface="Arial"/>
              </a:defRPr>
            </a:pPr>
            <a:r>
              <a:rPr sz="1425" b="0">
                <a:solidFill>
                  <a:srgbClr val="5A667D"/>
                </a:solidFill>
                <a:latin typeface="Arial"/>
                <a:ea typeface="Arial"/>
                <a:cs typeface="Arial"/>
              </a:rPr>
              <a:t>Run controlled integration checks with consent, quotas, and reproducible fixtures.</a:t>
            </a:r>
          </a:p>
        </p:txBody>
      </p:sp>
      <p:sp>
        <p:nvSpPr>
          <p:cNvPr id="15" name="next-02-rule">
            <a:extLst xmlns:a="http://schemas.openxmlformats.org/drawingml/2006/main">
              <a:ext uri="{FF2B5EF4-FFF2-40B4-BE49-F238E27FC236}">
                <a16:creationId xmlns:a16="http://schemas.microsoft.com/office/drawing/2014/main" id="{B6DD4CFF-BC23-48DD-8E55-064E6D6ED8E9}"/>
              </a:ext>
            </a:extLst>
          </p:cNvPr>
          <p:cNvSpPr>
            <a:spLocks xmlns:a="http://schemas.openxmlformats.org/drawingml/2006/main" noGrp="1"/>
          </p:cNvSpPr>
          <p:nvPr/>
        </p:nvSpPr>
        <p:spPr>
          <a:xfrm xmlns:a="http://schemas.openxmlformats.org/drawingml/2006/main">
            <a:off x="4400550" y="4324350"/>
            <a:ext cx="3143250" cy="19050"/>
          </a:xfrm>
          <a:prstGeom xmlns:a="http://schemas.openxmlformats.org/drawingml/2006/main" prst="rect">
            <a:avLst/>
          </a:prstGeom>
          <a:solidFill xmlns:a="http://schemas.openxmlformats.org/drawingml/2006/main">
            <a:srgbClr val="7968F1"/>
          </a:solidFill>
          <a:ln xmlns:a="http://schemas.openxmlformats.org/drawingml/2006/main" w="0">
            <a:noFill/>
            <a:prstDash val="solid"/>
          </a:ln>
        </p:spPr>
      </p:sp>
      <p:sp>
        <p:nvSpPr>
          <p:cNvPr id="16" name="next-03-number">
            <a:extLst xmlns:a="http://schemas.openxmlformats.org/drawingml/2006/main">
              <a:ext uri="{FF2B5EF4-FFF2-40B4-BE49-F238E27FC236}">
                <a16:creationId xmlns:a16="http://schemas.microsoft.com/office/drawing/2014/main" id="{1F5B0AAB-FBC3-411A-A19E-C587B9289B57}"/>
              </a:ext>
            </a:extLst>
          </p:cNvPr>
          <p:cNvSpPr>
            <a:spLocks xmlns:a="http://schemas.openxmlformats.org/drawingml/2006/main" noGrp="1"/>
          </p:cNvSpPr>
          <p:nvPr/>
        </p:nvSpPr>
        <p:spPr>
          <a:xfrm xmlns:a="http://schemas.openxmlformats.org/drawingml/2006/main">
            <a:off x="8058150" y="2000250"/>
            <a:ext cx="952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64A5FF"/>
                </a:solidFill>
                <a:latin typeface="Arial"/>
                <a:ea typeface="Arial"/>
                <a:cs typeface="Arial"/>
              </a:defRPr>
            </a:defPPr>
            <a:lvl1pPr algn="l">
              <a:defRPr sz="3150" b="1">
                <a:solidFill>
                  <a:srgbClr val="64A5FF"/>
                </a:solidFill>
                <a:latin typeface="Arial"/>
                <a:ea typeface="Arial"/>
                <a:cs typeface="Arial"/>
              </a:defRPr>
            </a:lvl1pPr>
            <a:lvl2pPr algn="l">
              <a:defRPr sz="3150" b="1">
                <a:solidFill>
                  <a:srgbClr val="64A5FF"/>
                </a:solidFill>
                <a:latin typeface="Arial"/>
                <a:ea typeface="Arial"/>
                <a:cs typeface="Arial"/>
              </a:defRPr>
            </a:lvl2pPr>
            <a:lvl3pPr algn="l">
              <a:defRPr sz="3150" b="1">
                <a:solidFill>
                  <a:srgbClr val="64A5FF"/>
                </a:solidFill>
                <a:latin typeface="Arial"/>
                <a:ea typeface="Arial"/>
                <a:cs typeface="Arial"/>
              </a:defRPr>
            </a:lvl3pPr>
            <a:lvl4pPr algn="l">
              <a:defRPr sz="3150" b="1">
                <a:solidFill>
                  <a:srgbClr val="64A5FF"/>
                </a:solidFill>
                <a:latin typeface="Arial"/>
                <a:ea typeface="Arial"/>
                <a:cs typeface="Arial"/>
              </a:defRPr>
            </a:lvl4pPr>
            <a:lvl5pPr algn="l">
              <a:defRPr sz="3150" b="1">
                <a:solidFill>
                  <a:srgbClr val="64A5FF"/>
                </a:solidFill>
                <a:latin typeface="Arial"/>
                <a:ea typeface="Arial"/>
                <a:cs typeface="Arial"/>
              </a:defRPr>
            </a:lvl5pPr>
            <a:lvl6pPr algn="l">
              <a:defRPr sz="3150" b="1">
                <a:solidFill>
                  <a:srgbClr val="64A5FF"/>
                </a:solidFill>
                <a:latin typeface="Arial"/>
                <a:ea typeface="Arial"/>
                <a:cs typeface="Arial"/>
              </a:defRPr>
            </a:lvl6pPr>
            <a:lvl7pPr algn="l">
              <a:defRPr sz="3150" b="1">
                <a:solidFill>
                  <a:srgbClr val="64A5FF"/>
                </a:solidFill>
                <a:latin typeface="Arial"/>
                <a:ea typeface="Arial"/>
                <a:cs typeface="Arial"/>
              </a:defRPr>
            </a:lvl7pPr>
            <a:lvl8pPr algn="l">
              <a:defRPr sz="3150" b="1">
                <a:solidFill>
                  <a:srgbClr val="64A5FF"/>
                </a:solidFill>
                <a:latin typeface="Arial"/>
                <a:ea typeface="Arial"/>
                <a:cs typeface="Arial"/>
              </a:defRPr>
            </a:lvl8pPr>
            <a:lvl9pPr algn="l">
              <a:defRPr sz="3150" b="1">
                <a:solidFill>
                  <a:srgbClr val="64A5FF"/>
                </a:solidFill>
                <a:latin typeface="Arial"/>
                <a:ea typeface="Arial"/>
                <a:cs typeface="Arial"/>
              </a:defRPr>
            </a:lvl9pPr>
          </a:lstStyle>
          <a:p xmlns:a="http://schemas.openxmlformats.org/drawingml/2006/main">
            <a:pPr algn="l">
              <a:lnSpc>
                <a:spcPct val="100000"/>
              </a:lnSpc>
              <a:buNone/>
              <a:defRPr sz="3150" b="1">
                <a:solidFill>
                  <a:srgbClr val="64A5FF"/>
                </a:solidFill>
                <a:latin typeface="Arial"/>
                <a:ea typeface="Arial"/>
                <a:cs typeface="Arial"/>
              </a:defRPr>
            </a:pPr>
            <a:r>
              <a:rPr sz="3150" b="1">
                <a:solidFill>
                  <a:srgbClr val="64A5FF"/>
                </a:solidFill>
                <a:latin typeface="Arial"/>
                <a:ea typeface="Arial"/>
                <a:cs typeface="Arial"/>
              </a:rPr>
              <a:t>03</a:t>
            </a:r>
          </a:p>
        </p:txBody>
      </p:sp>
      <p:sp>
        <p:nvSpPr>
          <p:cNvPr id="17" name="next-03-heading">
            <a:extLst xmlns:a="http://schemas.openxmlformats.org/drawingml/2006/main">
              <a:ext uri="{FF2B5EF4-FFF2-40B4-BE49-F238E27FC236}">
                <a16:creationId xmlns:a16="http://schemas.microsoft.com/office/drawing/2014/main" id="{3E3FE223-1E9B-493E-A17A-1AE6AA77731F}"/>
              </a:ext>
            </a:extLst>
          </p:cNvPr>
          <p:cNvSpPr>
            <a:spLocks xmlns:a="http://schemas.openxmlformats.org/drawingml/2006/main" noGrp="1"/>
          </p:cNvSpPr>
          <p:nvPr/>
        </p:nvSpPr>
        <p:spPr>
          <a:xfrm xmlns:a="http://schemas.openxmlformats.org/drawingml/2006/main">
            <a:off x="8058150" y="2628900"/>
            <a:ext cx="323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82239"/>
                </a:solidFill>
                <a:latin typeface="Arial"/>
                <a:ea typeface="Arial"/>
                <a:cs typeface="Arial"/>
              </a:defRPr>
            </a:defPPr>
            <a:lvl1pPr algn="l">
              <a:defRPr sz="1800" b="1">
                <a:solidFill>
                  <a:srgbClr val="182239"/>
                </a:solidFill>
                <a:latin typeface="Arial"/>
                <a:ea typeface="Arial"/>
                <a:cs typeface="Arial"/>
              </a:defRPr>
            </a:lvl1pPr>
            <a:lvl2pPr algn="l">
              <a:defRPr sz="1800" b="1">
                <a:solidFill>
                  <a:srgbClr val="182239"/>
                </a:solidFill>
                <a:latin typeface="Arial"/>
                <a:ea typeface="Arial"/>
                <a:cs typeface="Arial"/>
              </a:defRPr>
            </a:lvl2pPr>
            <a:lvl3pPr algn="l">
              <a:defRPr sz="1800" b="1">
                <a:solidFill>
                  <a:srgbClr val="182239"/>
                </a:solidFill>
                <a:latin typeface="Arial"/>
                <a:ea typeface="Arial"/>
                <a:cs typeface="Arial"/>
              </a:defRPr>
            </a:lvl3pPr>
            <a:lvl4pPr algn="l">
              <a:defRPr sz="1800" b="1">
                <a:solidFill>
                  <a:srgbClr val="182239"/>
                </a:solidFill>
                <a:latin typeface="Arial"/>
                <a:ea typeface="Arial"/>
                <a:cs typeface="Arial"/>
              </a:defRPr>
            </a:lvl4pPr>
            <a:lvl5pPr algn="l">
              <a:defRPr sz="1800" b="1">
                <a:solidFill>
                  <a:srgbClr val="182239"/>
                </a:solidFill>
                <a:latin typeface="Arial"/>
                <a:ea typeface="Arial"/>
                <a:cs typeface="Arial"/>
              </a:defRPr>
            </a:lvl5pPr>
            <a:lvl6pPr algn="l">
              <a:defRPr sz="1800" b="1">
                <a:solidFill>
                  <a:srgbClr val="182239"/>
                </a:solidFill>
                <a:latin typeface="Arial"/>
                <a:ea typeface="Arial"/>
                <a:cs typeface="Arial"/>
              </a:defRPr>
            </a:lvl6pPr>
            <a:lvl7pPr algn="l">
              <a:defRPr sz="1800" b="1">
                <a:solidFill>
                  <a:srgbClr val="182239"/>
                </a:solidFill>
                <a:latin typeface="Arial"/>
                <a:ea typeface="Arial"/>
                <a:cs typeface="Arial"/>
              </a:defRPr>
            </a:lvl7pPr>
            <a:lvl8pPr algn="l">
              <a:defRPr sz="1800" b="1">
                <a:solidFill>
                  <a:srgbClr val="182239"/>
                </a:solidFill>
                <a:latin typeface="Arial"/>
                <a:ea typeface="Arial"/>
                <a:cs typeface="Arial"/>
              </a:defRPr>
            </a:lvl8pPr>
            <a:lvl9pPr algn="l">
              <a:defRPr sz="1800" b="1">
                <a:solidFill>
                  <a:srgbClr val="182239"/>
                </a:solidFill>
                <a:latin typeface="Arial"/>
                <a:ea typeface="Arial"/>
                <a:cs typeface="Arial"/>
              </a:defRPr>
            </a:lvl9pPr>
          </a:lstStyle>
          <a:p xmlns:a="http://schemas.openxmlformats.org/drawingml/2006/main">
            <a:pPr algn="l">
              <a:lnSpc>
                <a:spcPct val="100000"/>
              </a:lnSpc>
              <a:buNone/>
              <a:defRPr sz="1800" b="1">
                <a:solidFill>
                  <a:srgbClr val="182239"/>
                </a:solidFill>
                <a:latin typeface="Arial"/>
                <a:ea typeface="Arial"/>
                <a:cs typeface="Arial"/>
              </a:defRPr>
            </a:pPr>
            <a:r>
              <a:rPr sz="1800" b="1">
                <a:solidFill>
                  <a:srgbClr val="182239"/>
                </a:solidFill>
                <a:latin typeface="Arial"/>
                <a:ea typeface="Arial"/>
                <a:cs typeface="Arial"/>
              </a:rPr>
              <a:t>Harden deployment</a:t>
            </a:r>
          </a:p>
        </p:txBody>
      </p:sp>
      <p:sp>
        <p:nvSpPr>
          <p:cNvPr id="18" name="next-03-body">
            <a:extLst xmlns:a="http://schemas.openxmlformats.org/drawingml/2006/main">
              <a:ext uri="{FF2B5EF4-FFF2-40B4-BE49-F238E27FC236}">
                <a16:creationId xmlns:a16="http://schemas.microsoft.com/office/drawing/2014/main" id="{3A00E45D-4062-41BD-8DAE-C77380B1C8CB}"/>
              </a:ext>
            </a:extLst>
          </p:cNvPr>
          <p:cNvSpPr>
            <a:spLocks xmlns:a="http://schemas.openxmlformats.org/drawingml/2006/main" noGrp="1"/>
          </p:cNvSpPr>
          <p:nvPr/>
        </p:nvSpPr>
        <p:spPr>
          <a:xfrm xmlns:a="http://schemas.openxmlformats.org/drawingml/2006/main">
            <a:off x="8058150" y="3276600"/>
            <a:ext cx="3238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A667D"/>
                </a:solidFill>
                <a:latin typeface="Arial"/>
                <a:ea typeface="Arial"/>
                <a:cs typeface="Arial"/>
              </a:defRPr>
            </a:defPPr>
            <a:lvl1pPr algn="l">
              <a:defRPr sz="1425" b="0">
                <a:solidFill>
                  <a:srgbClr val="5A667D"/>
                </a:solidFill>
                <a:latin typeface="Arial"/>
                <a:ea typeface="Arial"/>
                <a:cs typeface="Arial"/>
              </a:defRPr>
            </a:lvl1pPr>
            <a:lvl2pPr algn="l">
              <a:defRPr sz="1425" b="0">
                <a:solidFill>
                  <a:srgbClr val="5A667D"/>
                </a:solidFill>
                <a:latin typeface="Arial"/>
                <a:ea typeface="Arial"/>
                <a:cs typeface="Arial"/>
              </a:defRPr>
            </a:lvl2pPr>
            <a:lvl3pPr algn="l">
              <a:defRPr sz="1425" b="0">
                <a:solidFill>
                  <a:srgbClr val="5A667D"/>
                </a:solidFill>
                <a:latin typeface="Arial"/>
                <a:ea typeface="Arial"/>
                <a:cs typeface="Arial"/>
              </a:defRPr>
            </a:lvl3pPr>
            <a:lvl4pPr algn="l">
              <a:defRPr sz="1425" b="0">
                <a:solidFill>
                  <a:srgbClr val="5A667D"/>
                </a:solidFill>
                <a:latin typeface="Arial"/>
                <a:ea typeface="Arial"/>
                <a:cs typeface="Arial"/>
              </a:defRPr>
            </a:lvl4pPr>
            <a:lvl5pPr algn="l">
              <a:defRPr sz="1425" b="0">
                <a:solidFill>
                  <a:srgbClr val="5A667D"/>
                </a:solidFill>
                <a:latin typeface="Arial"/>
                <a:ea typeface="Arial"/>
                <a:cs typeface="Arial"/>
              </a:defRPr>
            </a:lvl5pPr>
            <a:lvl6pPr algn="l">
              <a:defRPr sz="1425" b="0">
                <a:solidFill>
                  <a:srgbClr val="5A667D"/>
                </a:solidFill>
                <a:latin typeface="Arial"/>
                <a:ea typeface="Arial"/>
                <a:cs typeface="Arial"/>
              </a:defRPr>
            </a:lvl6pPr>
            <a:lvl7pPr algn="l">
              <a:defRPr sz="1425" b="0">
                <a:solidFill>
                  <a:srgbClr val="5A667D"/>
                </a:solidFill>
                <a:latin typeface="Arial"/>
                <a:ea typeface="Arial"/>
                <a:cs typeface="Arial"/>
              </a:defRPr>
            </a:lvl7pPr>
            <a:lvl8pPr algn="l">
              <a:defRPr sz="1425" b="0">
                <a:solidFill>
                  <a:srgbClr val="5A667D"/>
                </a:solidFill>
                <a:latin typeface="Arial"/>
                <a:ea typeface="Arial"/>
                <a:cs typeface="Arial"/>
              </a:defRPr>
            </a:lvl8pPr>
            <a:lvl9pPr algn="l">
              <a:defRPr sz="1425" b="0">
                <a:solidFill>
                  <a:srgbClr val="5A667D"/>
                </a:solidFill>
                <a:latin typeface="Arial"/>
                <a:ea typeface="Arial"/>
                <a:cs typeface="Arial"/>
              </a:defRPr>
            </a:lvl9pPr>
          </a:lstStyle>
          <a:p xmlns:a="http://schemas.openxmlformats.org/drawingml/2006/main">
            <a:pPr algn="l">
              <a:lnSpc>
                <a:spcPct val="110000"/>
              </a:lnSpc>
              <a:buNone/>
              <a:defRPr sz="1425" b="0">
                <a:solidFill>
                  <a:srgbClr val="5A667D"/>
                </a:solidFill>
                <a:latin typeface="Arial"/>
                <a:ea typeface="Arial"/>
                <a:cs typeface="Arial"/>
              </a:defRPr>
            </a:pPr>
            <a:r>
              <a:rPr sz="1425" b="0">
                <a:solidFill>
                  <a:srgbClr val="5A667D"/>
                </a:solidFill>
                <a:latin typeface="Arial"/>
                <a:ea typeface="Arial"/>
                <a:cs typeface="Arial"/>
              </a:rPr>
              <a:t>Plan managed secrets, backups, monitoring, and tenant isolation before shared hosting.</a:t>
            </a:r>
          </a:p>
        </p:txBody>
      </p:sp>
      <p:sp>
        <p:nvSpPr>
          <p:cNvPr id="19" name="next-03-rule">
            <a:extLst xmlns:a="http://schemas.openxmlformats.org/drawingml/2006/main">
              <a:ext uri="{FF2B5EF4-FFF2-40B4-BE49-F238E27FC236}">
                <a16:creationId xmlns:a16="http://schemas.microsoft.com/office/drawing/2014/main" id="{BAECBA42-938B-46E2-A734-84F0AE7B7067}"/>
              </a:ext>
            </a:extLst>
          </p:cNvPr>
          <p:cNvSpPr>
            <a:spLocks xmlns:a="http://schemas.openxmlformats.org/drawingml/2006/main" noGrp="1"/>
          </p:cNvSpPr>
          <p:nvPr/>
        </p:nvSpPr>
        <p:spPr>
          <a:xfrm xmlns:a="http://schemas.openxmlformats.org/drawingml/2006/main">
            <a:off x="8058150" y="4324350"/>
            <a:ext cx="3143250" cy="19050"/>
          </a:xfrm>
          <a:prstGeom xmlns:a="http://schemas.openxmlformats.org/drawingml/2006/main" prst="rect">
            <a:avLst/>
          </a:prstGeom>
          <a:solidFill xmlns:a="http://schemas.openxmlformats.org/drawingml/2006/main">
            <a:srgbClr val="64A5FF"/>
          </a:solidFill>
          <a:ln xmlns:a="http://schemas.openxmlformats.org/drawingml/2006/main" w="0">
            <a:noFill/>
            <a:prstDash val="solid"/>
          </a:ln>
        </p:spPr>
      </p:sp>
      <p:sp>
        <p:nvSpPr>
          <p:cNvPr id="20" name="closing-band">
            <a:extLst xmlns:a="http://schemas.openxmlformats.org/drawingml/2006/main">
              <a:ext uri="{FF2B5EF4-FFF2-40B4-BE49-F238E27FC236}">
                <a16:creationId xmlns:a16="http://schemas.microsoft.com/office/drawing/2014/main" id="{D2AA9BC0-FCB7-403E-8F23-439DD6591FB4}"/>
              </a:ext>
            </a:extLst>
          </p:cNvPr>
          <p:cNvSpPr>
            <a:spLocks xmlns:a="http://schemas.openxmlformats.org/drawingml/2006/main" noGrp="1"/>
          </p:cNvSpPr>
          <p:nvPr/>
        </p:nvSpPr>
        <p:spPr>
          <a:xfrm xmlns:a="http://schemas.openxmlformats.org/drawingml/2006/main">
            <a:off x="723900" y="4895850"/>
            <a:ext cx="10744200" cy="1066800"/>
          </a:xfrm>
          <a:prstGeom xmlns:a="http://schemas.openxmlformats.org/drawingml/2006/main" prst="roundRect">
            <a:avLst>
              <a:gd name="adj" fmla="val 12500"/>
            </a:avLst>
          </a:prstGeom>
          <a:solidFill xmlns:a="http://schemas.openxmlformats.org/drawingml/2006/main">
            <a:srgbClr val="10182B"/>
          </a:solidFill>
          <a:ln xmlns:a="http://schemas.openxmlformats.org/drawingml/2006/main" w="0">
            <a:noFill/>
            <a:prstDash val="solid"/>
          </a:ln>
        </p:spPr>
      </p:sp>
      <p:sp>
        <p:nvSpPr>
          <p:cNvPr id="21" name="closing-line">
            <a:extLst xmlns:a="http://schemas.openxmlformats.org/drawingml/2006/main">
              <a:ext uri="{FF2B5EF4-FFF2-40B4-BE49-F238E27FC236}">
                <a16:creationId xmlns:a16="http://schemas.microsoft.com/office/drawing/2014/main" id="{0F08978C-C533-452B-B5B0-8A263DBFB553}"/>
              </a:ext>
            </a:extLst>
          </p:cNvPr>
          <p:cNvSpPr>
            <a:spLocks xmlns:a="http://schemas.openxmlformats.org/drawingml/2006/main" noGrp="1"/>
          </p:cNvSpPr>
          <p:nvPr/>
        </p:nvSpPr>
        <p:spPr>
          <a:xfrm xmlns:a="http://schemas.openxmlformats.org/drawingml/2006/main">
            <a:off x="933450" y="504825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EEF3FF"/>
                </a:solidFill>
                <a:latin typeface="Arial"/>
                <a:ea typeface="Arial"/>
                <a:cs typeface="Arial"/>
              </a:defRPr>
            </a:defPPr>
            <a:lvl1pPr algn="ctr">
              <a:defRPr sz="2025" b="1">
                <a:solidFill>
                  <a:srgbClr val="EEF3FF"/>
                </a:solidFill>
                <a:latin typeface="Arial"/>
                <a:ea typeface="Arial"/>
                <a:cs typeface="Arial"/>
              </a:defRPr>
            </a:lvl1pPr>
            <a:lvl2pPr algn="ctr">
              <a:defRPr sz="2025" b="1">
                <a:solidFill>
                  <a:srgbClr val="EEF3FF"/>
                </a:solidFill>
                <a:latin typeface="Arial"/>
                <a:ea typeface="Arial"/>
                <a:cs typeface="Arial"/>
              </a:defRPr>
            </a:lvl2pPr>
            <a:lvl3pPr algn="ctr">
              <a:defRPr sz="2025" b="1">
                <a:solidFill>
                  <a:srgbClr val="EEF3FF"/>
                </a:solidFill>
                <a:latin typeface="Arial"/>
                <a:ea typeface="Arial"/>
                <a:cs typeface="Arial"/>
              </a:defRPr>
            </a:lvl3pPr>
            <a:lvl4pPr algn="ctr">
              <a:defRPr sz="2025" b="1">
                <a:solidFill>
                  <a:srgbClr val="EEF3FF"/>
                </a:solidFill>
                <a:latin typeface="Arial"/>
                <a:ea typeface="Arial"/>
                <a:cs typeface="Arial"/>
              </a:defRPr>
            </a:lvl4pPr>
            <a:lvl5pPr algn="ctr">
              <a:defRPr sz="2025" b="1">
                <a:solidFill>
                  <a:srgbClr val="EEF3FF"/>
                </a:solidFill>
                <a:latin typeface="Arial"/>
                <a:ea typeface="Arial"/>
                <a:cs typeface="Arial"/>
              </a:defRPr>
            </a:lvl5pPr>
            <a:lvl6pPr algn="ctr">
              <a:defRPr sz="2025" b="1">
                <a:solidFill>
                  <a:srgbClr val="EEF3FF"/>
                </a:solidFill>
                <a:latin typeface="Arial"/>
                <a:ea typeface="Arial"/>
                <a:cs typeface="Arial"/>
              </a:defRPr>
            </a:lvl6pPr>
            <a:lvl7pPr algn="ctr">
              <a:defRPr sz="2025" b="1">
                <a:solidFill>
                  <a:srgbClr val="EEF3FF"/>
                </a:solidFill>
                <a:latin typeface="Arial"/>
                <a:ea typeface="Arial"/>
                <a:cs typeface="Arial"/>
              </a:defRPr>
            </a:lvl7pPr>
            <a:lvl8pPr algn="ctr">
              <a:defRPr sz="2025" b="1">
                <a:solidFill>
                  <a:srgbClr val="EEF3FF"/>
                </a:solidFill>
                <a:latin typeface="Arial"/>
                <a:ea typeface="Arial"/>
                <a:cs typeface="Arial"/>
              </a:defRPr>
            </a:lvl8pPr>
            <a:lvl9pPr algn="ctr">
              <a:defRPr sz="2025" b="1">
                <a:solidFill>
                  <a:srgbClr val="EEF3FF"/>
                </a:solidFill>
                <a:latin typeface="Arial"/>
                <a:ea typeface="Arial"/>
                <a:cs typeface="Arial"/>
              </a:defRPr>
            </a:lvl9pPr>
          </a:lstStyle>
          <a:p xmlns:a="http://schemas.openxmlformats.org/drawingml/2006/main">
            <a:pPr algn="ctr">
              <a:lnSpc>
                <a:spcPct val="100000"/>
              </a:lnSpc>
              <a:buNone/>
              <a:defRPr sz="2025" b="1">
                <a:solidFill>
                  <a:srgbClr val="EEF3FF"/>
                </a:solidFill>
                <a:latin typeface="Arial"/>
                <a:ea typeface="Arial"/>
                <a:cs typeface="Arial"/>
              </a:defRPr>
            </a:pPr>
            <a:r>
              <a:rPr sz="2025" b="1">
                <a:solidFill>
                  <a:srgbClr val="EEF3FF"/>
                </a:solidFill>
                <a:latin typeface="Arial"/>
                <a:ea typeface="Arial"/>
                <a:cs typeface="Arial"/>
              </a:rPr>
              <a:t>Asset  →  evidence  →  analyst decision  →  response record</a:t>
            </a:r>
          </a:p>
        </p:txBody>
      </p:sp>
      <p:sp>
        <p:nvSpPr>
          <p:cNvPr id="22" name="closing-thanks">
            <a:extLst xmlns:a="http://schemas.openxmlformats.org/drawingml/2006/main">
              <a:ext uri="{FF2B5EF4-FFF2-40B4-BE49-F238E27FC236}">
                <a16:creationId xmlns:a16="http://schemas.microsoft.com/office/drawing/2014/main" id="{2BD3CF93-1460-4D68-8004-F13054E79CDB}"/>
              </a:ext>
            </a:extLst>
          </p:cNvPr>
          <p:cNvSpPr>
            <a:spLocks xmlns:a="http://schemas.openxmlformats.org/drawingml/2006/main" noGrp="1"/>
          </p:cNvSpPr>
          <p:nvPr/>
        </p:nvSpPr>
        <p:spPr>
          <a:xfrm xmlns:a="http://schemas.openxmlformats.org/drawingml/2006/main">
            <a:off x="933450" y="5505450"/>
            <a:ext cx="1032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0">
                <a:solidFill>
                  <a:srgbClr val="8BAAFF"/>
                </a:solidFill>
                <a:latin typeface="Arial"/>
                <a:ea typeface="Arial"/>
                <a:cs typeface="Arial"/>
              </a:defRPr>
            </a:defPPr>
            <a:lvl1pPr algn="ctr">
              <a:defRPr sz="1350" b="0">
                <a:solidFill>
                  <a:srgbClr val="8BAAFF"/>
                </a:solidFill>
                <a:latin typeface="Arial"/>
                <a:ea typeface="Arial"/>
                <a:cs typeface="Arial"/>
              </a:defRPr>
            </a:lvl1pPr>
            <a:lvl2pPr algn="ctr">
              <a:defRPr sz="1350" b="0">
                <a:solidFill>
                  <a:srgbClr val="8BAAFF"/>
                </a:solidFill>
                <a:latin typeface="Arial"/>
                <a:ea typeface="Arial"/>
                <a:cs typeface="Arial"/>
              </a:defRPr>
            </a:lvl2pPr>
            <a:lvl3pPr algn="ctr">
              <a:defRPr sz="1350" b="0">
                <a:solidFill>
                  <a:srgbClr val="8BAAFF"/>
                </a:solidFill>
                <a:latin typeface="Arial"/>
                <a:ea typeface="Arial"/>
                <a:cs typeface="Arial"/>
              </a:defRPr>
            </a:lvl3pPr>
            <a:lvl4pPr algn="ctr">
              <a:defRPr sz="1350" b="0">
                <a:solidFill>
                  <a:srgbClr val="8BAAFF"/>
                </a:solidFill>
                <a:latin typeface="Arial"/>
                <a:ea typeface="Arial"/>
                <a:cs typeface="Arial"/>
              </a:defRPr>
            </a:lvl4pPr>
            <a:lvl5pPr algn="ctr">
              <a:defRPr sz="1350" b="0">
                <a:solidFill>
                  <a:srgbClr val="8BAAFF"/>
                </a:solidFill>
                <a:latin typeface="Arial"/>
                <a:ea typeface="Arial"/>
                <a:cs typeface="Arial"/>
              </a:defRPr>
            </a:lvl5pPr>
            <a:lvl6pPr algn="ctr">
              <a:defRPr sz="1350" b="0">
                <a:solidFill>
                  <a:srgbClr val="8BAAFF"/>
                </a:solidFill>
                <a:latin typeface="Arial"/>
                <a:ea typeface="Arial"/>
                <a:cs typeface="Arial"/>
              </a:defRPr>
            </a:lvl6pPr>
            <a:lvl7pPr algn="ctr">
              <a:defRPr sz="1350" b="0">
                <a:solidFill>
                  <a:srgbClr val="8BAAFF"/>
                </a:solidFill>
                <a:latin typeface="Arial"/>
                <a:ea typeface="Arial"/>
                <a:cs typeface="Arial"/>
              </a:defRPr>
            </a:lvl7pPr>
            <a:lvl8pPr algn="ctr">
              <a:defRPr sz="1350" b="0">
                <a:solidFill>
                  <a:srgbClr val="8BAAFF"/>
                </a:solidFill>
                <a:latin typeface="Arial"/>
                <a:ea typeface="Arial"/>
                <a:cs typeface="Arial"/>
              </a:defRPr>
            </a:lvl8pPr>
            <a:lvl9pPr algn="ctr">
              <a:defRPr sz="1350" b="0">
                <a:solidFill>
                  <a:srgbClr val="8BAAFF"/>
                </a:solidFill>
                <a:latin typeface="Arial"/>
                <a:ea typeface="Arial"/>
                <a:cs typeface="Arial"/>
              </a:defRPr>
            </a:lvl9pPr>
          </a:lstStyle>
          <a:p xmlns:a="http://schemas.openxmlformats.org/drawingml/2006/main">
            <a:pPr algn="ctr">
              <a:lnSpc>
                <a:spcPct val="100000"/>
              </a:lnSpc>
              <a:buNone/>
              <a:defRPr sz="1350" b="0">
                <a:solidFill>
                  <a:srgbClr val="8BAAFF"/>
                </a:solidFill>
                <a:latin typeface="Arial"/>
                <a:ea typeface="Arial"/>
                <a:cs typeface="Arial"/>
              </a:defRPr>
            </a:pPr>
            <a:r>
              <a:rPr sz="1350" b="0">
                <a:solidFill>
                  <a:srgbClr val="8BAAFF"/>
                </a:solidFill>
                <a:latin typeface="Arial"/>
                <a:ea typeface="Arial"/>
                <a:cs typeface="Arial"/>
              </a:rPr>
              <a:t>Thank you</a:t>
            </a:r>
          </a:p>
        </p:txBody>
      </p:sp>
    </p:spTree>
    <p:extLst>
      <p:ext uri="{BB962C8B-B14F-4D97-AF65-F5344CB8AC3E}">
        <p14:creationId xmlns:p14="http://schemas.microsoft.com/office/powerpoint/2010/main" val="1278608508"/>
      </p:ext>
    </p:extLst>
  </p:cSld>
</p:sld>
</file>

<file path=ppt/theme/theme1.xml><?xml version="1.0" encoding="utf-8"?>
<a:theme xmlns:a="http://schemas.openxmlformats.org/drawingml/2006/main" name="ChatGPT">
  <a:themeElements>
    <a:clrScheme name="CyberLens Showcase">
      <a:dk1>
        <a:srgbClr val="000000"/>
      </a:dk1>
      <a:lt1>
        <a:srgbClr val="FFFFFF"/>
      </a:lt1>
      <a:dk2>
        <a:srgbClr val="10182B"/>
      </a:dk2>
      <a:lt2>
        <a:srgbClr val="E8EDF6"/>
      </a:lt2>
      <a:accent1>
        <a:srgbClr val="64A5FF"/>
      </a:accent1>
      <a:accent2>
        <a:srgbClr val="7968F1"/>
      </a:accent2>
      <a:accent3>
        <a:srgbClr val="3D789D"/>
      </a:accent3>
      <a:accent4>
        <a:srgbClr val="B87533"/>
      </a:accent4>
      <a:accent5>
        <a:srgbClr val="596B92"/>
      </a:accent5>
      <a:accent6>
        <a:srgbClr val="8594B0"/>
      </a:accent6>
      <a:hlink>
        <a:srgbClr val="64A5FF"/>
      </a:hlink>
      <a:folHlink>
        <a:srgbClr val="7968F1"/>
      </a:folHlink>
    </a:clrScheme>
    <a:fontScheme name="">
      <a:majorFont>
        <a:latin typeface="Arial"/>
        <a:ea typeface=""/>
        <a:cs typeface=""/>
      </a:majorFont>
      <a:minorFont>
        <a:latin typeface="Arial"/>
        <a:ea typeface=""/>
        <a:cs typeface=""/>
      </a:minorFont>
    </a:fontScheme>
    <a:fmtScheme name="CyberLens Showca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2026-10-29T14:47:27.5310000Z</dcterms:created>
  <dcterms:modified xsi:type="dcterms:W3CDTF">2026-10-29T14:47:27.5310000Z</dcterms:modified>
</coreProperties>
</file>